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72" r:id="rId3"/>
    <p:sldId id="263" r:id="rId4"/>
    <p:sldId id="275" r:id="rId5"/>
    <p:sldId id="262" r:id="rId6"/>
    <p:sldId id="259" r:id="rId7"/>
    <p:sldId id="276" r:id="rId8"/>
    <p:sldId id="277" r:id="rId9"/>
    <p:sldId id="279" r:id="rId10"/>
    <p:sldId id="280" r:id="rId11"/>
    <p:sldId id="258" r:id="rId12"/>
    <p:sldId id="260" r:id="rId13"/>
    <p:sldId id="261" r:id="rId14"/>
    <p:sldId id="264" r:id="rId15"/>
    <p:sldId id="265" r:id="rId16"/>
    <p:sldId id="267" r:id="rId17"/>
    <p:sldId id="270" r:id="rId18"/>
    <p:sldId id="266" r:id="rId19"/>
    <p:sldId id="269" r:id="rId20"/>
    <p:sldId id="257" r:id="rId21"/>
    <p:sldId id="268" r:id="rId22"/>
  </p:sldIdLst>
  <p:sldSz cx="18288000" cy="10287000"/>
  <p:notesSz cx="6858000" cy="9144000"/>
  <p:embeddedFontLst>
    <p:embeddedFont>
      <p:font typeface="Barlow" panose="00000500000000000000" pitchFamily="2" charset="0"/>
      <p:regular r:id="rId24"/>
      <p:bold r:id="rId25"/>
      <p:italic r:id="rId26"/>
      <p:boldItalic r:id="rId27"/>
    </p:embeddedFont>
    <p:embeddedFont>
      <p:font typeface="Concert One" pitchFamily="2" charset="0"/>
      <p:regular r:id="rId28"/>
    </p:embeddedFont>
    <p:embeddedFont>
      <p:font typeface="Nunito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9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1650A15-C084-1BEA-5CEE-704E76A86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46D66BCE-9225-A7C3-7C11-136805306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21A23780-30B3-227F-265A-B4B114906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1696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DB450F88-C0A9-549A-AB48-7C25ADD4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2A602CD5-DBC2-79A5-FF34-517E09C84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70C1A566-6F4B-C520-5A97-ECEF45BC8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1899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003DC10-61C6-B499-6625-80FF87E0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>
            <a:extLst>
              <a:ext uri="{FF2B5EF4-FFF2-40B4-BE49-F238E27FC236}">
                <a16:creationId xmlns:a16="http://schemas.microsoft.com/office/drawing/2014/main" id="{A7A89958-4455-3D99-EFBE-6D58FE7FDE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>
            <a:extLst>
              <a:ext uri="{FF2B5EF4-FFF2-40B4-BE49-F238E27FC236}">
                <a16:creationId xmlns:a16="http://schemas.microsoft.com/office/drawing/2014/main" id="{F9481DC6-25E6-B12A-4EDC-CD8CF85197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7610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2D9E5689-7641-03E8-3E40-F50BA0370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72597F56-5E7C-3019-E56F-292C728F8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57758322-D43D-B9C6-1A3D-BCDE87233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998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E2BC8E61-D8E9-3E89-5E89-DFEC5BBE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:notes">
            <a:extLst>
              <a:ext uri="{FF2B5EF4-FFF2-40B4-BE49-F238E27FC236}">
                <a16:creationId xmlns:a16="http://schemas.microsoft.com/office/drawing/2014/main" id="{C790019E-9425-DC06-0B56-82A924552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7:notes">
            <a:extLst>
              <a:ext uri="{FF2B5EF4-FFF2-40B4-BE49-F238E27FC236}">
                <a16:creationId xmlns:a16="http://schemas.microsoft.com/office/drawing/2014/main" id="{7B596A13-1B8B-6FD9-F652-6A40E772D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7367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>
          <a:extLst>
            <a:ext uri="{FF2B5EF4-FFF2-40B4-BE49-F238E27FC236}">
              <a16:creationId xmlns:a16="http://schemas.microsoft.com/office/drawing/2014/main" id="{795C2DBC-851B-4B1F-CF6C-7B6CD5647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:notes">
            <a:extLst>
              <a:ext uri="{FF2B5EF4-FFF2-40B4-BE49-F238E27FC236}">
                <a16:creationId xmlns:a16="http://schemas.microsoft.com/office/drawing/2014/main" id="{30F5818A-9689-1338-D3D1-C3C645589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4:notes">
            <a:extLst>
              <a:ext uri="{FF2B5EF4-FFF2-40B4-BE49-F238E27FC236}">
                <a16:creationId xmlns:a16="http://schemas.microsoft.com/office/drawing/2014/main" id="{201D7036-D3AB-7EAC-C96E-A378775B73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9776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7FDA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9144000" y="3200776"/>
            <a:ext cx="8115385" cy="4087882"/>
            <a:chOff x="0" y="-47625"/>
            <a:chExt cx="2325925" cy="1171615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2325925" cy="1123990"/>
            </a:xfrm>
            <a:custGeom>
              <a:avLst/>
              <a:gdLst/>
              <a:ahLst/>
              <a:cxnLst/>
              <a:rect l="l" t="t" r="r" b="b"/>
              <a:pathLst>
                <a:path w="2325925" h="1123990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1095370"/>
                  </a:lnTo>
                  <a:cubicBezTo>
                    <a:pt x="2325925" y="1111176"/>
                    <a:pt x="2313111" y="1123990"/>
                    <a:pt x="2297305" y="1123990"/>
                  </a:cubicBezTo>
                  <a:lnTo>
                    <a:pt x="28620" y="1123990"/>
                  </a:lnTo>
                  <a:cubicBezTo>
                    <a:pt x="12813" y="1123990"/>
                    <a:pt x="0" y="1111176"/>
                    <a:pt x="0" y="1095370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 txBox="1"/>
            <p:nvPr/>
          </p:nvSpPr>
          <p:spPr>
            <a:xfrm>
              <a:off x="0" y="-47625"/>
              <a:ext cx="2325900" cy="11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9144000" y="1380398"/>
            <a:ext cx="8115385" cy="1723978"/>
            <a:chOff x="0" y="-47625"/>
            <a:chExt cx="2325925" cy="494104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2325925" cy="446479"/>
            </a:xfrm>
            <a:custGeom>
              <a:avLst/>
              <a:gdLst/>
              <a:ahLst/>
              <a:cxnLst/>
              <a:rect l="l" t="t" r="r" b="b"/>
              <a:pathLst>
                <a:path w="2325925" h="446479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417859"/>
                  </a:lnTo>
                  <a:cubicBezTo>
                    <a:pt x="2325925" y="433666"/>
                    <a:pt x="2313111" y="446479"/>
                    <a:pt x="2297305" y="446479"/>
                  </a:cubicBezTo>
                  <a:lnTo>
                    <a:pt x="28620" y="446479"/>
                  </a:lnTo>
                  <a:cubicBezTo>
                    <a:pt x="12813" y="446479"/>
                    <a:pt x="0" y="433666"/>
                    <a:pt x="0" y="417859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6F61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 txBox="1"/>
            <p:nvPr/>
          </p:nvSpPr>
          <p:spPr>
            <a:xfrm>
              <a:off x="0" y="-47625"/>
              <a:ext cx="23259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3"/>
          <p:cNvGrpSpPr/>
          <p:nvPr/>
        </p:nvGrpSpPr>
        <p:grpSpPr>
          <a:xfrm>
            <a:off x="9144000" y="7385033"/>
            <a:ext cx="3934658" cy="1452973"/>
            <a:chOff x="0" y="-47625"/>
            <a:chExt cx="1127700" cy="416432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1127582" cy="368807"/>
            </a:xfrm>
            <a:custGeom>
              <a:avLst/>
              <a:gdLst/>
              <a:ahLst/>
              <a:cxnLst/>
              <a:rect l="l" t="t" r="r" b="b"/>
              <a:pathLst>
                <a:path w="1127582" h="368807" extrusionOk="0">
                  <a:moveTo>
                    <a:pt x="59035" y="0"/>
                  </a:moveTo>
                  <a:lnTo>
                    <a:pt x="1068547" y="0"/>
                  </a:lnTo>
                  <a:cubicBezTo>
                    <a:pt x="1084204" y="0"/>
                    <a:pt x="1099220" y="6220"/>
                    <a:pt x="1110291" y="17291"/>
                  </a:cubicBezTo>
                  <a:cubicBezTo>
                    <a:pt x="1121362" y="28362"/>
                    <a:pt x="1127582" y="43378"/>
                    <a:pt x="1127582" y="59035"/>
                  </a:cubicBezTo>
                  <a:lnTo>
                    <a:pt x="1127582" y="309772"/>
                  </a:lnTo>
                  <a:cubicBezTo>
                    <a:pt x="1127582" y="325429"/>
                    <a:pt x="1121362" y="340445"/>
                    <a:pt x="1110291" y="351516"/>
                  </a:cubicBezTo>
                  <a:cubicBezTo>
                    <a:pt x="1099220" y="362588"/>
                    <a:pt x="1084204" y="368807"/>
                    <a:pt x="1068547" y="368807"/>
                  </a:cubicBezTo>
                  <a:lnTo>
                    <a:pt x="59035" y="368807"/>
                  </a:lnTo>
                  <a:cubicBezTo>
                    <a:pt x="43378" y="368807"/>
                    <a:pt x="28362" y="362588"/>
                    <a:pt x="17291" y="351516"/>
                  </a:cubicBezTo>
                  <a:cubicBezTo>
                    <a:pt x="6220" y="340445"/>
                    <a:pt x="0" y="325429"/>
                    <a:pt x="0" y="309772"/>
                  </a:cubicBezTo>
                  <a:lnTo>
                    <a:pt x="0" y="59035"/>
                  </a:lnTo>
                  <a:cubicBezTo>
                    <a:pt x="0" y="43378"/>
                    <a:pt x="6220" y="28362"/>
                    <a:pt x="17291" y="17291"/>
                  </a:cubicBezTo>
                  <a:cubicBezTo>
                    <a:pt x="28362" y="6220"/>
                    <a:pt x="43378" y="0"/>
                    <a:pt x="59035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0" y="-47625"/>
              <a:ext cx="11277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13325094" y="7385033"/>
            <a:ext cx="3934658" cy="1452973"/>
            <a:chOff x="0" y="-47625"/>
            <a:chExt cx="1127700" cy="416432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1127582" cy="368807"/>
            </a:xfrm>
            <a:custGeom>
              <a:avLst/>
              <a:gdLst/>
              <a:ahLst/>
              <a:cxnLst/>
              <a:rect l="l" t="t" r="r" b="b"/>
              <a:pathLst>
                <a:path w="1127582" h="368807" extrusionOk="0">
                  <a:moveTo>
                    <a:pt x="59035" y="0"/>
                  </a:moveTo>
                  <a:lnTo>
                    <a:pt x="1068547" y="0"/>
                  </a:lnTo>
                  <a:cubicBezTo>
                    <a:pt x="1084204" y="0"/>
                    <a:pt x="1099220" y="6220"/>
                    <a:pt x="1110291" y="17291"/>
                  </a:cubicBezTo>
                  <a:cubicBezTo>
                    <a:pt x="1121362" y="28362"/>
                    <a:pt x="1127582" y="43378"/>
                    <a:pt x="1127582" y="59035"/>
                  </a:cubicBezTo>
                  <a:lnTo>
                    <a:pt x="1127582" y="309772"/>
                  </a:lnTo>
                  <a:cubicBezTo>
                    <a:pt x="1127582" y="325429"/>
                    <a:pt x="1121362" y="340445"/>
                    <a:pt x="1110291" y="351516"/>
                  </a:cubicBezTo>
                  <a:cubicBezTo>
                    <a:pt x="1099220" y="362588"/>
                    <a:pt x="1084204" y="368807"/>
                    <a:pt x="1068547" y="368807"/>
                  </a:cubicBezTo>
                  <a:lnTo>
                    <a:pt x="59035" y="368807"/>
                  </a:lnTo>
                  <a:cubicBezTo>
                    <a:pt x="43378" y="368807"/>
                    <a:pt x="28362" y="362588"/>
                    <a:pt x="17291" y="351516"/>
                  </a:cubicBezTo>
                  <a:cubicBezTo>
                    <a:pt x="6220" y="340445"/>
                    <a:pt x="0" y="325429"/>
                    <a:pt x="0" y="309772"/>
                  </a:cubicBezTo>
                  <a:lnTo>
                    <a:pt x="0" y="59035"/>
                  </a:lnTo>
                  <a:cubicBezTo>
                    <a:pt x="0" y="43378"/>
                    <a:pt x="6220" y="28362"/>
                    <a:pt x="17291" y="17291"/>
                  </a:cubicBezTo>
                  <a:cubicBezTo>
                    <a:pt x="28362" y="6220"/>
                    <a:pt x="43378" y="0"/>
                    <a:pt x="59035" y="0"/>
                  </a:cubicBezTo>
                  <a:close/>
                </a:path>
              </a:pathLst>
            </a:custGeom>
            <a:solidFill>
              <a:srgbClr val="43D374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 txBox="1"/>
            <p:nvPr/>
          </p:nvSpPr>
          <p:spPr>
            <a:xfrm>
              <a:off x="0" y="-47625"/>
              <a:ext cx="11277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Google Shape;28;p3"/>
          <p:cNvSpPr/>
          <p:nvPr/>
        </p:nvSpPr>
        <p:spPr>
          <a:xfrm>
            <a:off x="11008648" y="1824323"/>
            <a:ext cx="1208891" cy="1002280"/>
          </a:xfrm>
          <a:custGeom>
            <a:avLst/>
            <a:gdLst/>
            <a:ahLst/>
            <a:cxnLst/>
            <a:rect l="l" t="t" r="r" b="b"/>
            <a:pathLst>
              <a:path w="1208891" h="1002280" extrusionOk="0">
                <a:moveTo>
                  <a:pt x="0" y="0"/>
                </a:moveTo>
                <a:lnTo>
                  <a:pt x="1208891" y="0"/>
                </a:lnTo>
                <a:lnTo>
                  <a:pt x="1208891" y="1002280"/>
                </a:lnTo>
                <a:lnTo>
                  <a:pt x="0" y="1002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9" name="Google Shape;29;p3"/>
          <p:cNvSpPr/>
          <p:nvPr/>
        </p:nvSpPr>
        <p:spPr>
          <a:xfrm>
            <a:off x="1028700" y="1245808"/>
            <a:ext cx="7200100" cy="7795384"/>
          </a:xfrm>
          <a:custGeom>
            <a:avLst/>
            <a:gdLst/>
            <a:ahLst/>
            <a:cxnLst/>
            <a:rect l="l" t="t" r="r" b="b"/>
            <a:pathLst>
              <a:path w="7200100" h="7795384" extrusionOk="0">
                <a:moveTo>
                  <a:pt x="0" y="0"/>
                </a:moveTo>
                <a:lnTo>
                  <a:pt x="7200100" y="0"/>
                </a:lnTo>
                <a:lnTo>
                  <a:pt x="7200100" y="7795384"/>
                </a:lnTo>
                <a:lnTo>
                  <a:pt x="0" y="77953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" name="Google Shape;30;p3"/>
          <p:cNvSpPr txBox="1"/>
          <p:nvPr/>
        </p:nvSpPr>
        <p:spPr>
          <a:xfrm>
            <a:off x="12347313" y="1953988"/>
            <a:ext cx="3047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LITTLE HAVEN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PRIMARY SCHOOL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10216250" y="3868475"/>
            <a:ext cx="59709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ncert One"/>
              <a:buNone/>
              <a:defRPr sz="8000" i="0" u="none" strike="noStrike" cap="non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9532125" y="7843325"/>
            <a:ext cx="315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None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3"/>
          </p:nvPr>
        </p:nvSpPr>
        <p:spPr>
          <a:xfrm>
            <a:off x="13713225" y="7843325"/>
            <a:ext cx="3158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None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Barlow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rgbClr val="7FDAFF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3578051" y="862532"/>
            <a:ext cx="13681808" cy="2190094"/>
            <a:chOff x="0" y="-47625"/>
            <a:chExt cx="3921300" cy="627696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921180" cy="580071"/>
            </a:xfrm>
            <a:custGeom>
              <a:avLst/>
              <a:gdLst/>
              <a:ahLst/>
              <a:cxnLst/>
              <a:rect l="l" t="t" r="r" b="b"/>
              <a:pathLst>
                <a:path w="3921180" h="580071" extrusionOk="0">
                  <a:moveTo>
                    <a:pt x="16976" y="0"/>
                  </a:moveTo>
                  <a:lnTo>
                    <a:pt x="3904204" y="0"/>
                  </a:lnTo>
                  <a:cubicBezTo>
                    <a:pt x="3913580" y="0"/>
                    <a:pt x="3921180" y="7601"/>
                    <a:pt x="3921180" y="16976"/>
                  </a:cubicBezTo>
                  <a:lnTo>
                    <a:pt x="3921180" y="563095"/>
                  </a:lnTo>
                  <a:cubicBezTo>
                    <a:pt x="3921180" y="567597"/>
                    <a:pt x="3919392" y="571915"/>
                    <a:pt x="3916208" y="575099"/>
                  </a:cubicBezTo>
                  <a:cubicBezTo>
                    <a:pt x="3913024" y="578283"/>
                    <a:pt x="3908706" y="580071"/>
                    <a:pt x="3904204" y="580071"/>
                  </a:cubicBezTo>
                  <a:lnTo>
                    <a:pt x="16976" y="580071"/>
                  </a:lnTo>
                  <a:cubicBezTo>
                    <a:pt x="12474" y="580071"/>
                    <a:pt x="8156" y="578283"/>
                    <a:pt x="4972" y="575099"/>
                  </a:cubicBezTo>
                  <a:cubicBezTo>
                    <a:pt x="1789" y="571915"/>
                    <a:pt x="0" y="567597"/>
                    <a:pt x="0" y="563095"/>
                  </a:cubicBezTo>
                  <a:lnTo>
                    <a:pt x="0" y="16976"/>
                  </a:lnTo>
                  <a:cubicBezTo>
                    <a:pt x="0" y="12474"/>
                    <a:pt x="1789" y="8156"/>
                    <a:pt x="4972" y="4972"/>
                  </a:cubicBezTo>
                  <a:cubicBezTo>
                    <a:pt x="8156" y="1789"/>
                    <a:pt x="12474" y="0"/>
                    <a:pt x="16976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0" y="-47625"/>
              <a:ext cx="3921300" cy="6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1028700" y="862532"/>
            <a:ext cx="2264077" cy="2190094"/>
            <a:chOff x="0" y="-47625"/>
            <a:chExt cx="648900" cy="627696"/>
          </a:xfrm>
        </p:grpSpPr>
        <p:sp>
          <p:nvSpPr>
            <p:cNvPr id="39" name="Google Shape;39;p4"/>
            <p:cNvSpPr/>
            <p:nvPr/>
          </p:nvSpPr>
          <p:spPr>
            <a:xfrm>
              <a:off x="0" y="0"/>
              <a:ext cx="648770" cy="580071"/>
            </a:xfrm>
            <a:custGeom>
              <a:avLst/>
              <a:gdLst/>
              <a:ahLst/>
              <a:cxnLst/>
              <a:rect l="l" t="t" r="r" b="b"/>
              <a:pathLst>
                <a:path w="648770" h="580071" extrusionOk="0">
                  <a:moveTo>
                    <a:pt x="102605" y="0"/>
                  </a:moveTo>
                  <a:lnTo>
                    <a:pt x="546165" y="0"/>
                  </a:lnTo>
                  <a:cubicBezTo>
                    <a:pt x="602832" y="0"/>
                    <a:pt x="648770" y="45938"/>
                    <a:pt x="648770" y="102605"/>
                  </a:cubicBezTo>
                  <a:lnTo>
                    <a:pt x="648770" y="477466"/>
                  </a:lnTo>
                  <a:cubicBezTo>
                    <a:pt x="648770" y="534133"/>
                    <a:pt x="602832" y="580071"/>
                    <a:pt x="546165" y="580071"/>
                  </a:cubicBezTo>
                  <a:lnTo>
                    <a:pt x="102605" y="580071"/>
                  </a:lnTo>
                  <a:cubicBezTo>
                    <a:pt x="45938" y="580071"/>
                    <a:pt x="0" y="534133"/>
                    <a:pt x="0" y="477466"/>
                  </a:cubicBezTo>
                  <a:lnTo>
                    <a:pt x="0" y="102605"/>
                  </a:lnTo>
                  <a:cubicBezTo>
                    <a:pt x="0" y="45938"/>
                    <a:pt x="45938" y="0"/>
                    <a:pt x="102605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0" y="-47625"/>
              <a:ext cx="648900" cy="6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>
            <a:off x="1028700" y="3172187"/>
            <a:ext cx="7124512" cy="6086173"/>
            <a:chOff x="0" y="-47625"/>
            <a:chExt cx="2041934" cy="1744339"/>
          </a:xfrm>
        </p:grpSpPr>
        <p:sp>
          <p:nvSpPr>
            <p:cNvPr id="42" name="Google Shape;42;p4"/>
            <p:cNvSpPr/>
            <p:nvPr/>
          </p:nvSpPr>
          <p:spPr>
            <a:xfrm>
              <a:off x="0" y="0"/>
              <a:ext cx="2041934" cy="1696714"/>
            </a:xfrm>
            <a:custGeom>
              <a:avLst/>
              <a:gdLst/>
              <a:ahLst/>
              <a:cxnLst/>
              <a:rect l="l" t="t" r="r" b="b"/>
              <a:pathLst>
                <a:path w="2041934" h="1696714" extrusionOk="0">
                  <a:moveTo>
                    <a:pt x="16300" y="0"/>
                  </a:moveTo>
                  <a:lnTo>
                    <a:pt x="2025634" y="0"/>
                  </a:lnTo>
                  <a:cubicBezTo>
                    <a:pt x="2029957" y="0"/>
                    <a:pt x="2034103" y="1717"/>
                    <a:pt x="2037160" y="4774"/>
                  </a:cubicBezTo>
                  <a:cubicBezTo>
                    <a:pt x="2040216" y="7831"/>
                    <a:pt x="2041934" y="11977"/>
                    <a:pt x="2041934" y="16300"/>
                  </a:cubicBezTo>
                  <a:lnTo>
                    <a:pt x="2041934" y="1680414"/>
                  </a:lnTo>
                  <a:cubicBezTo>
                    <a:pt x="2041934" y="1689417"/>
                    <a:pt x="2034636" y="1696714"/>
                    <a:pt x="2025634" y="1696714"/>
                  </a:cubicBezTo>
                  <a:lnTo>
                    <a:pt x="16300" y="1696714"/>
                  </a:lnTo>
                  <a:cubicBezTo>
                    <a:pt x="7298" y="1696714"/>
                    <a:pt x="0" y="1689417"/>
                    <a:pt x="0" y="1680414"/>
                  </a:cubicBezTo>
                  <a:lnTo>
                    <a:pt x="0" y="16300"/>
                  </a:lnTo>
                  <a:cubicBezTo>
                    <a:pt x="0" y="11977"/>
                    <a:pt x="1717" y="7831"/>
                    <a:pt x="4774" y="4774"/>
                  </a:cubicBezTo>
                  <a:cubicBezTo>
                    <a:pt x="7831" y="1717"/>
                    <a:pt x="11977" y="0"/>
                    <a:pt x="163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 txBox="1"/>
            <p:nvPr/>
          </p:nvSpPr>
          <p:spPr>
            <a:xfrm>
              <a:off x="0" y="-47625"/>
              <a:ext cx="2041800" cy="174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4"/>
          <p:cNvGrpSpPr/>
          <p:nvPr/>
        </p:nvGrpSpPr>
        <p:grpSpPr>
          <a:xfrm>
            <a:off x="8438887" y="3172187"/>
            <a:ext cx="8820794" cy="2985274"/>
            <a:chOff x="0" y="-47625"/>
            <a:chExt cx="2528100" cy="855600"/>
          </a:xfrm>
        </p:grpSpPr>
        <p:sp>
          <p:nvSpPr>
            <p:cNvPr id="45" name="Google Shape;45;p4"/>
            <p:cNvSpPr/>
            <p:nvPr/>
          </p:nvSpPr>
          <p:spPr>
            <a:xfrm>
              <a:off x="0" y="0"/>
              <a:ext cx="2528017" cy="807897"/>
            </a:xfrm>
            <a:custGeom>
              <a:avLst/>
              <a:gdLst/>
              <a:ahLst/>
              <a:cxnLst/>
              <a:rect l="l" t="t" r="r" b="b"/>
              <a:pathLst>
                <a:path w="2528017" h="807897" extrusionOk="0">
                  <a:moveTo>
                    <a:pt x="26332" y="0"/>
                  </a:moveTo>
                  <a:lnTo>
                    <a:pt x="2501685" y="0"/>
                  </a:lnTo>
                  <a:cubicBezTo>
                    <a:pt x="2508669" y="0"/>
                    <a:pt x="2515367" y="2774"/>
                    <a:pt x="2520305" y="7712"/>
                  </a:cubicBezTo>
                  <a:cubicBezTo>
                    <a:pt x="2525243" y="12651"/>
                    <a:pt x="2528017" y="19348"/>
                    <a:pt x="2528017" y="26332"/>
                  </a:cubicBezTo>
                  <a:lnTo>
                    <a:pt x="2528017" y="781565"/>
                  </a:lnTo>
                  <a:cubicBezTo>
                    <a:pt x="2528017" y="788549"/>
                    <a:pt x="2525243" y="795246"/>
                    <a:pt x="2520305" y="800184"/>
                  </a:cubicBezTo>
                  <a:cubicBezTo>
                    <a:pt x="2515367" y="805123"/>
                    <a:pt x="2508669" y="807897"/>
                    <a:pt x="2501685" y="807897"/>
                  </a:cubicBezTo>
                  <a:lnTo>
                    <a:pt x="26332" y="807897"/>
                  </a:lnTo>
                  <a:cubicBezTo>
                    <a:pt x="19348" y="807897"/>
                    <a:pt x="12651" y="805123"/>
                    <a:pt x="7712" y="800184"/>
                  </a:cubicBezTo>
                  <a:cubicBezTo>
                    <a:pt x="2774" y="795246"/>
                    <a:pt x="0" y="788549"/>
                    <a:pt x="0" y="781565"/>
                  </a:cubicBezTo>
                  <a:lnTo>
                    <a:pt x="0" y="26332"/>
                  </a:lnTo>
                  <a:cubicBezTo>
                    <a:pt x="0" y="19348"/>
                    <a:pt x="2774" y="12651"/>
                    <a:pt x="7712" y="7712"/>
                  </a:cubicBezTo>
                  <a:cubicBezTo>
                    <a:pt x="12651" y="2774"/>
                    <a:pt x="19348" y="0"/>
                    <a:pt x="26332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 txBox="1"/>
            <p:nvPr/>
          </p:nvSpPr>
          <p:spPr>
            <a:xfrm>
              <a:off x="0" y="-47625"/>
              <a:ext cx="2528100" cy="8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4"/>
          <p:cNvGrpSpPr/>
          <p:nvPr/>
        </p:nvGrpSpPr>
        <p:grpSpPr>
          <a:xfrm>
            <a:off x="8438887" y="6273328"/>
            <a:ext cx="8820794" cy="2985274"/>
            <a:chOff x="0" y="-47625"/>
            <a:chExt cx="2528100" cy="855600"/>
          </a:xfrm>
        </p:grpSpPr>
        <p:sp>
          <p:nvSpPr>
            <p:cNvPr id="48" name="Google Shape;48;p4"/>
            <p:cNvSpPr/>
            <p:nvPr/>
          </p:nvSpPr>
          <p:spPr>
            <a:xfrm>
              <a:off x="0" y="0"/>
              <a:ext cx="2528017" cy="807897"/>
            </a:xfrm>
            <a:custGeom>
              <a:avLst/>
              <a:gdLst/>
              <a:ahLst/>
              <a:cxnLst/>
              <a:rect l="l" t="t" r="r" b="b"/>
              <a:pathLst>
                <a:path w="2528017" h="807897" extrusionOk="0">
                  <a:moveTo>
                    <a:pt x="26332" y="0"/>
                  </a:moveTo>
                  <a:lnTo>
                    <a:pt x="2501685" y="0"/>
                  </a:lnTo>
                  <a:cubicBezTo>
                    <a:pt x="2508669" y="0"/>
                    <a:pt x="2515367" y="2774"/>
                    <a:pt x="2520305" y="7712"/>
                  </a:cubicBezTo>
                  <a:cubicBezTo>
                    <a:pt x="2525243" y="12651"/>
                    <a:pt x="2528017" y="19348"/>
                    <a:pt x="2528017" y="26332"/>
                  </a:cubicBezTo>
                  <a:lnTo>
                    <a:pt x="2528017" y="781565"/>
                  </a:lnTo>
                  <a:cubicBezTo>
                    <a:pt x="2528017" y="788549"/>
                    <a:pt x="2525243" y="795246"/>
                    <a:pt x="2520305" y="800184"/>
                  </a:cubicBezTo>
                  <a:cubicBezTo>
                    <a:pt x="2515367" y="805123"/>
                    <a:pt x="2508669" y="807897"/>
                    <a:pt x="2501685" y="807897"/>
                  </a:cubicBezTo>
                  <a:lnTo>
                    <a:pt x="26332" y="807897"/>
                  </a:lnTo>
                  <a:cubicBezTo>
                    <a:pt x="19348" y="807897"/>
                    <a:pt x="12651" y="805123"/>
                    <a:pt x="7712" y="800184"/>
                  </a:cubicBezTo>
                  <a:cubicBezTo>
                    <a:pt x="2774" y="795246"/>
                    <a:pt x="0" y="788549"/>
                    <a:pt x="0" y="781565"/>
                  </a:cubicBezTo>
                  <a:lnTo>
                    <a:pt x="0" y="26332"/>
                  </a:lnTo>
                  <a:cubicBezTo>
                    <a:pt x="0" y="19348"/>
                    <a:pt x="2774" y="12651"/>
                    <a:pt x="7712" y="7712"/>
                  </a:cubicBezTo>
                  <a:cubicBezTo>
                    <a:pt x="12651" y="2774"/>
                    <a:pt x="19348" y="0"/>
                    <a:pt x="26332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0" y="-47625"/>
              <a:ext cx="2528100" cy="85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50;p4"/>
          <p:cNvSpPr txBox="1">
            <a:spLocks noGrp="1"/>
          </p:cNvSpPr>
          <p:nvPr>
            <p:ph type="title"/>
          </p:nvPr>
        </p:nvSpPr>
        <p:spPr>
          <a:xfrm>
            <a:off x="4023100" y="1310975"/>
            <a:ext cx="127917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ncert One"/>
              <a:buNone/>
              <a:defRPr sz="8000" i="0" u="none" strike="noStrike" cap="non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body" idx="1"/>
          </p:nvPr>
        </p:nvSpPr>
        <p:spPr>
          <a:xfrm>
            <a:off x="1598075" y="3752713"/>
            <a:ext cx="5960400" cy="49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55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–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–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»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2"/>
          </p:nvPr>
        </p:nvSpPr>
        <p:spPr>
          <a:xfrm>
            <a:off x="9041525" y="3752725"/>
            <a:ext cx="7681800" cy="19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–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–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»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3"/>
          </p:nvPr>
        </p:nvSpPr>
        <p:spPr>
          <a:xfrm>
            <a:off x="9041525" y="6833125"/>
            <a:ext cx="7681800" cy="19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–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–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»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FD93D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5"/>
          <p:cNvGrpSpPr/>
          <p:nvPr/>
        </p:nvGrpSpPr>
        <p:grpSpPr>
          <a:xfrm>
            <a:off x="9144000" y="2815579"/>
            <a:ext cx="8115385" cy="2917237"/>
            <a:chOff x="0" y="-47625"/>
            <a:chExt cx="2325925" cy="836100"/>
          </a:xfrm>
        </p:grpSpPr>
        <p:sp>
          <p:nvSpPr>
            <p:cNvPr id="56" name="Google Shape;56;p5"/>
            <p:cNvSpPr/>
            <p:nvPr/>
          </p:nvSpPr>
          <p:spPr>
            <a:xfrm>
              <a:off x="0" y="0"/>
              <a:ext cx="2325925" cy="788453"/>
            </a:xfrm>
            <a:custGeom>
              <a:avLst/>
              <a:gdLst/>
              <a:ahLst/>
              <a:cxnLst/>
              <a:rect l="l" t="t" r="r" b="b"/>
              <a:pathLst>
                <a:path w="2325925" h="788453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759833"/>
                  </a:lnTo>
                  <a:cubicBezTo>
                    <a:pt x="2325925" y="775640"/>
                    <a:pt x="2313111" y="788453"/>
                    <a:pt x="2297305" y="788453"/>
                  </a:cubicBezTo>
                  <a:lnTo>
                    <a:pt x="28620" y="788453"/>
                  </a:lnTo>
                  <a:cubicBezTo>
                    <a:pt x="12813" y="788453"/>
                    <a:pt x="0" y="775640"/>
                    <a:pt x="0" y="759833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 txBox="1"/>
            <p:nvPr/>
          </p:nvSpPr>
          <p:spPr>
            <a:xfrm>
              <a:off x="0" y="-47625"/>
              <a:ext cx="2325900" cy="83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" name="Google Shape;58;p5"/>
          <p:cNvGrpSpPr/>
          <p:nvPr/>
        </p:nvGrpSpPr>
        <p:grpSpPr>
          <a:xfrm>
            <a:off x="9144000" y="5852292"/>
            <a:ext cx="8115385" cy="1452973"/>
            <a:chOff x="0" y="-47625"/>
            <a:chExt cx="2325925" cy="416432"/>
          </a:xfrm>
        </p:grpSpPr>
        <p:sp>
          <p:nvSpPr>
            <p:cNvPr id="59" name="Google Shape;59;p5"/>
            <p:cNvSpPr/>
            <p:nvPr/>
          </p:nvSpPr>
          <p:spPr>
            <a:xfrm>
              <a:off x="0" y="0"/>
              <a:ext cx="2325925" cy="368807"/>
            </a:xfrm>
            <a:custGeom>
              <a:avLst/>
              <a:gdLst/>
              <a:ahLst/>
              <a:cxnLst/>
              <a:rect l="l" t="t" r="r" b="b"/>
              <a:pathLst>
                <a:path w="2325925" h="36880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340188"/>
                  </a:lnTo>
                  <a:cubicBezTo>
                    <a:pt x="2325925" y="355994"/>
                    <a:pt x="2313111" y="368807"/>
                    <a:pt x="2297305" y="368807"/>
                  </a:cubicBezTo>
                  <a:lnTo>
                    <a:pt x="28620" y="368807"/>
                  </a:lnTo>
                  <a:cubicBezTo>
                    <a:pt x="12813" y="368807"/>
                    <a:pt x="0" y="355994"/>
                    <a:pt x="0" y="340188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43D374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 txBox="1"/>
            <p:nvPr/>
          </p:nvSpPr>
          <p:spPr>
            <a:xfrm>
              <a:off x="0" y="-47625"/>
              <a:ext cx="23259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5"/>
          <p:cNvSpPr/>
          <p:nvPr/>
        </p:nvSpPr>
        <p:spPr>
          <a:xfrm>
            <a:off x="1028700" y="1028700"/>
            <a:ext cx="7137308" cy="8229600"/>
          </a:xfrm>
          <a:custGeom>
            <a:avLst/>
            <a:gdLst/>
            <a:ahLst/>
            <a:cxnLst/>
            <a:rect l="l" t="t" r="r" b="b"/>
            <a:pathLst>
              <a:path w="7137308" h="8229600" extrusionOk="0">
                <a:moveTo>
                  <a:pt x="0" y="0"/>
                </a:moveTo>
                <a:lnTo>
                  <a:pt x="7137308" y="0"/>
                </a:lnTo>
                <a:lnTo>
                  <a:pt x="7137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rgbClr val="43D374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"/>
          <p:cNvGrpSpPr/>
          <p:nvPr/>
        </p:nvGrpSpPr>
        <p:grpSpPr>
          <a:xfrm>
            <a:off x="9144000" y="2815579"/>
            <a:ext cx="8115385" cy="2917237"/>
            <a:chOff x="0" y="-47625"/>
            <a:chExt cx="2325925" cy="836100"/>
          </a:xfrm>
        </p:grpSpPr>
        <p:sp>
          <p:nvSpPr>
            <p:cNvPr id="77" name="Google Shape;77;p7"/>
            <p:cNvSpPr/>
            <p:nvPr/>
          </p:nvSpPr>
          <p:spPr>
            <a:xfrm>
              <a:off x="0" y="0"/>
              <a:ext cx="2325925" cy="788453"/>
            </a:xfrm>
            <a:custGeom>
              <a:avLst/>
              <a:gdLst/>
              <a:ahLst/>
              <a:cxnLst/>
              <a:rect l="l" t="t" r="r" b="b"/>
              <a:pathLst>
                <a:path w="2325925" h="788453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759833"/>
                  </a:lnTo>
                  <a:cubicBezTo>
                    <a:pt x="2325925" y="775640"/>
                    <a:pt x="2313111" y="788453"/>
                    <a:pt x="2297305" y="788453"/>
                  </a:cubicBezTo>
                  <a:lnTo>
                    <a:pt x="28620" y="788453"/>
                  </a:lnTo>
                  <a:cubicBezTo>
                    <a:pt x="12813" y="788453"/>
                    <a:pt x="0" y="775640"/>
                    <a:pt x="0" y="759833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 txBox="1"/>
            <p:nvPr/>
          </p:nvSpPr>
          <p:spPr>
            <a:xfrm>
              <a:off x="0" y="-47625"/>
              <a:ext cx="2325900" cy="83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>
            <a:off x="9144000" y="5852292"/>
            <a:ext cx="8115385" cy="1452973"/>
            <a:chOff x="0" y="-47625"/>
            <a:chExt cx="2325925" cy="416432"/>
          </a:xfrm>
        </p:grpSpPr>
        <p:sp>
          <p:nvSpPr>
            <p:cNvPr id="80" name="Google Shape;80;p7"/>
            <p:cNvSpPr/>
            <p:nvPr/>
          </p:nvSpPr>
          <p:spPr>
            <a:xfrm>
              <a:off x="0" y="0"/>
              <a:ext cx="2325925" cy="368807"/>
            </a:xfrm>
            <a:custGeom>
              <a:avLst/>
              <a:gdLst/>
              <a:ahLst/>
              <a:cxnLst/>
              <a:rect l="l" t="t" r="r" b="b"/>
              <a:pathLst>
                <a:path w="2325925" h="36880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340188"/>
                  </a:lnTo>
                  <a:cubicBezTo>
                    <a:pt x="2325925" y="355994"/>
                    <a:pt x="2313111" y="368807"/>
                    <a:pt x="2297305" y="368807"/>
                  </a:cubicBezTo>
                  <a:lnTo>
                    <a:pt x="28620" y="368807"/>
                  </a:lnTo>
                  <a:cubicBezTo>
                    <a:pt x="12813" y="368807"/>
                    <a:pt x="0" y="355994"/>
                    <a:pt x="0" y="340188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7"/>
            <p:cNvSpPr txBox="1"/>
            <p:nvPr/>
          </p:nvSpPr>
          <p:spPr>
            <a:xfrm>
              <a:off x="0" y="-47625"/>
              <a:ext cx="23259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7"/>
          <p:cNvSpPr/>
          <p:nvPr/>
        </p:nvSpPr>
        <p:spPr>
          <a:xfrm>
            <a:off x="1028700" y="1028700"/>
            <a:ext cx="7325788" cy="11192176"/>
          </a:xfrm>
          <a:custGeom>
            <a:avLst/>
            <a:gdLst/>
            <a:ahLst/>
            <a:cxnLst/>
            <a:rect l="l" t="t" r="r" b="b"/>
            <a:pathLst>
              <a:path w="7325788" h="11192176" extrusionOk="0">
                <a:moveTo>
                  <a:pt x="0" y="0"/>
                </a:moveTo>
                <a:lnTo>
                  <a:pt x="7325788" y="0"/>
                </a:lnTo>
                <a:lnTo>
                  <a:pt x="7325788" y="11192176"/>
                </a:lnTo>
                <a:lnTo>
                  <a:pt x="0" y="11192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3" name="Google Shape;83;p7"/>
          <p:cNvGrpSpPr/>
          <p:nvPr/>
        </p:nvGrpSpPr>
        <p:grpSpPr>
          <a:xfrm rot="-256012">
            <a:off x="1646031" y="5221983"/>
            <a:ext cx="2181498" cy="1979319"/>
            <a:chOff x="0" y="0"/>
            <a:chExt cx="2908747" cy="2639167"/>
          </a:xfrm>
        </p:grpSpPr>
        <p:sp>
          <p:nvSpPr>
            <p:cNvPr id="84" name="Google Shape;84;p7"/>
            <p:cNvSpPr/>
            <p:nvPr/>
          </p:nvSpPr>
          <p:spPr>
            <a:xfrm>
              <a:off x="0" y="0"/>
              <a:ext cx="1426574" cy="1351354"/>
            </a:xfrm>
            <a:custGeom>
              <a:avLst/>
              <a:gdLst/>
              <a:ahLst/>
              <a:cxnLst/>
              <a:rect l="l" t="t" r="r" b="b"/>
              <a:pathLst>
                <a:path w="1426574" h="1351354" extrusionOk="0">
                  <a:moveTo>
                    <a:pt x="0" y="0"/>
                  </a:moveTo>
                  <a:lnTo>
                    <a:pt x="1426574" y="0"/>
                  </a:lnTo>
                  <a:lnTo>
                    <a:pt x="1426574" y="1351354"/>
                  </a:lnTo>
                  <a:lnTo>
                    <a:pt x="0" y="1351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5" name="Google Shape;85;p7"/>
            <p:cNvSpPr/>
            <p:nvPr/>
          </p:nvSpPr>
          <p:spPr>
            <a:xfrm>
              <a:off x="969834" y="1017531"/>
              <a:ext cx="1938913" cy="1621636"/>
            </a:xfrm>
            <a:custGeom>
              <a:avLst/>
              <a:gdLst/>
              <a:ahLst/>
              <a:cxnLst/>
              <a:rect l="l" t="t" r="r" b="b"/>
              <a:pathLst>
                <a:path w="1938913" h="1621636" extrusionOk="0">
                  <a:moveTo>
                    <a:pt x="0" y="0"/>
                  </a:moveTo>
                  <a:lnTo>
                    <a:pt x="1938913" y="0"/>
                  </a:lnTo>
                  <a:lnTo>
                    <a:pt x="1938913" y="1621636"/>
                  </a:lnTo>
                  <a:lnTo>
                    <a:pt x="0" y="16216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43D374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8"/>
          <p:cNvGrpSpPr/>
          <p:nvPr/>
        </p:nvGrpSpPr>
        <p:grpSpPr>
          <a:xfrm>
            <a:off x="1028700" y="862532"/>
            <a:ext cx="7829631" cy="2190094"/>
            <a:chOff x="0" y="-47625"/>
            <a:chExt cx="2244026" cy="627696"/>
          </a:xfrm>
        </p:grpSpPr>
        <p:sp>
          <p:nvSpPr>
            <p:cNvPr id="88" name="Google Shape;88;p8"/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 txBox="1"/>
            <p:nvPr/>
          </p:nvSpPr>
          <p:spPr>
            <a:xfrm>
              <a:off x="0" y="-47625"/>
              <a:ext cx="2244000" cy="6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8"/>
          <p:cNvGrpSpPr/>
          <p:nvPr/>
        </p:nvGrpSpPr>
        <p:grpSpPr>
          <a:xfrm>
            <a:off x="1028700" y="3172187"/>
            <a:ext cx="7829631" cy="2604264"/>
            <a:chOff x="0" y="-47625"/>
            <a:chExt cx="2244026" cy="746400"/>
          </a:xfrm>
        </p:grpSpPr>
        <p:sp>
          <p:nvSpPr>
            <p:cNvPr id="91" name="Google Shape;91;p8"/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 txBox="1"/>
            <p:nvPr/>
          </p:nvSpPr>
          <p:spPr>
            <a:xfrm>
              <a:off x="0" y="-47625"/>
              <a:ext cx="2244000" cy="7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8"/>
          <p:cNvGrpSpPr/>
          <p:nvPr/>
        </p:nvGrpSpPr>
        <p:grpSpPr>
          <a:xfrm>
            <a:off x="1028700" y="5895744"/>
            <a:ext cx="7829631" cy="3362589"/>
            <a:chOff x="0" y="-47625"/>
            <a:chExt cx="2244026" cy="963741"/>
          </a:xfrm>
        </p:grpSpPr>
        <p:sp>
          <p:nvSpPr>
            <p:cNvPr id="94" name="Google Shape;94;p8"/>
            <p:cNvSpPr/>
            <p:nvPr/>
          </p:nvSpPr>
          <p:spPr>
            <a:xfrm>
              <a:off x="0" y="0"/>
              <a:ext cx="2244026" cy="916116"/>
            </a:xfrm>
            <a:custGeom>
              <a:avLst/>
              <a:gdLst/>
              <a:ahLst/>
              <a:cxnLst/>
              <a:rect l="l" t="t" r="r" b="b"/>
              <a:pathLst>
                <a:path w="2244026" h="916116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886452"/>
                  </a:lnTo>
                  <a:cubicBezTo>
                    <a:pt x="2244026" y="894319"/>
                    <a:pt x="2240901" y="901865"/>
                    <a:pt x="2235338" y="907428"/>
                  </a:cubicBezTo>
                  <a:cubicBezTo>
                    <a:pt x="2229774" y="912991"/>
                    <a:pt x="2222229" y="916116"/>
                    <a:pt x="2214362" y="916116"/>
                  </a:cubicBezTo>
                  <a:lnTo>
                    <a:pt x="29664" y="916116"/>
                  </a:lnTo>
                  <a:cubicBezTo>
                    <a:pt x="21797" y="916116"/>
                    <a:pt x="14252" y="912991"/>
                    <a:pt x="8688" y="907428"/>
                  </a:cubicBezTo>
                  <a:cubicBezTo>
                    <a:pt x="3125" y="901865"/>
                    <a:pt x="0" y="894319"/>
                    <a:pt x="0" y="886452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 txBox="1"/>
            <p:nvPr/>
          </p:nvSpPr>
          <p:spPr>
            <a:xfrm>
              <a:off x="0" y="-47625"/>
              <a:ext cx="2244000" cy="9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8"/>
          <p:cNvSpPr txBox="1"/>
          <p:nvPr/>
        </p:nvSpPr>
        <p:spPr>
          <a:xfrm>
            <a:off x="1600200" y="3910614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Our goal: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1600200" y="6784844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Let’s think: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98" name="Google Shape;98;p8"/>
          <p:cNvSpPr>
            <a:spLocks noGrp="1"/>
          </p:cNvSpPr>
          <p:nvPr>
            <p:ph type="pic" idx="2"/>
          </p:nvPr>
        </p:nvSpPr>
        <p:spPr>
          <a:xfrm>
            <a:off x="9184125" y="1049000"/>
            <a:ext cx="8128800" cy="8166900"/>
          </a:xfrm>
          <a:prstGeom prst="roundRect">
            <a:avLst>
              <a:gd name="adj" fmla="val 2690"/>
            </a:avLst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rgbClr val="7FDA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0"/>
          <p:cNvGrpSpPr/>
          <p:nvPr/>
        </p:nvGrpSpPr>
        <p:grpSpPr>
          <a:xfrm>
            <a:off x="9144000" y="2815579"/>
            <a:ext cx="8115385" cy="2917237"/>
            <a:chOff x="0" y="-47625"/>
            <a:chExt cx="2325925" cy="836100"/>
          </a:xfrm>
        </p:grpSpPr>
        <p:sp>
          <p:nvSpPr>
            <p:cNvPr id="126" name="Google Shape;126;p10"/>
            <p:cNvSpPr/>
            <p:nvPr/>
          </p:nvSpPr>
          <p:spPr>
            <a:xfrm>
              <a:off x="0" y="0"/>
              <a:ext cx="2325925" cy="788453"/>
            </a:xfrm>
            <a:custGeom>
              <a:avLst/>
              <a:gdLst/>
              <a:ahLst/>
              <a:cxnLst/>
              <a:rect l="l" t="t" r="r" b="b"/>
              <a:pathLst>
                <a:path w="2325925" h="788453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759833"/>
                  </a:lnTo>
                  <a:cubicBezTo>
                    <a:pt x="2325925" y="775640"/>
                    <a:pt x="2313111" y="788453"/>
                    <a:pt x="2297305" y="788453"/>
                  </a:cubicBezTo>
                  <a:lnTo>
                    <a:pt x="28620" y="788453"/>
                  </a:lnTo>
                  <a:cubicBezTo>
                    <a:pt x="12813" y="788453"/>
                    <a:pt x="0" y="775640"/>
                    <a:pt x="0" y="759833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0"/>
            <p:cNvSpPr txBox="1"/>
            <p:nvPr/>
          </p:nvSpPr>
          <p:spPr>
            <a:xfrm>
              <a:off x="0" y="-47625"/>
              <a:ext cx="2325900" cy="83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0"/>
          <p:cNvGrpSpPr/>
          <p:nvPr/>
        </p:nvGrpSpPr>
        <p:grpSpPr>
          <a:xfrm>
            <a:off x="9144000" y="5852292"/>
            <a:ext cx="8115385" cy="1452973"/>
            <a:chOff x="0" y="-47625"/>
            <a:chExt cx="2325925" cy="416432"/>
          </a:xfrm>
        </p:grpSpPr>
        <p:sp>
          <p:nvSpPr>
            <p:cNvPr id="129" name="Google Shape;129;p10"/>
            <p:cNvSpPr/>
            <p:nvPr/>
          </p:nvSpPr>
          <p:spPr>
            <a:xfrm>
              <a:off x="0" y="0"/>
              <a:ext cx="2325925" cy="368807"/>
            </a:xfrm>
            <a:custGeom>
              <a:avLst/>
              <a:gdLst/>
              <a:ahLst/>
              <a:cxnLst/>
              <a:rect l="l" t="t" r="r" b="b"/>
              <a:pathLst>
                <a:path w="2325925" h="36880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340188"/>
                  </a:lnTo>
                  <a:cubicBezTo>
                    <a:pt x="2325925" y="355994"/>
                    <a:pt x="2313111" y="368807"/>
                    <a:pt x="2297305" y="368807"/>
                  </a:cubicBezTo>
                  <a:lnTo>
                    <a:pt x="28620" y="368807"/>
                  </a:lnTo>
                  <a:cubicBezTo>
                    <a:pt x="12813" y="368807"/>
                    <a:pt x="0" y="355994"/>
                    <a:pt x="0" y="340188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0"/>
            <p:cNvSpPr txBox="1"/>
            <p:nvPr/>
          </p:nvSpPr>
          <p:spPr>
            <a:xfrm>
              <a:off x="0" y="-47625"/>
              <a:ext cx="23259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0"/>
          <p:cNvSpPr/>
          <p:nvPr/>
        </p:nvSpPr>
        <p:spPr>
          <a:xfrm>
            <a:off x="1028700" y="810251"/>
            <a:ext cx="7043499" cy="8666498"/>
          </a:xfrm>
          <a:custGeom>
            <a:avLst/>
            <a:gdLst/>
            <a:ahLst/>
            <a:cxnLst/>
            <a:rect l="l" t="t" r="r" b="b"/>
            <a:pathLst>
              <a:path w="7043499" h="8666498" extrusionOk="0">
                <a:moveTo>
                  <a:pt x="0" y="0"/>
                </a:moveTo>
                <a:lnTo>
                  <a:pt x="7043499" y="0"/>
                </a:lnTo>
                <a:lnTo>
                  <a:pt x="7043499" y="8666498"/>
                </a:lnTo>
                <a:lnTo>
                  <a:pt x="0" y="8666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rgbClr val="FF6F6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1"/>
          <p:cNvGrpSpPr/>
          <p:nvPr/>
        </p:nvGrpSpPr>
        <p:grpSpPr>
          <a:xfrm>
            <a:off x="9144000" y="2815579"/>
            <a:ext cx="8115385" cy="2917237"/>
            <a:chOff x="0" y="-47625"/>
            <a:chExt cx="2325925" cy="836100"/>
          </a:xfrm>
        </p:grpSpPr>
        <p:sp>
          <p:nvSpPr>
            <p:cNvPr id="134" name="Google Shape;134;p11"/>
            <p:cNvSpPr/>
            <p:nvPr/>
          </p:nvSpPr>
          <p:spPr>
            <a:xfrm>
              <a:off x="0" y="0"/>
              <a:ext cx="2325925" cy="788453"/>
            </a:xfrm>
            <a:custGeom>
              <a:avLst/>
              <a:gdLst/>
              <a:ahLst/>
              <a:cxnLst/>
              <a:rect l="l" t="t" r="r" b="b"/>
              <a:pathLst>
                <a:path w="2325925" h="788453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759833"/>
                  </a:lnTo>
                  <a:cubicBezTo>
                    <a:pt x="2325925" y="775640"/>
                    <a:pt x="2313111" y="788453"/>
                    <a:pt x="2297305" y="788453"/>
                  </a:cubicBezTo>
                  <a:lnTo>
                    <a:pt x="28620" y="788453"/>
                  </a:lnTo>
                  <a:cubicBezTo>
                    <a:pt x="12813" y="788453"/>
                    <a:pt x="0" y="775640"/>
                    <a:pt x="0" y="759833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1"/>
            <p:cNvSpPr txBox="1"/>
            <p:nvPr/>
          </p:nvSpPr>
          <p:spPr>
            <a:xfrm>
              <a:off x="0" y="-47625"/>
              <a:ext cx="2325900" cy="83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1"/>
          <p:cNvGrpSpPr/>
          <p:nvPr/>
        </p:nvGrpSpPr>
        <p:grpSpPr>
          <a:xfrm>
            <a:off x="9144000" y="5852292"/>
            <a:ext cx="8115385" cy="1452973"/>
            <a:chOff x="0" y="-47625"/>
            <a:chExt cx="2325925" cy="416432"/>
          </a:xfrm>
        </p:grpSpPr>
        <p:sp>
          <p:nvSpPr>
            <p:cNvPr id="137" name="Google Shape;137;p11"/>
            <p:cNvSpPr/>
            <p:nvPr/>
          </p:nvSpPr>
          <p:spPr>
            <a:xfrm>
              <a:off x="0" y="0"/>
              <a:ext cx="2325925" cy="368807"/>
            </a:xfrm>
            <a:custGeom>
              <a:avLst/>
              <a:gdLst/>
              <a:ahLst/>
              <a:cxnLst/>
              <a:rect l="l" t="t" r="r" b="b"/>
              <a:pathLst>
                <a:path w="2325925" h="36880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340188"/>
                  </a:lnTo>
                  <a:cubicBezTo>
                    <a:pt x="2325925" y="355994"/>
                    <a:pt x="2313111" y="368807"/>
                    <a:pt x="2297305" y="368807"/>
                  </a:cubicBezTo>
                  <a:lnTo>
                    <a:pt x="28620" y="368807"/>
                  </a:lnTo>
                  <a:cubicBezTo>
                    <a:pt x="12813" y="368807"/>
                    <a:pt x="0" y="355994"/>
                    <a:pt x="0" y="340188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 txBox="1"/>
            <p:nvPr/>
          </p:nvSpPr>
          <p:spPr>
            <a:xfrm>
              <a:off x="0" y="-47625"/>
              <a:ext cx="2325900" cy="4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1"/>
          <p:cNvSpPr/>
          <p:nvPr/>
        </p:nvSpPr>
        <p:spPr>
          <a:xfrm>
            <a:off x="1485661" y="810251"/>
            <a:ext cx="6129578" cy="8666498"/>
          </a:xfrm>
          <a:custGeom>
            <a:avLst/>
            <a:gdLst/>
            <a:ahLst/>
            <a:cxnLst/>
            <a:rect l="l" t="t" r="r" b="b"/>
            <a:pathLst>
              <a:path w="6129578" h="8666498" extrusionOk="0">
                <a:moveTo>
                  <a:pt x="0" y="0"/>
                </a:moveTo>
                <a:lnTo>
                  <a:pt x="6129577" y="0"/>
                </a:lnTo>
                <a:lnTo>
                  <a:pt x="6129577" y="8666498"/>
                </a:lnTo>
                <a:lnTo>
                  <a:pt x="0" y="8666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rgbClr val="7FDA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2"/>
          <p:cNvGrpSpPr/>
          <p:nvPr/>
        </p:nvGrpSpPr>
        <p:grpSpPr>
          <a:xfrm>
            <a:off x="1028700" y="862532"/>
            <a:ext cx="16230766" cy="2190094"/>
            <a:chOff x="0" y="-47625"/>
            <a:chExt cx="4651849" cy="627696"/>
          </a:xfrm>
        </p:grpSpPr>
        <p:sp>
          <p:nvSpPr>
            <p:cNvPr id="142" name="Google Shape;142;p12"/>
            <p:cNvSpPr/>
            <p:nvPr/>
          </p:nvSpPr>
          <p:spPr>
            <a:xfrm>
              <a:off x="0" y="0"/>
              <a:ext cx="4651849" cy="580071"/>
            </a:xfrm>
            <a:custGeom>
              <a:avLst/>
              <a:gdLst/>
              <a:ahLst/>
              <a:cxnLst/>
              <a:rect l="l" t="t" r="r" b="b"/>
              <a:pathLst>
                <a:path w="4651849" h="580071" extrusionOk="0">
                  <a:moveTo>
                    <a:pt x="14310" y="0"/>
                  </a:moveTo>
                  <a:lnTo>
                    <a:pt x="4637539" y="0"/>
                  </a:lnTo>
                  <a:cubicBezTo>
                    <a:pt x="4641335" y="0"/>
                    <a:pt x="4644975" y="1508"/>
                    <a:pt x="4647658" y="4191"/>
                  </a:cubicBezTo>
                  <a:cubicBezTo>
                    <a:pt x="4650342" y="6875"/>
                    <a:pt x="4651849" y="10515"/>
                    <a:pt x="4651849" y="14310"/>
                  </a:cubicBezTo>
                  <a:lnTo>
                    <a:pt x="4651849" y="565761"/>
                  </a:lnTo>
                  <a:cubicBezTo>
                    <a:pt x="4651849" y="569557"/>
                    <a:pt x="4650342" y="573196"/>
                    <a:pt x="4647658" y="575880"/>
                  </a:cubicBezTo>
                  <a:cubicBezTo>
                    <a:pt x="4644975" y="578564"/>
                    <a:pt x="4641335" y="580071"/>
                    <a:pt x="4637539" y="580071"/>
                  </a:cubicBezTo>
                  <a:lnTo>
                    <a:pt x="14310" y="580071"/>
                  </a:lnTo>
                  <a:cubicBezTo>
                    <a:pt x="10515" y="580071"/>
                    <a:pt x="6875" y="578564"/>
                    <a:pt x="4191" y="575880"/>
                  </a:cubicBezTo>
                  <a:cubicBezTo>
                    <a:pt x="1508" y="573196"/>
                    <a:pt x="0" y="569557"/>
                    <a:pt x="0" y="565761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2"/>
            <p:cNvSpPr txBox="1"/>
            <p:nvPr/>
          </p:nvSpPr>
          <p:spPr>
            <a:xfrm>
              <a:off x="0" y="-47625"/>
              <a:ext cx="4651800" cy="62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12"/>
          <p:cNvSpPr/>
          <p:nvPr/>
        </p:nvSpPr>
        <p:spPr>
          <a:xfrm>
            <a:off x="9710118" y="3531494"/>
            <a:ext cx="5936609" cy="3011480"/>
          </a:xfrm>
          <a:custGeom>
            <a:avLst/>
            <a:gdLst/>
            <a:ahLst/>
            <a:cxnLst/>
            <a:rect l="l" t="t" r="r" b="b"/>
            <a:pathLst>
              <a:path w="5936609" h="3011480" extrusionOk="0">
                <a:moveTo>
                  <a:pt x="0" y="0"/>
                </a:moveTo>
                <a:lnTo>
                  <a:pt x="5936609" y="0"/>
                </a:lnTo>
                <a:lnTo>
                  <a:pt x="5936609" y="3011480"/>
                </a:lnTo>
                <a:lnTo>
                  <a:pt x="0" y="3011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45" name="Google Shape;14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4075" y="6299100"/>
            <a:ext cx="8455127" cy="31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525" y="3579590"/>
            <a:ext cx="8455125" cy="537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740530"/>
            <a:ext cx="8229600" cy="14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oncert One"/>
              <a:buNone/>
              <a:defRPr sz="7000" i="0" u="none" strike="noStrike" cap="none">
                <a:solidFill>
                  <a:schemeClr val="dk1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8361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55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–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–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»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"/>
              <a:buChar char="•"/>
              <a:defRPr sz="200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DA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3"/>
          <p:cNvGrpSpPr/>
          <p:nvPr/>
        </p:nvGrpSpPr>
        <p:grpSpPr>
          <a:xfrm>
            <a:off x="577516" y="3200777"/>
            <a:ext cx="16681784" cy="4087839"/>
            <a:chOff x="0" y="-47625"/>
            <a:chExt cx="2325925" cy="1171615"/>
          </a:xfrm>
        </p:grpSpPr>
        <p:sp>
          <p:nvSpPr>
            <p:cNvPr id="152" name="Google Shape;152;p13"/>
            <p:cNvSpPr/>
            <p:nvPr/>
          </p:nvSpPr>
          <p:spPr>
            <a:xfrm>
              <a:off x="0" y="0"/>
              <a:ext cx="2325925" cy="1123990"/>
            </a:xfrm>
            <a:custGeom>
              <a:avLst/>
              <a:gdLst/>
              <a:ahLst/>
              <a:cxnLst/>
              <a:rect l="l" t="t" r="r" b="b"/>
              <a:pathLst>
                <a:path w="2325925" h="1123990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1095370"/>
                  </a:lnTo>
                  <a:cubicBezTo>
                    <a:pt x="2325925" y="1111176"/>
                    <a:pt x="2313111" y="1123990"/>
                    <a:pt x="2297305" y="1123990"/>
                  </a:cubicBezTo>
                  <a:lnTo>
                    <a:pt x="28620" y="1123990"/>
                  </a:lnTo>
                  <a:cubicBezTo>
                    <a:pt x="12813" y="1123990"/>
                    <a:pt x="0" y="1111176"/>
                    <a:pt x="0" y="1095370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 txBox="1"/>
            <p:nvPr/>
          </p:nvSpPr>
          <p:spPr>
            <a:xfrm>
              <a:off x="0" y="-47625"/>
              <a:ext cx="2325925" cy="11716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3"/>
          <p:cNvGrpSpPr/>
          <p:nvPr/>
        </p:nvGrpSpPr>
        <p:grpSpPr>
          <a:xfrm>
            <a:off x="4860758" y="1463482"/>
            <a:ext cx="8115300" cy="1723961"/>
            <a:chOff x="0" y="-47625"/>
            <a:chExt cx="2325925" cy="494104"/>
          </a:xfrm>
        </p:grpSpPr>
        <p:sp>
          <p:nvSpPr>
            <p:cNvPr id="155" name="Google Shape;155;p13"/>
            <p:cNvSpPr/>
            <p:nvPr/>
          </p:nvSpPr>
          <p:spPr>
            <a:xfrm>
              <a:off x="0" y="0"/>
              <a:ext cx="2325925" cy="446479"/>
            </a:xfrm>
            <a:custGeom>
              <a:avLst/>
              <a:gdLst/>
              <a:ahLst/>
              <a:cxnLst/>
              <a:rect l="l" t="t" r="r" b="b"/>
              <a:pathLst>
                <a:path w="2325925" h="446479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417859"/>
                  </a:lnTo>
                  <a:cubicBezTo>
                    <a:pt x="2325925" y="433666"/>
                    <a:pt x="2313111" y="446479"/>
                    <a:pt x="2297305" y="446479"/>
                  </a:cubicBezTo>
                  <a:lnTo>
                    <a:pt x="28620" y="446479"/>
                  </a:lnTo>
                  <a:cubicBezTo>
                    <a:pt x="12813" y="446479"/>
                    <a:pt x="0" y="433666"/>
                    <a:pt x="0" y="417859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6F61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 txBox="1"/>
            <p:nvPr/>
          </p:nvSpPr>
          <p:spPr>
            <a:xfrm>
              <a:off x="0" y="-47625"/>
              <a:ext cx="2325925" cy="4941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3"/>
          <p:cNvSpPr txBox="1"/>
          <p:nvPr/>
        </p:nvSpPr>
        <p:spPr>
          <a:xfrm>
            <a:off x="903314" y="4929943"/>
            <a:ext cx="16030188" cy="142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05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Rangkuman</a:t>
            </a:r>
            <a:r>
              <a:rPr lang="en-US" sz="11605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</a:t>
            </a:r>
            <a:r>
              <a:rPr lang="en-US" sz="11605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Cepat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6074190" y="2252329"/>
            <a:ext cx="61396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Fullstack</a:t>
            </a:r>
            <a:r>
              <a:rPr lang="en-US" sz="30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30 </a:t>
            </a:r>
            <a:r>
              <a:rPr lang="en-US" sz="30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hari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9EFF501-0C3B-2FFB-158E-CD0C2F3A5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4">
            <a:extLst>
              <a:ext uri="{FF2B5EF4-FFF2-40B4-BE49-F238E27FC236}">
                <a16:creationId xmlns:a16="http://schemas.microsoft.com/office/drawing/2014/main" id="{FBD862A4-1517-4EFF-22E3-AE7DCBBF5C94}"/>
              </a:ext>
            </a:extLst>
          </p:cNvPr>
          <p:cNvGrpSpPr/>
          <p:nvPr/>
        </p:nvGrpSpPr>
        <p:grpSpPr>
          <a:xfrm>
            <a:off x="3578051" y="862533"/>
            <a:ext cx="13681249" cy="2190072"/>
            <a:chOff x="0" y="-47625"/>
            <a:chExt cx="3921181" cy="627696"/>
          </a:xfrm>
        </p:grpSpPr>
        <p:sp>
          <p:nvSpPr>
            <p:cNvPr id="176" name="Google Shape;176;p14">
              <a:extLst>
                <a:ext uri="{FF2B5EF4-FFF2-40B4-BE49-F238E27FC236}">
                  <a16:creationId xmlns:a16="http://schemas.microsoft.com/office/drawing/2014/main" id="{16BC9FFE-D348-F912-2D89-ED48276FF300}"/>
                </a:ext>
              </a:extLst>
            </p:cNvPr>
            <p:cNvSpPr/>
            <p:nvPr/>
          </p:nvSpPr>
          <p:spPr>
            <a:xfrm>
              <a:off x="0" y="0"/>
              <a:ext cx="3921180" cy="580071"/>
            </a:xfrm>
            <a:custGeom>
              <a:avLst/>
              <a:gdLst/>
              <a:ahLst/>
              <a:cxnLst/>
              <a:rect l="l" t="t" r="r" b="b"/>
              <a:pathLst>
                <a:path w="3921180" h="580071" extrusionOk="0">
                  <a:moveTo>
                    <a:pt x="16976" y="0"/>
                  </a:moveTo>
                  <a:lnTo>
                    <a:pt x="3904204" y="0"/>
                  </a:lnTo>
                  <a:cubicBezTo>
                    <a:pt x="3913580" y="0"/>
                    <a:pt x="3921180" y="7601"/>
                    <a:pt x="3921180" y="16976"/>
                  </a:cubicBezTo>
                  <a:lnTo>
                    <a:pt x="3921180" y="563095"/>
                  </a:lnTo>
                  <a:cubicBezTo>
                    <a:pt x="3921180" y="567597"/>
                    <a:pt x="3919392" y="571915"/>
                    <a:pt x="3916208" y="575099"/>
                  </a:cubicBezTo>
                  <a:cubicBezTo>
                    <a:pt x="3913024" y="578283"/>
                    <a:pt x="3908706" y="580071"/>
                    <a:pt x="3904204" y="580071"/>
                  </a:cubicBezTo>
                  <a:lnTo>
                    <a:pt x="16976" y="580071"/>
                  </a:lnTo>
                  <a:cubicBezTo>
                    <a:pt x="12474" y="580071"/>
                    <a:pt x="8156" y="578283"/>
                    <a:pt x="4972" y="575099"/>
                  </a:cubicBezTo>
                  <a:cubicBezTo>
                    <a:pt x="1789" y="571915"/>
                    <a:pt x="0" y="567597"/>
                    <a:pt x="0" y="563095"/>
                  </a:cubicBezTo>
                  <a:lnTo>
                    <a:pt x="0" y="16976"/>
                  </a:lnTo>
                  <a:cubicBezTo>
                    <a:pt x="0" y="12474"/>
                    <a:pt x="1789" y="8156"/>
                    <a:pt x="4972" y="4972"/>
                  </a:cubicBezTo>
                  <a:cubicBezTo>
                    <a:pt x="8156" y="1789"/>
                    <a:pt x="12474" y="0"/>
                    <a:pt x="16976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>
              <a:extLst>
                <a:ext uri="{FF2B5EF4-FFF2-40B4-BE49-F238E27FC236}">
                  <a16:creationId xmlns:a16="http://schemas.microsoft.com/office/drawing/2014/main" id="{0E4645C1-B37F-99E8-4D3A-489C1556A14D}"/>
                </a:ext>
              </a:extLst>
            </p:cNvPr>
            <p:cNvSpPr txBox="1"/>
            <p:nvPr/>
          </p:nvSpPr>
          <p:spPr>
            <a:xfrm>
              <a:off x="0" y="-47625"/>
              <a:ext cx="3921181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>
            <a:extLst>
              <a:ext uri="{FF2B5EF4-FFF2-40B4-BE49-F238E27FC236}">
                <a16:creationId xmlns:a16="http://schemas.microsoft.com/office/drawing/2014/main" id="{C446729C-07BF-86BC-2615-423048966BAB}"/>
              </a:ext>
            </a:extLst>
          </p:cNvPr>
          <p:cNvGrpSpPr/>
          <p:nvPr/>
        </p:nvGrpSpPr>
        <p:grpSpPr>
          <a:xfrm>
            <a:off x="1028700" y="862533"/>
            <a:ext cx="2263601" cy="2190072"/>
            <a:chOff x="0" y="-47625"/>
            <a:chExt cx="648770" cy="627696"/>
          </a:xfrm>
        </p:grpSpPr>
        <p:sp>
          <p:nvSpPr>
            <p:cNvPr id="179" name="Google Shape;179;p14">
              <a:extLst>
                <a:ext uri="{FF2B5EF4-FFF2-40B4-BE49-F238E27FC236}">
                  <a16:creationId xmlns:a16="http://schemas.microsoft.com/office/drawing/2014/main" id="{68888EE6-D47A-E6C8-236E-6EDA0B26BD46}"/>
                </a:ext>
              </a:extLst>
            </p:cNvPr>
            <p:cNvSpPr/>
            <p:nvPr/>
          </p:nvSpPr>
          <p:spPr>
            <a:xfrm>
              <a:off x="0" y="0"/>
              <a:ext cx="648770" cy="580071"/>
            </a:xfrm>
            <a:custGeom>
              <a:avLst/>
              <a:gdLst/>
              <a:ahLst/>
              <a:cxnLst/>
              <a:rect l="l" t="t" r="r" b="b"/>
              <a:pathLst>
                <a:path w="648770" h="580071" extrusionOk="0">
                  <a:moveTo>
                    <a:pt x="102605" y="0"/>
                  </a:moveTo>
                  <a:lnTo>
                    <a:pt x="546165" y="0"/>
                  </a:lnTo>
                  <a:cubicBezTo>
                    <a:pt x="602832" y="0"/>
                    <a:pt x="648770" y="45938"/>
                    <a:pt x="648770" y="102605"/>
                  </a:cubicBezTo>
                  <a:lnTo>
                    <a:pt x="648770" y="477466"/>
                  </a:lnTo>
                  <a:cubicBezTo>
                    <a:pt x="648770" y="534133"/>
                    <a:pt x="602832" y="580071"/>
                    <a:pt x="546165" y="580071"/>
                  </a:cubicBezTo>
                  <a:lnTo>
                    <a:pt x="102605" y="580071"/>
                  </a:lnTo>
                  <a:cubicBezTo>
                    <a:pt x="45938" y="580071"/>
                    <a:pt x="0" y="534133"/>
                    <a:pt x="0" y="477466"/>
                  </a:cubicBezTo>
                  <a:lnTo>
                    <a:pt x="0" y="102605"/>
                  </a:lnTo>
                  <a:cubicBezTo>
                    <a:pt x="0" y="45938"/>
                    <a:pt x="45938" y="0"/>
                    <a:pt x="102605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>
              <a:extLst>
                <a:ext uri="{FF2B5EF4-FFF2-40B4-BE49-F238E27FC236}">
                  <a16:creationId xmlns:a16="http://schemas.microsoft.com/office/drawing/2014/main" id="{371CAEB9-FFB9-44AB-4F44-A3AA4F5FF5C9}"/>
                </a:ext>
              </a:extLst>
            </p:cNvPr>
            <p:cNvSpPr txBox="1"/>
            <p:nvPr/>
          </p:nvSpPr>
          <p:spPr>
            <a:xfrm>
              <a:off x="0" y="-47625"/>
              <a:ext cx="648770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>
            <a:extLst>
              <a:ext uri="{FF2B5EF4-FFF2-40B4-BE49-F238E27FC236}">
                <a16:creationId xmlns:a16="http://schemas.microsoft.com/office/drawing/2014/main" id="{CED457DA-57AD-950E-9551-385AA6277987}"/>
              </a:ext>
            </a:extLst>
          </p:cNvPr>
          <p:cNvGrpSpPr/>
          <p:nvPr/>
        </p:nvGrpSpPr>
        <p:grpSpPr>
          <a:xfrm>
            <a:off x="1028700" y="3172188"/>
            <a:ext cx="7124437" cy="6086112"/>
            <a:chOff x="0" y="-47625"/>
            <a:chExt cx="2041934" cy="1744339"/>
          </a:xfrm>
        </p:grpSpPr>
        <p:sp>
          <p:nvSpPr>
            <p:cNvPr id="182" name="Google Shape;182;p14">
              <a:extLst>
                <a:ext uri="{FF2B5EF4-FFF2-40B4-BE49-F238E27FC236}">
                  <a16:creationId xmlns:a16="http://schemas.microsoft.com/office/drawing/2014/main" id="{D090EA79-80E4-9917-F226-27C6D619696A}"/>
                </a:ext>
              </a:extLst>
            </p:cNvPr>
            <p:cNvSpPr/>
            <p:nvPr/>
          </p:nvSpPr>
          <p:spPr>
            <a:xfrm>
              <a:off x="0" y="0"/>
              <a:ext cx="2041934" cy="1696714"/>
            </a:xfrm>
            <a:custGeom>
              <a:avLst/>
              <a:gdLst/>
              <a:ahLst/>
              <a:cxnLst/>
              <a:rect l="l" t="t" r="r" b="b"/>
              <a:pathLst>
                <a:path w="2041934" h="1696714" extrusionOk="0">
                  <a:moveTo>
                    <a:pt x="16300" y="0"/>
                  </a:moveTo>
                  <a:lnTo>
                    <a:pt x="2025634" y="0"/>
                  </a:lnTo>
                  <a:cubicBezTo>
                    <a:pt x="2029957" y="0"/>
                    <a:pt x="2034103" y="1717"/>
                    <a:pt x="2037160" y="4774"/>
                  </a:cubicBezTo>
                  <a:cubicBezTo>
                    <a:pt x="2040216" y="7831"/>
                    <a:pt x="2041934" y="11977"/>
                    <a:pt x="2041934" y="16300"/>
                  </a:cubicBezTo>
                  <a:lnTo>
                    <a:pt x="2041934" y="1680414"/>
                  </a:lnTo>
                  <a:cubicBezTo>
                    <a:pt x="2041934" y="1689417"/>
                    <a:pt x="2034636" y="1696714"/>
                    <a:pt x="2025634" y="1696714"/>
                  </a:cubicBezTo>
                  <a:lnTo>
                    <a:pt x="16300" y="1696714"/>
                  </a:lnTo>
                  <a:cubicBezTo>
                    <a:pt x="7298" y="1696714"/>
                    <a:pt x="0" y="1689417"/>
                    <a:pt x="0" y="1680414"/>
                  </a:cubicBezTo>
                  <a:lnTo>
                    <a:pt x="0" y="16300"/>
                  </a:lnTo>
                  <a:cubicBezTo>
                    <a:pt x="0" y="11977"/>
                    <a:pt x="1717" y="7831"/>
                    <a:pt x="4774" y="4774"/>
                  </a:cubicBezTo>
                  <a:cubicBezTo>
                    <a:pt x="7831" y="1717"/>
                    <a:pt x="11977" y="0"/>
                    <a:pt x="163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>
              <a:extLst>
                <a:ext uri="{FF2B5EF4-FFF2-40B4-BE49-F238E27FC236}">
                  <a16:creationId xmlns:a16="http://schemas.microsoft.com/office/drawing/2014/main" id="{82056A03-E4B3-DAAD-89F1-09F574E6CF49}"/>
                </a:ext>
              </a:extLst>
            </p:cNvPr>
            <p:cNvSpPr txBox="1"/>
            <p:nvPr/>
          </p:nvSpPr>
          <p:spPr>
            <a:xfrm>
              <a:off x="0" y="-47625"/>
              <a:ext cx="2041934" cy="1744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>
            <a:extLst>
              <a:ext uri="{FF2B5EF4-FFF2-40B4-BE49-F238E27FC236}">
                <a16:creationId xmlns:a16="http://schemas.microsoft.com/office/drawing/2014/main" id="{FD0049C4-8099-FC5B-1EF3-0775750A60C8}"/>
              </a:ext>
            </a:extLst>
          </p:cNvPr>
          <p:cNvGrpSpPr/>
          <p:nvPr/>
        </p:nvGrpSpPr>
        <p:grpSpPr>
          <a:xfrm>
            <a:off x="8438887" y="3172188"/>
            <a:ext cx="8820413" cy="2984971"/>
            <a:chOff x="0" y="-47625"/>
            <a:chExt cx="2528017" cy="855522"/>
          </a:xfrm>
        </p:grpSpPr>
        <p:sp>
          <p:nvSpPr>
            <p:cNvPr id="185" name="Google Shape;185;p14">
              <a:extLst>
                <a:ext uri="{FF2B5EF4-FFF2-40B4-BE49-F238E27FC236}">
                  <a16:creationId xmlns:a16="http://schemas.microsoft.com/office/drawing/2014/main" id="{A664FD0F-AE44-ED87-D0F0-91BED6E40AA7}"/>
                </a:ext>
              </a:extLst>
            </p:cNvPr>
            <p:cNvSpPr/>
            <p:nvPr/>
          </p:nvSpPr>
          <p:spPr>
            <a:xfrm>
              <a:off x="0" y="0"/>
              <a:ext cx="2528017" cy="807897"/>
            </a:xfrm>
            <a:custGeom>
              <a:avLst/>
              <a:gdLst/>
              <a:ahLst/>
              <a:cxnLst/>
              <a:rect l="l" t="t" r="r" b="b"/>
              <a:pathLst>
                <a:path w="2528017" h="807897" extrusionOk="0">
                  <a:moveTo>
                    <a:pt x="26332" y="0"/>
                  </a:moveTo>
                  <a:lnTo>
                    <a:pt x="2501685" y="0"/>
                  </a:lnTo>
                  <a:cubicBezTo>
                    <a:pt x="2508669" y="0"/>
                    <a:pt x="2515367" y="2774"/>
                    <a:pt x="2520305" y="7712"/>
                  </a:cubicBezTo>
                  <a:cubicBezTo>
                    <a:pt x="2525243" y="12651"/>
                    <a:pt x="2528017" y="19348"/>
                    <a:pt x="2528017" y="26332"/>
                  </a:cubicBezTo>
                  <a:lnTo>
                    <a:pt x="2528017" y="781565"/>
                  </a:lnTo>
                  <a:cubicBezTo>
                    <a:pt x="2528017" y="788549"/>
                    <a:pt x="2525243" y="795246"/>
                    <a:pt x="2520305" y="800184"/>
                  </a:cubicBezTo>
                  <a:cubicBezTo>
                    <a:pt x="2515367" y="805123"/>
                    <a:pt x="2508669" y="807897"/>
                    <a:pt x="2501685" y="807897"/>
                  </a:cubicBezTo>
                  <a:lnTo>
                    <a:pt x="26332" y="807897"/>
                  </a:lnTo>
                  <a:cubicBezTo>
                    <a:pt x="19348" y="807897"/>
                    <a:pt x="12651" y="805123"/>
                    <a:pt x="7712" y="800184"/>
                  </a:cubicBezTo>
                  <a:cubicBezTo>
                    <a:pt x="2774" y="795246"/>
                    <a:pt x="0" y="788549"/>
                    <a:pt x="0" y="781565"/>
                  </a:cubicBezTo>
                  <a:lnTo>
                    <a:pt x="0" y="26332"/>
                  </a:lnTo>
                  <a:cubicBezTo>
                    <a:pt x="0" y="19348"/>
                    <a:pt x="2774" y="12651"/>
                    <a:pt x="7712" y="7712"/>
                  </a:cubicBezTo>
                  <a:cubicBezTo>
                    <a:pt x="12651" y="2774"/>
                    <a:pt x="19348" y="0"/>
                    <a:pt x="26332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>
              <a:extLst>
                <a:ext uri="{FF2B5EF4-FFF2-40B4-BE49-F238E27FC236}">
                  <a16:creationId xmlns:a16="http://schemas.microsoft.com/office/drawing/2014/main" id="{2CABCC6A-C061-17CE-983F-6E6C450B7968}"/>
                </a:ext>
              </a:extLst>
            </p:cNvPr>
            <p:cNvSpPr txBox="1"/>
            <p:nvPr/>
          </p:nvSpPr>
          <p:spPr>
            <a:xfrm>
              <a:off x="0" y="-47625"/>
              <a:ext cx="2528017" cy="855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14">
            <a:extLst>
              <a:ext uri="{FF2B5EF4-FFF2-40B4-BE49-F238E27FC236}">
                <a16:creationId xmlns:a16="http://schemas.microsoft.com/office/drawing/2014/main" id="{91A4450B-2AD8-8AB0-C321-F97A12AAC490}"/>
              </a:ext>
            </a:extLst>
          </p:cNvPr>
          <p:cNvGrpSpPr/>
          <p:nvPr/>
        </p:nvGrpSpPr>
        <p:grpSpPr>
          <a:xfrm>
            <a:off x="8438887" y="6273329"/>
            <a:ext cx="8820413" cy="2984971"/>
            <a:chOff x="0" y="-47625"/>
            <a:chExt cx="2528017" cy="855522"/>
          </a:xfrm>
        </p:grpSpPr>
        <p:sp>
          <p:nvSpPr>
            <p:cNvPr id="188" name="Google Shape;188;p14">
              <a:extLst>
                <a:ext uri="{FF2B5EF4-FFF2-40B4-BE49-F238E27FC236}">
                  <a16:creationId xmlns:a16="http://schemas.microsoft.com/office/drawing/2014/main" id="{EA65D756-E8ED-1875-0A9C-3B779B663567}"/>
                </a:ext>
              </a:extLst>
            </p:cNvPr>
            <p:cNvSpPr/>
            <p:nvPr/>
          </p:nvSpPr>
          <p:spPr>
            <a:xfrm>
              <a:off x="0" y="0"/>
              <a:ext cx="2528017" cy="807897"/>
            </a:xfrm>
            <a:custGeom>
              <a:avLst/>
              <a:gdLst/>
              <a:ahLst/>
              <a:cxnLst/>
              <a:rect l="l" t="t" r="r" b="b"/>
              <a:pathLst>
                <a:path w="2528017" h="807897" extrusionOk="0">
                  <a:moveTo>
                    <a:pt x="26332" y="0"/>
                  </a:moveTo>
                  <a:lnTo>
                    <a:pt x="2501685" y="0"/>
                  </a:lnTo>
                  <a:cubicBezTo>
                    <a:pt x="2508669" y="0"/>
                    <a:pt x="2515367" y="2774"/>
                    <a:pt x="2520305" y="7712"/>
                  </a:cubicBezTo>
                  <a:cubicBezTo>
                    <a:pt x="2525243" y="12651"/>
                    <a:pt x="2528017" y="19348"/>
                    <a:pt x="2528017" y="26332"/>
                  </a:cubicBezTo>
                  <a:lnTo>
                    <a:pt x="2528017" y="781565"/>
                  </a:lnTo>
                  <a:cubicBezTo>
                    <a:pt x="2528017" y="788549"/>
                    <a:pt x="2525243" y="795246"/>
                    <a:pt x="2520305" y="800184"/>
                  </a:cubicBezTo>
                  <a:cubicBezTo>
                    <a:pt x="2515367" y="805123"/>
                    <a:pt x="2508669" y="807897"/>
                    <a:pt x="2501685" y="807897"/>
                  </a:cubicBezTo>
                  <a:lnTo>
                    <a:pt x="26332" y="807897"/>
                  </a:lnTo>
                  <a:cubicBezTo>
                    <a:pt x="19348" y="807897"/>
                    <a:pt x="12651" y="805123"/>
                    <a:pt x="7712" y="800184"/>
                  </a:cubicBezTo>
                  <a:cubicBezTo>
                    <a:pt x="2774" y="795246"/>
                    <a:pt x="0" y="788549"/>
                    <a:pt x="0" y="781565"/>
                  </a:cubicBezTo>
                  <a:lnTo>
                    <a:pt x="0" y="26332"/>
                  </a:lnTo>
                  <a:cubicBezTo>
                    <a:pt x="0" y="19348"/>
                    <a:pt x="2774" y="12651"/>
                    <a:pt x="7712" y="7712"/>
                  </a:cubicBezTo>
                  <a:cubicBezTo>
                    <a:pt x="12651" y="2774"/>
                    <a:pt x="19348" y="0"/>
                    <a:pt x="26332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>
              <a:extLst>
                <a:ext uri="{FF2B5EF4-FFF2-40B4-BE49-F238E27FC236}">
                  <a16:creationId xmlns:a16="http://schemas.microsoft.com/office/drawing/2014/main" id="{B704C03E-965E-A153-0F04-8B48BD2C3BE4}"/>
                </a:ext>
              </a:extLst>
            </p:cNvPr>
            <p:cNvSpPr txBox="1"/>
            <p:nvPr/>
          </p:nvSpPr>
          <p:spPr>
            <a:xfrm>
              <a:off x="0" y="-47625"/>
              <a:ext cx="2528017" cy="855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4">
            <a:extLst>
              <a:ext uri="{FF2B5EF4-FFF2-40B4-BE49-F238E27FC236}">
                <a16:creationId xmlns:a16="http://schemas.microsoft.com/office/drawing/2014/main" id="{0FED0486-4CAF-817A-6E20-33E137106D4A}"/>
              </a:ext>
            </a:extLst>
          </p:cNvPr>
          <p:cNvGrpSpPr/>
          <p:nvPr/>
        </p:nvGrpSpPr>
        <p:grpSpPr>
          <a:xfrm>
            <a:off x="1322595" y="4288798"/>
            <a:ext cx="6294844" cy="763121"/>
            <a:chOff x="0" y="-47625"/>
            <a:chExt cx="484380" cy="239857"/>
          </a:xfrm>
        </p:grpSpPr>
        <p:sp>
          <p:nvSpPr>
            <p:cNvPr id="191" name="Google Shape;191;p14">
              <a:extLst>
                <a:ext uri="{FF2B5EF4-FFF2-40B4-BE49-F238E27FC236}">
                  <a16:creationId xmlns:a16="http://schemas.microsoft.com/office/drawing/2014/main" id="{E78A716A-0804-02FE-4C24-432C766871A3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D93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>
              <a:extLst>
                <a:ext uri="{FF2B5EF4-FFF2-40B4-BE49-F238E27FC236}">
                  <a16:creationId xmlns:a16="http://schemas.microsoft.com/office/drawing/2014/main" id="{7B896BE2-CB51-161B-4F22-6F58909035AB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4">
            <a:extLst>
              <a:ext uri="{FF2B5EF4-FFF2-40B4-BE49-F238E27FC236}">
                <a16:creationId xmlns:a16="http://schemas.microsoft.com/office/drawing/2014/main" id="{26517D48-AF0C-3245-1E2B-29E5B63769D5}"/>
              </a:ext>
            </a:extLst>
          </p:cNvPr>
          <p:cNvGrpSpPr/>
          <p:nvPr/>
        </p:nvGrpSpPr>
        <p:grpSpPr>
          <a:xfrm>
            <a:off x="1322594" y="5007276"/>
            <a:ext cx="6294844" cy="763121"/>
            <a:chOff x="0" y="-47625"/>
            <a:chExt cx="484380" cy="239857"/>
          </a:xfrm>
        </p:grpSpPr>
        <p:sp>
          <p:nvSpPr>
            <p:cNvPr id="197" name="Google Shape;197;p14">
              <a:extLst>
                <a:ext uri="{FF2B5EF4-FFF2-40B4-BE49-F238E27FC236}">
                  <a16:creationId xmlns:a16="http://schemas.microsoft.com/office/drawing/2014/main" id="{7E2E2C26-D46F-B417-6069-67F3E9E06514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6F61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>
              <a:extLst>
                <a:ext uri="{FF2B5EF4-FFF2-40B4-BE49-F238E27FC236}">
                  <a16:creationId xmlns:a16="http://schemas.microsoft.com/office/drawing/2014/main" id="{C96B4A91-5360-5874-725A-140E7ABF329F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4">
            <a:extLst>
              <a:ext uri="{FF2B5EF4-FFF2-40B4-BE49-F238E27FC236}">
                <a16:creationId xmlns:a16="http://schemas.microsoft.com/office/drawing/2014/main" id="{806B3C2C-8F7D-9CFC-A34E-C74659B7B85B}"/>
              </a:ext>
            </a:extLst>
          </p:cNvPr>
          <p:cNvGrpSpPr/>
          <p:nvPr/>
        </p:nvGrpSpPr>
        <p:grpSpPr>
          <a:xfrm>
            <a:off x="1295913" y="5796994"/>
            <a:ext cx="6294844" cy="763121"/>
            <a:chOff x="0" y="-47625"/>
            <a:chExt cx="484380" cy="239857"/>
          </a:xfrm>
        </p:grpSpPr>
        <p:sp>
          <p:nvSpPr>
            <p:cNvPr id="203" name="Google Shape;203;p14">
              <a:extLst>
                <a:ext uri="{FF2B5EF4-FFF2-40B4-BE49-F238E27FC236}">
                  <a16:creationId xmlns:a16="http://schemas.microsoft.com/office/drawing/2014/main" id="{0BD66BFF-7B77-F4AA-408D-0C304FB3438E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43D374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4">
              <a:extLst>
                <a:ext uri="{FF2B5EF4-FFF2-40B4-BE49-F238E27FC236}">
                  <a16:creationId xmlns:a16="http://schemas.microsoft.com/office/drawing/2014/main" id="{36EE80CB-C9FA-C872-429D-3EF3F61F4726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4">
            <a:extLst>
              <a:ext uri="{FF2B5EF4-FFF2-40B4-BE49-F238E27FC236}">
                <a16:creationId xmlns:a16="http://schemas.microsoft.com/office/drawing/2014/main" id="{AEF52647-F93C-3AB7-7C4E-122F3F1CBC23}"/>
              </a:ext>
            </a:extLst>
          </p:cNvPr>
          <p:cNvGrpSpPr/>
          <p:nvPr/>
        </p:nvGrpSpPr>
        <p:grpSpPr>
          <a:xfrm>
            <a:off x="1306551" y="6568438"/>
            <a:ext cx="6294844" cy="763121"/>
            <a:chOff x="0" y="-47625"/>
            <a:chExt cx="484380" cy="239857"/>
          </a:xfrm>
        </p:grpSpPr>
        <p:sp>
          <p:nvSpPr>
            <p:cNvPr id="209" name="Google Shape;209;p14">
              <a:extLst>
                <a:ext uri="{FF2B5EF4-FFF2-40B4-BE49-F238E27FC236}">
                  <a16:creationId xmlns:a16="http://schemas.microsoft.com/office/drawing/2014/main" id="{A7F52A43-45DC-A378-1C30-BEC7271F7EE7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D93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4">
              <a:extLst>
                <a:ext uri="{FF2B5EF4-FFF2-40B4-BE49-F238E27FC236}">
                  <a16:creationId xmlns:a16="http://schemas.microsoft.com/office/drawing/2014/main" id="{F6BFC199-1C92-161F-D85B-C13F0A8BE4E2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4">
            <a:extLst>
              <a:ext uri="{FF2B5EF4-FFF2-40B4-BE49-F238E27FC236}">
                <a16:creationId xmlns:a16="http://schemas.microsoft.com/office/drawing/2014/main" id="{1E497908-D5EE-D9CA-2FFE-7FC17CB3716F}"/>
              </a:ext>
            </a:extLst>
          </p:cNvPr>
          <p:cNvGrpSpPr/>
          <p:nvPr/>
        </p:nvGrpSpPr>
        <p:grpSpPr>
          <a:xfrm>
            <a:off x="1348695" y="7317720"/>
            <a:ext cx="6294844" cy="763121"/>
            <a:chOff x="0" y="-47625"/>
            <a:chExt cx="484380" cy="239857"/>
          </a:xfrm>
        </p:grpSpPr>
        <p:sp>
          <p:nvSpPr>
            <p:cNvPr id="215" name="Google Shape;215;p14">
              <a:extLst>
                <a:ext uri="{FF2B5EF4-FFF2-40B4-BE49-F238E27FC236}">
                  <a16:creationId xmlns:a16="http://schemas.microsoft.com/office/drawing/2014/main" id="{9A7E3AEC-0337-7C3F-1F7E-78BE0F016721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6F61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4">
              <a:extLst>
                <a:ext uri="{FF2B5EF4-FFF2-40B4-BE49-F238E27FC236}">
                  <a16:creationId xmlns:a16="http://schemas.microsoft.com/office/drawing/2014/main" id="{E8B3B34F-D856-28E6-FCC1-56CF815796BF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4">
            <a:extLst>
              <a:ext uri="{FF2B5EF4-FFF2-40B4-BE49-F238E27FC236}">
                <a16:creationId xmlns:a16="http://schemas.microsoft.com/office/drawing/2014/main" id="{93B46534-CB52-2351-B430-A18FDA71732B}"/>
              </a:ext>
            </a:extLst>
          </p:cNvPr>
          <p:cNvGrpSpPr/>
          <p:nvPr/>
        </p:nvGrpSpPr>
        <p:grpSpPr>
          <a:xfrm>
            <a:off x="1399713" y="8126917"/>
            <a:ext cx="6191044" cy="763121"/>
            <a:chOff x="0" y="-47625"/>
            <a:chExt cx="484380" cy="239857"/>
          </a:xfrm>
        </p:grpSpPr>
        <p:sp>
          <p:nvSpPr>
            <p:cNvPr id="221" name="Google Shape;221;p14">
              <a:extLst>
                <a:ext uri="{FF2B5EF4-FFF2-40B4-BE49-F238E27FC236}">
                  <a16:creationId xmlns:a16="http://schemas.microsoft.com/office/drawing/2014/main" id="{04B260F9-BBCB-80B0-2600-AB7D86F223B2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43D374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>
              <a:extLst>
                <a:ext uri="{FF2B5EF4-FFF2-40B4-BE49-F238E27FC236}">
                  <a16:creationId xmlns:a16="http://schemas.microsoft.com/office/drawing/2014/main" id="{D93D9252-27E6-B255-A1A0-AB5D83DAD508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4">
            <a:extLst>
              <a:ext uri="{FF2B5EF4-FFF2-40B4-BE49-F238E27FC236}">
                <a16:creationId xmlns:a16="http://schemas.microsoft.com/office/drawing/2014/main" id="{1C035C16-A138-E5F2-7577-284B61847731}"/>
              </a:ext>
            </a:extLst>
          </p:cNvPr>
          <p:cNvSpPr txBox="1"/>
          <p:nvPr/>
        </p:nvSpPr>
        <p:spPr>
          <a:xfrm>
            <a:off x="4764504" y="1433494"/>
            <a:ext cx="1071612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dirty="0">
                <a:latin typeface="Concert One"/>
                <a:ea typeface="Concert One"/>
                <a:cs typeface="Concert One"/>
                <a:sym typeface="Concert One"/>
              </a:rPr>
              <a:t>HARI PERTAMA 1.1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29" name="Google Shape;229;p14">
            <a:extLst>
              <a:ext uri="{FF2B5EF4-FFF2-40B4-BE49-F238E27FC236}">
                <a16:creationId xmlns:a16="http://schemas.microsoft.com/office/drawing/2014/main" id="{AD2AF66B-8000-6DAD-2E20-655A0F39550C}"/>
              </a:ext>
            </a:extLst>
          </p:cNvPr>
          <p:cNvSpPr txBox="1"/>
          <p:nvPr/>
        </p:nvSpPr>
        <p:spPr>
          <a:xfrm>
            <a:off x="1632373" y="1534718"/>
            <a:ext cx="1056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0" dirty="0"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31" name="Google Shape;231;p14">
            <a:extLst>
              <a:ext uri="{FF2B5EF4-FFF2-40B4-BE49-F238E27FC236}">
                <a16:creationId xmlns:a16="http://schemas.microsoft.com/office/drawing/2014/main" id="{B747792C-4036-95EB-62FC-BC0896094580}"/>
              </a:ext>
            </a:extLst>
          </p:cNvPr>
          <p:cNvSpPr txBox="1"/>
          <p:nvPr/>
        </p:nvSpPr>
        <p:spPr>
          <a:xfrm>
            <a:off x="1632350" y="1233957"/>
            <a:ext cx="10563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 i="0" u="none" strike="noStrike" cap="none" dirty="0">
                <a:solidFill>
                  <a:srgbClr val="FF6F61"/>
                </a:solidFill>
                <a:latin typeface="Barlow"/>
                <a:ea typeface="Barlow"/>
                <a:cs typeface="Barlow"/>
                <a:sym typeface="Barlow"/>
              </a:rPr>
              <a:t>DAY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232;p14">
            <a:extLst>
              <a:ext uri="{FF2B5EF4-FFF2-40B4-BE49-F238E27FC236}">
                <a16:creationId xmlns:a16="http://schemas.microsoft.com/office/drawing/2014/main" id="{02779E1E-76EE-71D5-2692-8F9D05D5AB47}"/>
              </a:ext>
            </a:extLst>
          </p:cNvPr>
          <p:cNvSpPr txBox="1"/>
          <p:nvPr/>
        </p:nvSpPr>
        <p:spPr>
          <a:xfrm>
            <a:off x="1564339" y="3843952"/>
            <a:ext cx="605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Urutan</a:t>
            </a: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Daily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35" name="Google Shape;235;p14">
            <a:extLst>
              <a:ext uri="{FF2B5EF4-FFF2-40B4-BE49-F238E27FC236}">
                <a16:creationId xmlns:a16="http://schemas.microsoft.com/office/drawing/2014/main" id="{2D03622A-BB8A-1AF7-5B24-2DA0C3C543FB}"/>
              </a:ext>
            </a:extLst>
          </p:cNvPr>
          <p:cNvSpPr txBox="1"/>
          <p:nvPr/>
        </p:nvSpPr>
        <p:spPr>
          <a:xfrm>
            <a:off x="1553463" y="4658089"/>
            <a:ext cx="280655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1.Buat Folder Project</a:t>
            </a:r>
            <a:endParaRPr sz="2000" dirty="0"/>
          </a:p>
        </p:txBody>
      </p:sp>
      <p:sp>
        <p:nvSpPr>
          <p:cNvPr id="236" name="Google Shape;236;p14">
            <a:extLst>
              <a:ext uri="{FF2B5EF4-FFF2-40B4-BE49-F238E27FC236}">
                <a16:creationId xmlns:a16="http://schemas.microsoft.com/office/drawing/2014/main" id="{4D015054-BF64-5609-01E3-B6768FAF5D81}"/>
              </a:ext>
            </a:extLst>
          </p:cNvPr>
          <p:cNvSpPr txBox="1"/>
          <p:nvPr/>
        </p:nvSpPr>
        <p:spPr>
          <a:xfrm>
            <a:off x="1524224" y="5340167"/>
            <a:ext cx="280655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2.Jadikan Git Repo</a:t>
            </a:r>
            <a:endParaRPr sz="2000" dirty="0"/>
          </a:p>
        </p:txBody>
      </p:sp>
      <p:sp>
        <p:nvSpPr>
          <p:cNvPr id="237" name="Google Shape;237;p14">
            <a:extLst>
              <a:ext uri="{FF2B5EF4-FFF2-40B4-BE49-F238E27FC236}">
                <a16:creationId xmlns:a16="http://schemas.microsoft.com/office/drawing/2014/main" id="{3854C3E1-32A9-CC5A-C02E-AE3F29323162}"/>
              </a:ext>
            </a:extLst>
          </p:cNvPr>
          <p:cNvSpPr txBox="1"/>
          <p:nvPr/>
        </p:nvSpPr>
        <p:spPr>
          <a:xfrm>
            <a:off x="1553462" y="6165017"/>
            <a:ext cx="280655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3.Buat .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gitignore</a:t>
            </a:r>
            <a:endParaRPr sz="2000" dirty="0"/>
          </a:p>
        </p:txBody>
      </p:sp>
      <p:sp>
        <p:nvSpPr>
          <p:cNvPr id="238" name="Google Shape;238;p14">
            <a:extLst>
              <a:ext uri="{FF2B5EF4-FFF2-40B4-BE49-F238E27FC236}">
                <a16:creationId xmlns:a16="http://schemas.microsoft.com/office/drawing/2014/main" id="{3499F191-B6C4-AB10-2290-6DF60E3DE29A}"/>
              </a:ext>
            </a:extLst>
          </p:cNvPr>
          <p:cNvSpPr txBox="1"/>
          <p:nvPr/>
        </p:nvSpPr>
        <p:spPr>
          <a:xfrm>
            <a:off x="1572385" y="6952182"/>
            <a:ext cx="26781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4.BuatREADME</a:t>
            </a:r>
            <a:endParaRPr sz="2000" dirty="0"/>
          </a:p>
        </p:txBody>
      </p:sp>
      <p:sp>
        <p:nvSpPr>
          <p:cNvPr id="239" name="Google Shape;239;p14">
            <a:extLst>
              <a:ext uri="{FF2B5EF4-FFF2-40B4-BE49-F238E27FC236}">
                <a16:creationId xmlns:a16="http://schemas.microsoft.com/office/drawing/2014/main" id="{72CF8017-21AC-9FDE-E187-D7567E50A9F6}"/>
              </a:ext>
            </a:extLst>
          </p:cNvPr>
          <p:cNvSpPr txBox="1"/>
          <p:nvPr/>
        </p:nvSpPr>
        <p:spPr>
          <a:xfrm>
            <a:off x="1564339" y="7677420"/>
            <a:ext cx="267816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5.Hubungkan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2000" dirty="0"/>
          </a:p>
        </p:txBody>
      </p:sp>
      <p:sp>
        <p:nvSpPr>
          <p:cNvPr id="240" name="Google Shape;240;p14">
            <a:extLst>
              <a:ext uri="{FF2B5EF4-FFF2-40B4-BE49-F238E27FC236}">
                <a16:creationId xmlns:a16="http://schemas.microsoft.com/office/drawing/2014/main" id="{A13723C4-3FFE-566E-B4D3-CBF2B851A34B}"/>
              </a:ext>
            </a:extLst>
          </p:cNvPr>
          <p:cNvSpPr txBox="1"/>
          <p:nvPr/>
        </p:nvSpPr>
        <p:spPr>
          <a:xfrm>
            <a:off x="1572385" y="8430818"/>
            <a:ext cx="28427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6.Commit &amp; push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2000" dirty="0"/>
          </a:p>
        </p:txBody>
      </p:sp>
      <p:sp>
        <p:nvSpPr>
          <p:cNvPr id="257" name="Google Shape;257;p14">
            <a:extLst>
              <a:ext uri="{FF2B5EF4-FFF2-40B4-BE49-F238E27FC236}">
                <a16:creationId xmlns:a16="http://schemas.microsoft.com/office/drawing/2014/main" id="{260B6634-BA60-CAEA-CDF5-8CE00210408F}"/>
              </a:ext>
            </a:extLst>
          </p:cNvPr>
          <p:cNvSpPr txBox="1"/>
          <p:nvPr/>
        </p:nvSpPr>
        <p:spPr>
          <a:xfrm>
            <a:off x="9822543" y="4439584"/>
            <a:ext cx="605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Setup Project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" name="Google Shape;257;p14">
            <a:extLst>
              <a:ext uri="{FF2B5EF4-FFF2-40B4-BE49-F238E27FC236}">
                <a16:creationId xmlns:a16="http://schemas.microsoft.com/office/drawing/2014/main" id="{0EE3E748-3E4E-B78A-3107-965EA44F0B3B}"/>
              </a:ext>
            </a:extLst>
          </p:cNvPr>
          <p:cNvSpPr txBox="1"/>
          <p:nvPr/>
        </p:nvSpPr>
        <p:spPr>
          <a:xfrm>
            <a:off x="8438887" y="6782945"/>
            <a:ext cx="282341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Folder Project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" name="Google Shape;257;p14">
            <a:extLst>
              <a:ext uri="{FF2B5EF4-FFF2-40B4-BE49-F238E27FC236}">
                <a16:creationId xmlns:a16="http://schemas.microsoft.com/office/drawing/2014/main" id="{B6DD535D-81BB-28D5-CE30-7E1E4AB0E3F6}"/>
              </a:ext>
            </a:extLst>
          </p:cNvPr>
          <p:cNvSpPr txBox="1"/>
          <p:nvPr/>
        </p:nvSpPr>
        <p:spPr>
          <a:xfrm>
            <a:off x="13901225" y="6752785"/>
            <a:ext cx="282341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GIT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9" name="Google Shape;257;p14">
            <a:extLst>
              <a:ext uri="{FF2B5EF4-FFF2-40B4-BE49-F238E27FC236}">
                <a16:creationId xmlns:a16="http://schemas.microsoft.com/office/drawing/2014/main" id="{A0B75014-CAED-9CA8-2FA7-DA578ED855B9}"/>
              </a:ext>
            </a:extLst>
          </p:cNvPr>
          <p:cNvSpPr txBox="1"/>
          <p:nvPr/>
        </p:nvSpPr>
        <p:spPr>
          <a:xfrm>
            <a:off x="13901226" y="8288979"/>
            <a:ext cx="282341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GIT HUB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1" name="Google Shape;257;p14">
            <a:extLst>
              <a:ext uri="{FF2B5EF4-FFF2-40B4-BE49-F238E27FC236}">
                <a16:creationId xmlns:a16="http://schemas.microsoft.com/office/drawing/2014/main" id="{8936D899-8754-E5E3-C709-5B7A3217B334}"/>
              </a:ext>
            </a:extLst>
          </p:cNvPr>
          <p:cNvSpPr txBox="1"/>
          <p:nvPr/>
        </p:nvSpPr>
        <p:spPr>
          <a:xfrm>
            <a:off x="8283301" y="8303597"/>
            <a:ext cx="282341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React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CFDF825-DABC-8D5A-3E58-E41C94207F64}"/>
              </a:ext>
            </a:extLst>
          </p:cNvPr>
          <p:cNvSpPr/>
          <p:nvPr/>
        </p:nvSpPr>
        <p:spPr>
          <a:xfrm>
            <a:off x="12092558" y="673760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629C8E2-5D65-6D08-7051-50BC3EEAA18C}"/>
              </a:ext>
            </a:extLst>
          </p:cNvPr>
          <p:cNvSpPr/>
          <p:nvPr/>
        </p:nvSpPr>
        <p:spPr>
          <a:xfrm>
            <a:off x="15070615" y="712459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382D7FD4-D417-9AB2-9D8F-AE1AF44A115A}"/>
              </a:ext>
            </a:extLst>
          </p:cNvPr>
          <p:cNvSpPr/>
          <p:nvPr/>
        </p:nvSpPr>
        <p:spPr>
          <a:xfrm>
            <a:off x="12140051" y="8212919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0372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0DA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0"/>
          <p:cNvGrpSpPr/>
          <p:nvPr/>
        </p:nvGrpSpPr>
        <p:grpSpPr>
          <a:xfrm>
            <a:off x="1010227" y="4726104"/>
            <a:ext cx="5226008" cy="4532196"/>
            <a:chOff x="0" y="-47625"/>
            <a:chExt cx="1497825" cy="1298972"/>
          </a:xfrm>
        </p:grpSpPr>
        <p:sp>
          <p:nvSpPr>
            <p:cNvPr id="374" name="Google Shape;374;p20"/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0"/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20"/>
          <p:cNvGrpSpPr/>
          <p:nvPr/>
        </p:nvGrpSpPr>
        <p:grpSpPr>
          <a:xfrm>
            <a:off x="6530996" y="4726104"/>
            <a:ext cx="5226008" cy="4532196"/>
            <a:chOff x="0" y="-47625"/>
            <a:chExt cx="1497825" cy="1298972"/>
          </a:xfrm>
        </p:grpSpPr>
        <p:sp>
          <p:nvSpPr>
            <p:cNvPr id="377" name="Google Shape;377;p20"/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0"/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20"/>
          <p:cNvGrpSpPr/>
          <p:nvPr/>
        </p:nvGrpSpPr>
        <p:grpSpPr>
          <a:xfrm>
            <a:off x="12033292" y="4726104"/>
            <a:ext cx="5226008" cy="4532196"/>
            <a:chOff x="0" y="-47625"/>
            <a:chExt cx="1497825" cy="1298972"/>
          </a:xfrm>
        </p:grpSpPr>
        <p:sp>
          <p:nvSpPr>
            <p:cNvPr id="380" name="Google Shape;380;p20"/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0"/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p20"/>
          <p:cNvGrpSpPr/>
          <p:nvPr/>
        </p:nvGrpSpPr>
        <p:grpSpPr>
          <a:xfrm>
            <a:off x="1028700" y="862532"/>
            <a:ext cx="8115385" cy="2190094"/>
            <a:chOff x="0" y="-47625"/>
            <a:chExt cx="2325925" cy="627696"/>
          </a:xfrm>
        </p:grpSpPr>
        <p:sp>
          <p:nvSpPr>
            <p:cNvPr id="383" name="Google Shape;383;p20"/>
            <p:cNvSpPr/>
            <p:nvPr/>
          </p:nvSpPr>
          <p:spPr>
            <a:xfrm>
              <a:off x="0" y="0"/>
              <a:ext cx="2325925" cy="580071"/>
            </a:xfrm>
            <a:custGeom>
              <a:avLst/>
              <a:gdLst/>
              <a:ahLst/>
              <a:cxnLst/>
              <a:rect l="l" t="t" r="r" b="b"/>
              <a:pathLst>
                <a:path w="2325925" h="580071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551451"/>
                  </a:lnTo>
                  <a:cubicBezTo>
                    <a:pt x="2325925" y="567258"/>
                    <a:pt x="2313111" y="580071"/>
                    <a:pt x="2297305" y="580071"/>
                  </a:cubicBezTo>
                  <a:lnTo>
                    <a:pt x="28620" y="580071"/>
                  </a:lnTo>
                  <a:cubicBezTo>
                    <a:pt x="12813" y="580071"/>
                    <a:pt x="0" y="567258"/>
                    <a:pt x="0" y="551451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0"/>
            <p:cNvSpPr txBox="1"/>
            <p:nvPr/>
          </p:nvSpPr>
          <p:spPr>
            <a:xfrm>
              <a:off x="0" y="-47625"/>
              <a:ext cx="2325925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20"/>
          <p:cNvGrpSpPr/>
          <p:nvPr/>
        </p:nvGrpSpPr>
        <p:grpSpPr>
          <a:xfrm>
            <a:off x="9429750" y="862533"/>
            <a:ext cx="7829550" cy="2190072"/>
            <a:chOff x="0" y="-47625"/>
            <a:chExt cx="2244026" cy="627696"/>
          </a:xfrm>
        </p:grpSpPr>
        <p:sp>
          <p:nvSpPr>
            <p:cNvPr id="386" name="Google Shape;386;p20"/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0"/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8" name="Google Shape;388;p20"/>
          <p:cNvSpPr txBox="1"/>
          <p:nvPr/>
        </p:nvSpPr>
        <p:spPr>
          <a:xfrm>
            <a:off x="2573139" y="1653128"/>
            <a:ext cx="50265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Tahapan</a:t>
            </a:r>
            <a:r>
              <a:rPr lang="en-US" sz="75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1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10081055" y="1837787"/>
            <a:ext cx="652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Set up Project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grpSp>
        <p:nvGrpSpPr>
          <p:cNvPr id="390" name="Google Shape;390;p20"/>
          <p:cNvGrpSpPr/>
          <p:nvPr/>
        </p:nvGrpSpPr>
        <p:grpSpPr>
          <a:xfrm>
            <a:off x="1010227" y="3167711"/>
            <a:ext cx="5226008" cy="1452959"/>
            <a:chOff x="0" y="-47625"/>
            <a:chExt cx="1497825" cy="416432"/>
          </a:xfrm>
        </p:grpSpPr>
        <p:sp>
          <p:nvSpPr>
            <p:cNvPr id="391" name="Google Shape;391;p20"/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6F61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0"/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20"/>
          <p:cNvGrpSpPr/>
          <p:nvPr/>
        </p:nvGrpSpPr>
        <p:grpSpPr>
          <a:xfrm>
            <a:off x="6521856" y="3167711"/>
            <a:ext cx="5226008" cy="1452959"/>
            <a:chOff x="0" y="-47625"/>
            <a:chExt cx="1497825" cy="416432"/>
          </a:xfrm>
        </p:grpSpPr>
        <p:sp>
          <p:nvSpPr>
            <p:cNvPr id="394" name="Google Shape;394;p20"/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43D374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0"/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20"/>
          <p:cNvGrpSpPr/>
          <p:nvPr/>
        </p:nvGrpSpPr>
        <p:grpSpPr>
          <a:xfrm>
            <a:off x="12033292" y="3167711"/>
            <a:ext cx="5226008" cy="1452959"/>
            <a:chOff x="0" y="-47625"/>
            <a:chExt cx="1497825" cy="416432"/>
          </a:xfrm>
        </p:grpSpPr>
        <p:sp>
          <p:nvSpPr>
            <p:cNvPr id="397" name="Google Shape;397;p20"/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0"/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" name="Google Shape;399;p20"/>
          <p:cNvSpPr txBox="1"/>
          <p:nvPr/>
        </p:nvSpPr>
        <p:spPr>
          <a:xfrm>
            <a:off x="1422359" y="3677054"/>
            <a:ext cx="4401743" cy="5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1.Buat Folder Project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00" name="Google Shape;400;p20"/>
          <p:cNvSpPr txBox="1"/>
          <p:nvPr/>
        </p:nvSpPr>
        <p:spPr>
          <a:xfrm>
            <a:off x="6643780" y="3454054"/>
            <a:ext cx="4982159" cy="110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2.Jadikan Folder Git Repo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12368218" y="3700339"/>
            <a:ext cx="4556033" cy="5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3.Buat File .</a:t>
            </a:r>
            <a:r>
              <a:rPr lang="en-US" sz="3599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gitignore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1588525" y="6146400"/>
            <a:ext cx="4069500" cy="184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Buka Terminal</a:t>
            </a:r>
          </a:p>
          <a:p>
            <a:pPr marL="514350" indent="-514350">
              <a:lnSpc>
                <a:spcPct val="115000"/>
              </a:lnSpc>
              <a:buFont typeface="+mj-lt"/>
              <a:buAutoNum type="arabicPeriod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Buka Git bash</a:t>
            </a:r>
            <a:endParaRPr lang="en-US" sz="26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Mkdir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fullstack-30hari</a:t>
            </a: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Cd fullstack-30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Hari</a:t>
            </a:r>
            <a:endParaRPr lang="en-US" sz="26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Google Shape;402;p20">
            <a:extLst>
              <a:ext uri="{FF2B5EF4-FFF2-40B4-BE49-F238E27FC236}">
                <a16:creationId xmlns:a16="http://schemas.microsoft.com/office/drawing/2014/main" id="{A366B5EC-5BD2-6334-EC90-97A9A96A458C}"/>
              </a:ext>
            </a:extLst>
          </p:cNvPr>
          <p:cNvSpPr txBox="1"/>
          <p:nvPr/>
        </p:nvSpPr>
        <p:spPr>
          <a:xfrm>
            <a:off x="6955428" y="6189439"/>
            <a:ext cx="4069500" cy="184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Buka Terminal</a:t>
            </a:r>
          </a:p>
          <a:p>
            <a:pPr marL="514350" lvl="0" indent="-514350">
              <a:lnSpc>
                <a:spcPct val="115000"/>
              </a:lnSpc>
              <a:buFont typeface="+mj-lt"/>
              <a:buAutoNum type="arabicPeriod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Git Init</a:t>
            </a:r>
            <a:endParaRPr lang="en-US" sz="26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Git Status</a:t>
            </a: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Cd fullstack-30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Hari</a:t>
            </a:r>
            <a:endParaRPr lang="en-US" sz="26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" name="Google Shape;402;p20">
            <a:extLst>
              <a:ext uri="{FF2B5EF4-FFF2-40B4-BE49-F238E27FC236}">
                <a16:creationId xmlns:a16="http://schemas.microsoft.com/office/drawing/2014/main" id="{6742F08E-0CF9-4583-2E84-BB5AB804B4D3}"/>
              </a:ext>
            </a:extLst>
          </p:cNvPr>
          <p:cNvSpPr txBox="1"/>
          <p:nvPr/>
        </p:nvSpPr>
        <p:spPr>
          <a:xfrm>
            <a:off x="12611484" y="6071950"/>
            <a:ext cx="4069500" cy="178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Buat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File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Didalam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project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Isinya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ID" sz="2800" dirty="0" err="1"/>
              <a:t>node_modules</a:t>
            </a:r>
            <a:r>
              <a:rPr lang="en-ID" sz="2800" dirty="0"/>
              <a:t>/ </a:t>
            </a:r>
            <a:r>
              <a:rPr lang="en-ID" sz="2800" dirty="0" err="1"/>
              <a:t>dist</a:t>
            </a:r>
            <a:r>
              <a:rPr lang="en-ID" sz="2800" dirty="0"/>
              <a:t>/ .env</a:t>
            </a:r>
            <a:endParaRPr lang="en-US" sz="26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0DA"/>
        </a:solidFill>
        <a:effectLst/>
      </p:bgPr>
    </p:bg>
    <p:spTree>
      <p:nvGrpSpPr>
        <p:cNvPr id="1" name="Shape 372">
          <a:extLst>
            <a:ext uri="{FF2B5EF4-FFF2-40B4-BE49-F238E27FC236}">
              <a16:creationId xmlns:a16="http://schemas.microsoft.com/office/drawing/2014/main" id="{7D0596A4-DB57-7CD4-506F-F4927B6A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0">
            <a:extLst>
              <a:ext uri="{FF2B5EF4-FFF2-40B4-BE49-F238E27FC236}">
                <a16:creationId xmlns:a16="http://schemas.microsoft.com/office/drawing/2014/main" id="{FCCDFE77-CCF4-4610-5EF8-D7FCD1D29981}"/>
              </a:ext>
            </a:extLst>
          </p:cNvPr>
          <p:cNvGrpSpPr/>
          <p:nvPr/>
        </p:nvGrpSpPr>
        <p:grpSpPr>
          <a:xfrm>
            <a:off x="1010227" y="4726104"/>
            <a:ext cx="5226008" cy="4532196"/>
            <a:chOff x="0" y="-47625"/>
            <a:chExt cx="1497825" cy="1298972"/>
          </a:xfrm>
        </p:grpSpPr>
        <p:sp>
          <p:nvSpPr>
            <p:cNvPr id="374" name="Google Shape;374;p20">
              <a:extLst>
                <a:ext uri="{FF2B5EF4-FFF2-40B4-BE49-F238E27FC236}">
                  <a16:creationId xmlns:a16="http://schemas.microsoft.com/office/drawing/2014/main" id="{6628337B-809F-C6F6-C0ED-28182FF05A86}"/>
                </a:ext>
              </a:extLst>
            </p:cNvPr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0">
              <a:extLst>
                <a:ext uri="{FF2B5EF4-FFF2-40B4-BE49-F238E27FC236}">
                  <a16:creationId xmlns:a16="http://schemas.microsoft.com/office/drawing/2014/main" id="{0895297F-81D4-9161-87E3-981DC5DF5703}"/>
                </a:ext>
              </a:extLst>
            </p:cNvPr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20">
            <a:extLst>
              <a:ext uri="{FF2B5EF4-FFF2-40B4-BE49-F238E27FC236}">
                <a16:creationId xmlns:a16="http://schemas.microsoft.com/office/drawing/2014/main" id="{B1153F2F-7B2E-FFB9-02FA-4C596915B202}"/>
              </a:ext>
            </a:extLst>
          </p:cNvPr>
          <p:cNvGrpSpPr/>
          <p:nvPr/>
        </p:nvGrpSpPr>
        <p:grpSpPr>
          <a:xfrm>
            <a:off x="6530996" y="4726104"/>
            <a:ext cx="5226008" cy="4532196"/>
            <a:chOff x="0" y="-47625"/>
            <a:chExt cx="1497825" cy="1298972"/>
          </a:xfrm>
        </p:grpSpPr>
        <p:sp>
          <p:nvSpPr>
            <p:cNvPr id="377" name="Google Shape;377;p20">
              <a:extLst>
                <a:ext uri="{FF2B5EF4-FFF2-40B4-BE49-F238E27FC236}">
                  <a16:creationId xmlns:a16="http://schemas.microsoft.com/office/drawing/2014/main" id="{9FFF24B9-9351-B73B-4313-8A248F5A6610}"/>
                </a:ext>
              </a:extLst>
            </p:cNvPr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0">
              <a:extLst>
                <a:ext uri="{FF2B5EF4-FFF2-40B4-BE49-F238E27FC236}">
                  <a16:creationId xmlns:a16="http://schemas.microsoft.com/office/drawing/2014/main" id="{B55687CC-4043-466E-CCFB-942982D9738B}"/>
                </a:ext>
              </a:extLst>
            </p:cNvPr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20">
            <a:extLst>
              <a:ext uri="{FF2B5EF4-FFF2-40B4-BE49-F238E27FC236}">
                <a16:creationId xmlns:a16="http://schemas.microsoft.com/office/drawing/2014/main" id="{A65DB7DC-4215-E425-8FCA-60A84CC448AD}"/>
              </a:ext>
            </a:extLst>
          </p:cNvPr>
          <p:cNvGrpSpPr/>
          <p:nvPr/>
        </p:nvGrpSpPr>
        <p:grpSpPr>
          <a:xfrm>
            <a:off x="12033292" y="4726104"/>
            <a:ext cx="5226008" cy="4532196"/>
            <a:chOff x="0" y="-47625"/>
            <a:chExt cx="1497825" cy="1298972"/>
          </a:xfrm>
        </p:grpSpPr>
        <p:sp>
          <p:nvSpPr>
            <p:cNvPr id="380" name="Google Shape;380;p20">
              <a:extLst>
                <a:ext uri="{FF2B5EF4-FFF2-40B4-BE49-F238E27FC236}">
                  <a16:creationId xmlns:a16="http://schemas.microsoft.com/office/drawing/2014/main" id="{33BC94B4-502D-C1A5-3831-E11241A9A769}"/>
                </a:ext>
              </a:extLst>
            </p:cNvPr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0">
              <a:extLst>
                <a:ext uri="{FF2B5EF4-FFF2-40B4-BE49-F238E27FC236}">
                  <a16:creationId xmlns:a16="http://schemas.microsoft.com/office/drawing/2014/main" id="{A7BCF0AA-3FFB-3F3B-28A8-0F7ACD9443B5}"/>
                </a:ext>
              </a:extLst>
            </p:cNvPr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p20">
            <a:extLst>
              <a:ext uri="{FF2B5EF4-FFF2-40B4-BE49-F238E27FC236}">
                <a16:creationId xmlns:a16="http://schemas.microsoft.com/office/drawing/2014/main" id="{C407C03C-6ECD-D8DA-D1F4-D7B9CF6588AA}"/>
              </a:ext>
            </a:extLst>
          </p:cNvPr>
          <p:cNvGrpSpPr/>
          <p:nvPr/>
        </p:nvGrpSpPr>
        <p:grpSpPr>
          <a:xfrm>
            <a:off x="1028700" y="862532"/>
            <a:ext cx="8115385" cy="2190094"/>
            <a:chOff x="0" y="-47625"/>
            <a:chExt cx="2325925" cy="627696"/>
          </a:xfrm>
        </p:grpSpPr>
        <p:sp>
          <p:nvSpPr>
            <p:cNvPr id="383" name="Google Shape;383;p20">
              <a:extLst>
                <a:ext uri="{FF2B5EF4-FFF2-40B4-BE49-F238E27FC236}">
                  <a16:creationId xmlns:a16="http://schemas.microsoft.com/office/drawing/2014/main" id="{6D066462-BAFD-F8FA-9681-29B5051D3198}"/>
                </a:ext>
              </a:extLst>
            </p:cNvPr>
            <p:cNvSpPr/>
            <p:nvPr/>
          </p:nvSpPr>
          <p:spPr>
            <a:xfrm>
              <a:off x="0" y="0"/>
              <a:ext cx="2325925" cy="580071"/>
            </a:xfrm>
            <a:custGeom>
              <a:avLst/>
              <a:gdLst/>
              <a:ahLst/>
              <a:cxnLst/>
              <a:rect l="l" t="t" r="r" b="b"/>
              <a:pathLst>
                <a:path w="2325925" h="580071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551451"/>
                  </a:lnTo>
                  <a:cubicBezTo>
                    <a:pt x="2325925" y="567258"/>
                    <a:pt x="2313111" y="580071"/>
                    <a:pt x="2297305" y="580071"/>
                  </a:cubicBezTo>
                  <a:lnTo>
                    <a:pt x="28620" y="580071"/>
                  </a:lnTo>
                  <a:cubicBezTo>
                    <a:pt x="12813" y="580071"/>
                    <a:pt x="0" y="567258"/>
                    <a:pt x="0" y="551451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0">
              <a:extLst>
                <a:ext uri="{FF2B5EF4-FFF2-40B4-BE49-F238E27FC236}">
                  <a16:creationId xmlns:a16="http://schemas.microsoft.com/office/drawing/2014/main" id="{ED22AF82-4001-93B9-E70D-484B49A5C88C}"/>
                </a:ext>
              </a:extLst>
            </p:cNvPr>
            <p:cNvSpPr txBox="1"/>
            <p:nvPr/>
          </p:nvSpPr>
          <p:spPr>
            <a:xfrm>
              <a:off x="0" y="-47625"/>
              <a:ext cx="2325925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20">
            <a:extLst>
              <a:ext uri="{FF2B5EF4-FFF2-40B4-BE49-F238E27FC236}">
                <a16:creationId xmlns:a16="http://schemas.microsoft.com/office/drawing/2014/main" id="{89778A5F-6F17-62A1-5036-EECC8D121FD7}"/>
              </a:ext>
            </a:extLst>
          </p:cNvPr>
          <p:cNvGrpSpPr/>
          <p:nvPr/>
        </p:nvGrpSpPr>
        <p:grpSpPr>
          <a:xfrm>
            <a:off x="9429750" y="862533"/>
            <a:ext cx="7829550" cy="2190072"/>
            <a:chOff x="0" y="-47625"/>
            <a:chExt cx="2244026" cy="627696"/>
          </a:xfrm>
        </p:grpSpPr>
        <p:sp>
          <p:nvSpPr>
            <p:cNvPr id="386" name="Google Shape;386;p20">
              <a:extLst>
                <a:ext uri="{FF2B5EF4-FFF2-40B4-BE49-F238E27FC236}">
                  <a16:creationId xmlns:a16="http://schemas.microsoft.com/office/drawing/2014/main" id="{F4BFAD28-4801-E428-08F2-20EE40D89A4E}"/>
                </a:ext>
              </a:extLst>
            </p:cNvPr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0">
              <a:extLst>
                <a:ext uri="{FF2B5EF4-FFF2-40B4-BE49-F238E27FC236}">
                  <a16:creationId xmlns:a16="http://schemas.microsoft.com/office/drawing/2014/main" id="{492EB0F0-625B-6F92-189A-9A2C255E4737}"/>
                </a:ext>
              </a:extLst>
            </p:cNvPr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8" name="Google Shape;388;p20">
            <a:extLst>
              <a:ext uri="{FF2B5EF4-FFF2-40B4-BE49-F238E27FC236}">
                <a16:creationId xmlns:a16="http://schemas.microsoft.com/office/drawing/2014/main" id="{93F12044-CB83-E1C8-64F6-EEAE53783F3A}"/>
              </a:ext>
            </a:extLst>
          </p:cNvPr>
          <p:cNvSpPr txBox="1"/>
          <p:nvPr/>
        </p:nvSpPr>
        <p:spPr>
          <a:xfrm>
            <a:off x="2573139" y="1653128"/>
            <a:ext cx="50265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Tahapan</a:t>
            </a:r>
            <a:r>
              <a:rPr lang="en-US" sz="75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1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89" name="Google Shape;389;p20">
            <a:extLst>
              <a:ext uri="{FF2B5EF4-FFF2-40B4-BE49-F238E27FC236}">
                <a16:creationId xmlns:a16="http://schemas.microsoft.com/office/drawing/2014/main" id="{EE2109DC-17FD-DFFE-7881-9893A8089F37}"/>
              </a:ext>
            </a:extLst>
          </p:cNvPr>
          <p:cNvSpPr txBox="1"/>
          <p:nvPr/>
        </p:nvSpPr>
        <p:spPr>
          <a:xfrm>
            <a:off x="10081055" y="1837787"/>
            <a:ext cx="652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Set up Project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grpSp>
        <p:nvGrpSpPr>
          <p:cNvPr id="390" name="Google Shape;390;p20">
            <a:extLst>
              <a:ext uri="{FF2B5EF4-FFF2-40B4-BE49-F238E27FC236}">
                <a16:creationId xmlns:a16="http://schemas.microsoft.com/office/drawing/2014/main" id="{E911473A-7CB8-D053-5404-06DC3412B22C}"/>
              </a:ext>
            </a:extLst>
          </p:cNvPr>
          <p:cNvGrpSpPr/>
          <p:nvPr/>
        </p:nvGrpSpPr>
        <p:grpSpPr>
          <a:xfrm>
            <a:off x="1010227" y="3167711"/>
            <a:ext cx="5226008" cy="1452959"/>
            <a:chOff x="0" y="-47625"/>
            <a:chExt cx="1497825" cy="416432"/>
          </a:xfrm>
        </p:grpSpPr>
        <p:sp>
          <p:nvSpPr>
            <p:cNvPr id="391" name="Google Shape;391;p20">
              <a:extLst>
                <a:ext uri="{FF2B5EF4-FFF2-40B4-BE49-F238E27FC236}">
                  <a16:creationId xmlns:a16="http://schemas.microsoft.com/office/drawing/2014/main" id="{E40B5538-A37F-9849-3EF3-6B943EB0BAF1}"/>
                </a:ext>
              </a:extLst>
            </p:cNvPr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6F61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0">
              <a:extLst>
                <a:ext uri="{FF2B5EF4-FFF2-40B4-BE49-F238E27FC236}">
                  <a16:creationId xmlns:a16="http://schemas.microsoft.com/office/drawing/2014/main" id="{C8A0E4F9-94CF-D43F-CAFE-5B9626EB3850}"/>
                </a:ext>
              </a:extLst>
            </p:cNvPr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20">
            <a:extLst>
              <a:ext uri="{FF2B5EF4-FFF2-40B4-BE49-F238E27FC236}">
                <a16:creationId xmlns:a16="http://schemas.microsoft.com/office/drawing/2014/main" id="{6F23DFEC-62F4-4DBF-C513-152FC6EFB90F}"/>
              </a:ext>
            </a:extLst>
          </p:cNvPr>
          <p:cNvGrpSpPr/>
          <p:nvPr/>
        </p:nvGrpSpPr>
        <p:grpSpPr>
          <a:xfrm>
            <a:off x="6521856" y="3167711"/>
            <a:ext cx="5226008" cy="1452959"/>
            <a:chOff x="0" y="-47625"/>
            <a:chExt cx="1497825" cy="416432"/>
          </a:xfrm>
        </p:grpSpPr>
        <p:sp>
          <p:nvSpPr>
            <p:cNvPr id="394" name="Google Shape;394;p20">
              <a:extLst>
                <a:ext uri="{FF2B5EF4-FFF2-40B4-BE49-F238E27FC236}">
                  <a16:creationId xmlns:a16="http://schemas.microsoft.com/office/drawing/2014/main" id="{B34B5361-CA13-1C97-E6E0-BCA377CF903F}"/>
                </a:ext>
              </a:extLst>
            </p:cNvPr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43D374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0">
              <a:extLst>
                <a:ext uri="{FF2B5EF4-FFF2-40B4-BE49-F238E27FC236}">
                  <a16:creationId xmlns:a16="http://schemas.microsoft.com/office/drawing/2014/main" id="{3B86DFA1-A5A3-9E9E-CDCE-D74D89BCEAFA}"/>
                </a:ext>
              </a:extLst>
            </p:cNvPr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20">
            <a:extLst>
              <a:ext uri="{FF2B5EF4-FFF2-40B4-BE49-F238E27FC236}">
                <a16:creationId xmlns:a16="http://schemas.microsoft.com/office/drawing/2014/main" id="{D6DCFF85-BE6D-57BA-3402-7B317BB0CB26}"/>
              </a:ext>
            </a:extLst>
          </p:cNvPr>
          <p:cNvGrpSpPr/>
          <p:nvPr/>
        </p:nvGrpSpPr>
        <p:grpSpPr>
          <a:xfrm>
            <a:off x="12033292" y="3167711"/>
            <a:ext cx="5226008" cy="1452959"/>
            <a:chOff x="0" y="-47625"/>
            <a:chExt cx="1497825" cy="416432"/>
          </a:xfrm>
        </p:grpSpPr>
        <p:sp>
          <p:nvSpPr>
            <p:cNvPr id="397" name="Google Shape;397;p20">
              <a:extLst>
                <a:ext uri="{FF2B5EF4-FFF2-40B4-BE49-F238E27FC236}">
                  <a16:creationId xmlns:a16="http://schemas.microsoft.com/office/drawing/2014/main" id="{7F0DFEFD-538B-C6A2-4DB4-1353F20AFDD0}"/>
                </a:ext>
              </a:extLst>
            </p:cNvPr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0">
              <a:extLst>
                <a:ext uri="{FF2B5EF4-FFF2-40B4-BE49-F238E27FC236}">
                  <a16:creationId xmlns:a16="http://schemas.microsoft.com/office/drawing/2014/main" id="{66047DC9-0AF5-A02F-7ED2-43F0441D81DE}"/>
                </a:ext>
              </a:extLst>
            </p:cNvPr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" name="Google Shape;399;p20">
            <a:extLst>
              <a:ext uri="{FF2B5EF4-FFF2-40B4-BE49-F238E27FC236}">
                <a16:creationId xmlns:a16="http://schemas.microsoft.com/office/drawing/2014/main" id="{A3495EB2-E8CA-9877-C331-D5CAC1DCA296}"/>
              </a:ext>
            </a:extLst>
          </p:cNvPr>
          <p:cNvSpPr txBox="1"/>
          <p:nvPr/>
        </p:nvSpPr>
        <p:spPr>
          <a:xfrm>
            <a:off x="1422359" y="3677054"/>
            <a:ext cx="4401743" cy="5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dirty="0">
                <a:latin typeface="Concert One"/>
                <a:ea typeface="Concert One"/>
                <a:cs typeface="Concert One"/>
                <a:sym typeface="Concert One"/>
              </a:rPr>
              <a:t>4</a:t>
            </a: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.Buat File README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00" name="Google Shape;400;p20">
            <a:extLst>
              <a:ext uri="{FF2B5EF4-FFF2-40B4-BE49-F238E27FC236}">
                <a16:creationId xmlns:a16="http://schemas.microsoft.com/office/drawing/2014/main" id="{12448255-FBF3-515F-7EEA-C946419A29BF}"/>
              </a:ext>
            </a:extLst>
          </p:cNvPr>
          <p:cNvSpPr txBox="1"/>
          <p:nvPr/>
        </p:nvSpPr>
        <p:spPr>
          <a:xfrm>
            <a:off x="6643780" y="3454054"/>
            <a:ext cx="4982159" cy="1107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5.Hubungkan Dengan GitHub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01" name="Google Shape;401;p20">
            <a:extLst>
              <a:ext uri="{FF2B5EF4-FFF2-40B4-BE49-F238E27FC236}">
                <a16:creationId xmlns:a16="http://schemas.microsoft.com/office/drawing/2014/main" id="{3ACA7627-AA32-6AFA-908B-4B242F8D5630}"/>
              </a:ext>
            </a:extLst>
          </p:cNvPr>
          <p:cNvSpPr txBox="1"/>
          <p:nvPr/>
        </p:nvSpPr>
        <p:spPr>
          <a:xfrm>
            <a:off x="12368218" y="3700339"/>
            <a:ext cx="4556033" cy="55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dirty="0">
                <a:latin typeface="Concert One"/>
                <a:ea typeface="Concert One"/>
                <a:cs typeface="Concert One"/>
                <a:sym typeface="Concert One"/>
              </a:rPr>
              <a:t>6</a:t>
            </a: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.Commit &amp; Push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02" name="Google Shape;402;p20">
            <a:extLst>
              <a:ext uri="{FF2B5EF4-FFF2-40B4-BE49-F238E27FC236}">
                <a16:creationId xmlns:a16="http://schemas.microsoft.com/office/drawing/2014/main" id="{6231F309-2A86-1AFD-480D-57CAB248EB40}"/>
              </a:ext>
            </a:extLst>
          </p:cNvPr>
          <p:cNvSpPr txBox="1"/>
          <p:nvPr/>
        </p:nvSpPr>
        <p:spPr>
          <a:xfrm>
            <a:off x="1588480" y="5373917"/>
            <a:ext cx="4069500" cy="9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Isi Dengan Target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ketentuan</a:t>
            </a:r>
            <a:endParaRPr lang="en-US" sz="26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" name="Google Shape;402;p20">
            <a:extLst>
              <a:ext uri="{FF2B5EF4-FFF2-40B4-BE49-F238E27FC236}">
                <a16:creationId xmlns:a16="http://schemas.microsoft.com/office/drawing/2014/main" id="{7D8A5033-1C18-B8CC-6ABA-BA4543EABA2B}"/>
              </a:ext>
            </a:extLst>
          </p:cNvPr>
          <p:cNvSpPr txBox="1"/>
          <p:nvPr/>
        </p:nvSpPr>
        <p:spPr>
          <a:xfrm>
            <a:off x="6955428" y="5373917"/>
            <a:ext cx="4069500" cy="9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Remote File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dengan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github</a:t>
            </a:r>
            <a:endParaRPr lang="en-US" sz="26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" name="Google Shape;402;p20">
            <a:extLst>
              <a:ext uri="{FF2B5EF4-FFF2-40B4-BE49-F238E27FC236}">
                <a16:creationId xmlns:a16="http://schemas.microsoft.com/office/drawing/2014/main" id="{D413CCA7-A8D9-D34C-2006-C755456887C5}"/>
              </a:ext>
            </a:extLst>
          </p:cNvPr>
          <p:cNvSpPr txBox="1"/>
          <p:nvPr/>
        </p:nvSpPr>
        <p:spPr>
          <a:xfrm>
            <a:off x="12538355" y="5293259"/>
            <a:ext cx="4069500" cy="230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Git Status</a:t>
            </a: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Git add .</a:t>
            </a: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Git commit –m “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isi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komen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”</a:t>
            </a: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Git push origin main</a:t>
            </a:r>
            <a:endParaRPr lang="en-US" sz="2600" i="0" u="none" strike="noStrike" cap="none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357070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374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19"/>
          <p:cNvGrpSpPr/>
          <p:nvPr/>
        </p:nvGrpSpPr>
        <p:grpSpPr>
          <a:xfrm>
            <a:off x="1028700" y="862533"/>
            <a:ext cx="7829550" cy="2190072"/>
            <a:chOff x="0" y="-47625"/>
            <a:chExt cx="2244026" cy="627696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9"/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19"/>
          <p:cNvGrpSpPr/>
          <p:nvPr/>
        </p:nvGrpSpPr>
        <p:grpSpPr>
          <a:xfrm>
            <a:off x="1028700" y="3172188"/>
            <a:ext cx="7829550" cy="2603977"/>
            <a:chOff x="0" y="-47625"/>
            <a:chExt cx="2244026" cy="746325"/>
          </a:xfrm>
        </p:grpSpPr>
        <p:sp>
          <p:nvSpPr>
            <p:cNvPr id="333" name="Google Shape;333;p19"/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9"/>
            <p:cNvSpPr txBox="1"/>
            <p:nvPr/>
          </p:nvSpPr>
          <p:spPr>
            <a:xfrm>
              <a:off x="0" y="-47625"/>
              <a:ext cx="2244026" cy="74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19"/>
          <p:cNvGrpSpPr/>
          <p:nvPr/>
        </p:nvGrpSpPr>
        <p:grpSpPr>
          <a:xfrm>
            <a:off x="1028700" y="5895745"/>
            <a:ext cx="7829550" cy="3362555"/>
            <a:chOff x="0" y="-47625"/>
            <a:chExt cx="2244026" cy="963741"/>
          </a:xfrm>
        </p:grpSpPr>
        <p:sp>
          <p:nvSpPr>
            <p:cNvPr id="336" name="Google Shape;336;p19"/>
            <p:cNvSpPr/>
            <p:nvPr/>
          </p:nvSpPr>
          <p:spPr>
            <a:xfrm>
              <a:off x="0" y="0"/>
              <a:ext cx="2244026" cy="916116"/>
            </a:xfrm>
            <a:custGeom>
              <a:avLst/>
              <a:gdLst/>
              <a:ahLst/>
              <a:cxnLst/>
              <a:rect l="l" t="t" r="r" b="b"/>
              <a:pathLst>
                <a:path w="2244026" h="916116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886452"/>
                  </a:lnTo>
                  <a:cubicBezTo>
                    <a:pt x="2244026" y="894319"/>
                    <a:pt x="2240901" y="901865"/>
                    <a:pt x="2235338" y="907428"/>
                  </a:cubicBezTo>
                  <a:cubicBezTo>
                    <a:pt x="2229774" y="912991"/>
                    <a:pt x="2222229" y="916116"/>
                    <a:pt x="2214362" y="916116"/>
                  </a:cubicBezTo>
                  <a:lnTo>
                    <a:pt x="29664" y="916116"/>
                  </a:lnTo>
                  <a:cubicBezTo>
                    <a:pt x="21797" y="916116"/>
                    <a:pt x="14252" y="912991"/>
                    <a:pt x="8688" y="907428"/>
                  </a:cubicBezTo>
                  <a:cubicBezTo>
                    <a:pt x="3125" y="901865"/>
                    <a:pt x="0" y="894319"/>
                    <a:pt x="0" y="886452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9"/>
            <p:cNvSpPr txBox="1"/>
            <p:nvPr/>
          </p:nvSpPr>
          <p:spPr>
            <a:xfrm>
              <a:off x="0" y="-47625"/>
              <a:ext cx="2244026" cy="9637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9"/>
          <p:cNvSpPr txBox="1"/>
          <p:nvPr/>
        </p:nvSpPr>
        <p:spPr>
          <a:xfrm>
            <a:off x="1600200" y="1604685"/>
            <a:ext cx="68286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Catatan</a:t>
            </a:r>
            <a:r>
              <a:rPr lang="en-US" sz="75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</a:t>
            </a:r>
            <a:r>
              <a:rPr lang="en-US" sz="75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Tahap</a:t>
            </a:r>
            <a:r>
              <a:rPr lang="en-US" sz="75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1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1600200" y="3529199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MKDIR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1600200" y="4017840"/>
            <a:ext cx="4958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lvl="1" indent="-280669">
              <a:buSzPts val="2600"/>
              <a:buFont typeface="Barlow"/>
              <a:buChar char="•"/>
            </a:pPr>
            <a:r>
              <a:rPr lang="en-ID" sz="2600" dirty="0" err="1"/>
              <a:t>mkdir</a:t>
            </a:r>
            <a:r>
              <a:rPr lang="en-ID" sz="2600" dirty="0"/>
              <a:t> = </a:t>
            </a:r>
            <a:r>
              <a:rPr lang="en-ID" sz="2600" dirty="0" err="1"/>
              <a:t>membuat</a:t>
            </a:r>
            <a:r>
              <a:rPr lang="en-ID" sz="2600" dirty="0"/>
              <a:t> folder.</a:t>
            </a:r>
            <a:endParaRPr sz="2600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1600200" y="6371184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CD Fullstack-30Hari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1600200" y="6884664"/>
            <a:ext cx="49584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Masuk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Kedalam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Folder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2" name="Google Shape;332;p19">
            <a:extLst>
              <a:ext uri="{FF2B5EF4-FFF2-40B4-BE49-F238E27FC236}">
                <a16:creationId xmlns:a16="http://schemas.microsoft.com/office/drawing/2014/main" id="{9520D3CF-B3B3-E6D3-6F22-766C75956EE7}"/>
              </a:ext>
            </a:extLst>
          </p:cNvPr>
          <p:cNvGrpSpPr/>
          <p:nvPr/>
        </p:nvGrpSpPr>
        <p:grpSpPr>
          <a:xfrm>
            <a:off x="9429750" y="862533"/>
            <a:ext cx="7829550" cy="2603977"/>
            <a:chOff x="0" y="-47625"/>
            <a:chExt cx="2244026" cy="746325"/>
          </a:xfrm>
        </p:grpSpPr>
        <p:sp>
          <p:nvSpPr>
            <p:cNvPr id="3" name="Google Shape;333;p19">
              <a:extLst>
                <a:ext uri="{FF2B5EF4-FFF2-40B4-BE49-F238E27FC236}">
                  <a16:creationId xmlns:a16="http://schemas.microsoft.com/office/drawing/2014/main" id="{85F05642-76E5-A46A-31A0-1EFC1C046E1F}"/>
                </a:ext>
              </a:extLst>
            </p:cNvPr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34;p19">
              <a:extLst>
                <a:ext uri="{FF2B5EF4-FFF2-40B4-BE49-F238E27FC236}">
                  <a16:creationId xmlns:a16="http://schemas.microsoft.com/office/drawing/2014/main" id="{B6C5EAC0-14FA-6EC0-8B03-6C575BD835DB}"/>
                </a:ext>
              </a:extLst>
            </p:cNvPr>
            <p:cNvSpPr txBox="1"/>
            <p:nvPr/>
          </p:nvSpPr>
          <p:spPr>
            <a:xfrm>
              <a:off x="0" y="-47625"/>
              <a:ext cx="2244026" cy="74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Google Shape;360;p19">
            <a:extLst>
              <a:ext uri="{FF2B5EF4-FFF2-40B4-BE49-F238E27FC236}">
                <a16:creationId xmlns:a16="http://schemas.microsoft.com/office/drawing/2014/main" id="{A26E206F-9645-7FA7-8803-6D51148BA5C3}"/>
              </a:ext>
            </a:extLst>
          </p:cNvPr>
          <p:cNvSpPr txBox="1"/>
          <p:nvPr/>
        </p:nvSpPr>
        <p:spPr>
          <a:xfrm>
            <a:off x="1600200" y="4472281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PWD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" name="Google Shape;361;p19">
            <a:extLst>
              <a:ext uri="{FF2B5EF4-FFF2-40B4-BE49-F238E27FC236}">
                <a16:creationId xmlns:a16="http://schemas.microsoft.com/office/drawing/2014/main" id="{C49A1E38-C5C1-9A8F-7971-2DA2EAA063A1}"/>
              </a:ext>
            </a:extLst>
          </p:cNvPr>
          <p:cNvSpPr txBox="1"/>
          <p:nvPr/>
        </p:nvSpPr>
        <p:spPr>
          <a:xfrm>
            <a:off x="1600200" y="4945390"/>
            <a:ext cx="49584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Menampilkan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Lokasi Folder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8" name="Google Shape;332;p19">
            <a:extLst>
              <a:ext uri="{FF2B5EF4-FFF2-40B4-BE49-F238E27FC236}">
                <a16:creationId xmlns:a16="http://schemas.microsoft.com/office/drawing/2014/main" id="{1D09C368-96AC-1F81-CA1E-4002E2C0F8A8}"/>
              </a:ext>
            </a:extLst>
          </p:cNvPr>
          <p:cNvGrpSpPr/>
          <p:nvPr/>
        </p:nvGrpSpPr>
        <p:grpSpPr>
          <a:xfrm>
            <a:off x="9429750" y="3632674"/>
            <a:ext cx="7829550" cy="2603977"/>
            <a:chOff x="0" y="-47625"/>
            <a:chExt cx="2244026" cy="746325"/>
          </a:xfrm>
        </p:grpSpPr>
        <p:sp>
          <p:nvSpPr>
            <p:cNvPr id="9" name="Google Shape;333;p19">
              <a:extLst>
                <a:ext uri="{FF2B5EF4-FFF2-40B4-BE49-F238E27FC236}">
                  <a16:creationId xmlns:a16="http://schemas.microsoft.com/office/drawing/2014/main" id="{2BC37F48-8D1A-6CA8-1379-9BA475FBA0A5}"/>
                </a:ext>
              </a:extLst>
            </p:cNvPr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34;p19">
              <a:extLst>
                <a:ext uri="{FF2B5EF4-FFF2-40B4-BE49-F238E27FC236}">
                  <a16:creationId xmlns:a16="http://schemas.microsoft.com/office/drawing/2014/main" id="{B7D2C3E6-235C-E14F-7898-02F91976B581}"/>
                </a:ext>
              </a:extLst>
            </p:cNvPr>
            <p:cNvSpPr txBox="1"/>
            <p:nvPr/>
          </p:nvSpPr>
          <p:spPr>
            <a:xfrm>
              <a:off x="0" y="-47625"/>
              <a:ext cx="2244026" cy="74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360;p19">
            <a:extLst>
              <a:ext uri="{FF2B5EF4-FFF2-40B4-BE49-F238E27FC236}">
                <a16:creationId xmlns:a16="http://schemas.microsoft.com/office/drawing/2014/main" id="{6C6CA5B1-674A-4340-55FB-71F439CD0CC0}"/>
              </a:ext>
            </a:extLst>
          </p:cNvPr>
          <p:cNvSpPr txBox="1"/>
          <p:nvPr/>
        </p:nvSpPr>
        <p:spPr>
          <a:xfrm>
            <a:off x="10001250" y="1210785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Git INIT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3" name="Google Shape;361;p19">
            <a:extLst>
              <a:ext uri="{FF2B5EF4-FFF2-40B4-BE49-F238E27FC236}">
                <a16:creationId xmlns:a16="http://schemas.microsoft.com/office/drawing/2014/main" id="{ACC508AB-B394-1AFE-13E3-7CC15F16EAA7}"/>
              </a:ext>
            </a:extLst>
          </p:cNvPr>
          <p:cNvSpPr txBox="1"/>
          <p:nvPr/>
        </p:nvSpPr>
        <p:spPr>
          <a:xfrm>
            <a:off x="9850855" y="1650320"/>
            <a:ext cx="6987339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GIT INIT =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Mulai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Mencatat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Perubahan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4" name="Google Shape;332;p19">
            <a:extLst>
              <a:ext uri="{FF2B5EF4-FFF2-40B4-BE49-F238E27FC236}">
                <a16:creationId xmlns:a16="http://schemas.microsoft.com/office/drawing/2014/main" id="{48A45E7A-FD46-D925-8CC1-E2EA5D4F0439}"/>
              </a:ext>
            </a:extLst>
          </p:cNvPr>
          <p:cNvGrpSpPr/>
          <p:nvPr/>
        </p:nvGrpSpPr>
        <p:grpSpPr>
          <a:xfrm>
            <a:off x="9429750" y="6354928"/>
            <a:ext cx="7829550" cy="2603977"/>
            <a:chOff x="0" y="-47625"/>
            <a:chExt cx="2244026" cy="746325"/>
          </a:xfrm>
        </p:grpSpPr>
        <p:sp>
          <p:nvSpPr>
            <p:cNvPr id="15" name="Google Shape;333;p19">
              <a:extLst>
                <a:ext uri="{FF2B5EF4-FFF2-40B4-BE49-F238E27FC236}">
                  <a16:creationId xmlns:a16="http://schemas.microsoft.com/office/drawing/2014/main" id="{6A95501F-3293-F8FD-2ABC-6413A759113B}"/>
                </a:ext>
              </a:extLst>
            </p:cNvPr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34;p19">
              <a:extLst>
                <a:ext uri="{FF2B5EF4-FFF2-40B4-BE49-F238E27FC236}">
                  <a16:creationId xmlns:a16="http://schemas.microsoft.com/office/drawing/2014/main" id="{37D595E8-8979-A026-180F-F2469001E157}"/>
                </a:ext>
              </a:extLst>
            </p:cNvPr>
            <p:cNvSpPr txBox="1"/>
            <p:nvPr/>
          </p:nvSpPr>
          <p:spPr>
            <a:xfrm>
              <a:off x="0" y="-47625"/>
              <a:ext cx="2244026" cy="74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360;p19">
            <a:extLst>
              <a:ext uri="{FF2B5EF4-FFF2-40B4-BE49-F238E27FC236}">
                <a16:creationId xmlns:a16="http://schemas.microsoft.com/office/drawing/2014/main" id="{046002E8-A8C1-06AA-C748-D2B49A6841B6}"/>
              </a:ext>
            </a:extLst>
          </p:cNvPr>
          <p:cNvSpPr txBox="1"/>
          <p:nvPr/>
        </p:nvSpPr>
        <p:spPr>
          <a:xfrm>
            <a:off x="10001250" y="6884108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Git Remote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9" name="Google Shape;361;p19">
            <a:extLst>
              <a:ext uri="{FF2B5EF4-FFF2-40B4-BE49-F238E27FC236}">
                <a16:creationId xmlns:a16="http://schemas.microsoft.com/office/drawing/2014/main" id="{07D29546-5641-4964-E7AA-AF70F2FEE8CA}"/>
              </a:ext>
            </a:extLst>
          </p:cNvPr>
          <p:cNvSpPr txBox="1"/>
          <p:nvPr/>
        </p:nvSpPr>
        <p:spPr>
          <a:xfrm>
            <a:off x="10001250" y="7309800"/>
            <a:ext cx="7019424" cy="138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lvl="1" indent="-280669">
              <a:lnSpc>
                <a:spcPct val="115000"/>
              </a:lnSpc>
              <a:buSzPts val="2600"/>
              <a:buFont typeface="Barlow"/>
              <a:buChar char="•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git remote add origin https://github.com/MuhammadRamdani121/Fullstack-30Hari.git</a:t>
            </a:r>
          </a:p>
        </p:txBody>
      </p:sp>
      <p:sp>
        <p:nvSpPr>
          <p:cNvPr id="21" name="Google Shape;360;p19">
            <a:extLst>
              <a:ext uri="{FF2B5EF4-FFF2-40B4-BE49-F238E27FC236}">
                <a16:creationId xmlns:a16="http://schemas.microsoft.com/office/drawing/2014/main" id="{5052BC0F-6FC8-748D-470C-F3C99C30F5E2}"/>
              </a:ext>
            </a:extLst>
          </p:cNvPr>
          <p:cNvSpPr txBox="1"/>
          <p:nvPr/>
        </p:nvSpPr>
        <p:spPr>
          <a:xfrm>
            <a:off x="10001250" y="2062468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Git STATUS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3" name="Google Shape;361;p19">
            <a:extLst>
              <a:ext uri="{FF2B5EF4-FFF2-40B4-BE49-F238E27FC236}">
                <a16:creationId xmlns:a16="http://schemas.microsoft.com/office/drawing/2014/main" id="{1FEFDD32-8F0A-BED7-5989-C0F6B7D35C5D}"/>
              </a:ext>
            </a:extLst>
          </p:cNvPr>
          <p:cNvSpPr txBox="1"/>
          <p:nvPr/>
        </p:nvSpPr>
        <p:spPr>
          <a:xfrm>
            <a:off x="9850855" y="2502003"/>
            <a:ext cx="6987339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GIT STATUS =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Melihat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Kondisi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Repo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" name="Google Shape;362;p19">
            <a:extLst>
              <a:ext uri="{FF2B5EF4-FFF2-40B4-BE49-F238E27FC236}">
                <a16:creationId xmlns:a16="http://schemas.microsoft.com/office/drawing/2014/main" id="{B0D4019F-0316-DD07-BDE8-E9EBFD099C1B}"/>
              </a:ext>
            </a:extLst>
          </p:cNvPr>
          <p:cNvSpPr txBox="1"/>
          <p:nvPr/>
        </p:nvSpPr>
        <p:spPr>
          <a:xfrm>
            <a:off x="1600200" y="7471684"/>
            <a:ext cx="52674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oncert One"/>
                <a:ea typeface="Concert One"/>
                <a:cs typeface="Concert One"/>
                <a:sym typeface="Concert One"/>
              </a:rPr>
              <a:t>File .</a:t>
            </a:r>
            <a:r>
              <a:rPr lang="en-US" sz="3200" dirty="0" err="1">
                <a:latin typeface="Concert One"/>
                <a:ea typeface="Concert One"/>
                <a:cs typeface="Concert One"/>
                <a:sym typeface="Concert One"/>
              </a:rPr>
              <a:t>gitignore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7" name="Google Shape;363;p19">
            <a:extLst>
              <a:ext uri="{FF2B5EF4-FFF2-40B4-BE49-F238E27FC236}">
                <a16:creationId xmlns:a16="http://schemas.microsoft.com/office/drawing/2014/main" id="{4EED7AC3-3B79-E648-E33B-0A6B22DCE32A}"/>
              </a:ext>
            </a:extLst>
          </p:cNvPr>
          <p:cNvSpPr txBox="1"/>
          <p:nvPr/>
        </p:nvSpPr>
        <p:spPr>
          <a:xfrm>
            <a:off x="1592179" y="8051390"/>
            <a:ext cx="7266071" cy="9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Untuk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Memberikan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Perintah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Jangan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Dimasukan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Ke repo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" name="Google Shape;360;p19">
            <a:extLst>
              <a:ext uri="{FF2B5EF4-FFF2-40B4-BE49-F238E27FC236}">
                <a16:creationId xmlns:a16="http://schemas.microsoft.com/office/drawing/2014/main" id="{619BF88D-C5A0-AB57-067A-F8138E7FAFE0}"/>
              </a:ext>
            </a:extLst>
          </p:cNvPr>
          <p:cNvSpPr txBox="1"/>
          <p:nvPr/>
        </p:nvSpPr>
        <p:spPr>
          <a:xfrm>
            <a:off x="9850856" y="4006766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Git</a:t>
            </a:r>
            <a:r>
              <a:rPr lang="en-US" sz="3200" dirty="0">
                <a:latin typeface="Concert One"/>
                <a:ea typeface="Concert One"/>
                <a:cs typeface="Concert One"/>
                <a:sym typeface="Concert One"/>
              </a:rPr>
              <a:t> Upload To Main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1" name="Google Shape;361;p19">
            <a:extLst>
              <a:ext uri="{FF2B5EF4-FFF2-40B4-BE49-F238E27FC236}">
                <a16:creationId xmlns:a16="http://schemas.microsoft.com/office/drawing/2014/main" id="{497A7149-2F8F-35EC-350A-99F0BD0036D8}"/>
              </a:ext>
            </a:extLst>
          </p:cNvPr>
          <p:cNvSpPr txBox="1"/>
          <p:nvPr/>
        </p:nvSpPr>
        <p:spPr>
          <a:xfrm>
            <a:off x="9700461" y="4446301"/>
            <a:ext cx="6987339" cy="138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Git add . </a:t>
            </a:r>
          </a:p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Git commit –m “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Komentar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Kondisi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”</a:t>
            </a:r>
          </a:p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Git push origin main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3D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/>
          <p:nvPr/>
        </p:nvSpPr>
        <p:spPr>
          <a:xfrm>
            <a:off x="5777163" y="1028700"/>
            <a:ext cx="7137308" cy="8229600"/>
          </a:xfrm>
          <a:custGeom>
            <a:avLst/>
            <a:gdLst/>
            <a:ahLst/>
            <a:cxnLst/>
            <a:rect l="l" t="t" r="r" b="b"/>
            <a:pathLst>
              <a:path w="7137308" h="8229600" extrusionOk="0">
                <a:moveTo>
                  <a:pt x="0" y="0"/>
                </a:moveTo>
                <a:lnTo>
                  <a:pt x="7137308" y="0"/>
                </a:lnTo>
                <a:lnTo>
                  <a:pt x="7137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A971233-959F-15CB-D2B9-33754B2A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4">
            <a:extLst>
              <a:ext uri="{FF2B5EF4-FFF2-40B4-BE49-F238E27FC236}">
                <a16:creationId xmlns:a16="http://schemas.microsoft.com/office/drawing/2014/main" id="{13509C83-1C30-17AE-B9EC-3E559CAAB5CA}"/>
              </a:ext>
            </a:extLst>
          </p:cNvPr>
          <p:cNvGrpSpPr/>
          <p:nvPr/>
        </p:nvGrpSpPr>
        <p:grpSpPr>
          <a:xfrm>
            <a:off x="3578051" y="862533"/>
            <a:ext cx="13681249" cy="2190072"/>
            <a:chOff x="0" y="-47625"/>
            <a:chExt cx="3921181" cy="627696"/>
          </a:xfrm>
        </p:grpSpPr>
        <p:sp>
          <p:nvSpPr>
            <p:cNvPr id="176" name="Google Shape;176;p14">
              <a:extLst>
                <a:ext uri="{FF2B5EF4-FFF2-40B4-BE49-F238E27FC236}">
                  <a16:creationId xmlns:a16="http://schemas.microsoft.com/office/drawing/2014/main" id="{45746380-C5BF-3A25-2B35-43FC63AACFED}"/>
                </a:ext>
              </a:extLst>
            </p:cNvPr>
            <p:cNvSpPr/>
            <p:nvPr/>
          </p:nvSpPr>
          <p:spPr>
            <a:xfrm>
              <a:off x="0" y="0"/>
              <a:ext cx="3921180" cy="580071"/>
            </a:xfrm>
            <a:custGeom>
              <a:avLst/>
              <a:gdLst/>
              <a:ahLst/>
              <a:cxnLst/>
              <a:rect l="l" t="t" r="r" b="b"/>
              <a:pathLst>
                <a:path w="3921180" h="580071" extrusionOk="0">
                  <a:moveTo>
                    <a:pt x="16976" y="0"/>
                  </a:moveTo>
                  <a:lnTo>
                    <a:pt x="3904204" y="0"/>
                  </a:lnTo>
                  <a:cubicBezTo>
                    <a:pt x="3913580" y="0"/>
                    <a:pt x="3921180" y="7601"/>
                    <a:pt x="3921180" y="16976"/>
                  </a:cubicBezTo>
                  <a:lnTo>
                    <a:pt x="3921180" y="563095"/>
                  </a:lnTo>
                  <a:cubicBezTo>
                    <a:pt x="3921180" y="567597"/>
                    <a:pt x="3919392" y="571915"/>
                    <a:pt x="3916208" y="575099"/>
                  </a:cubicBezTo>
                  <a:cubicBezTo>
                    <a:pt x="3913024" y="578283"/>
                    <a:pt x="3908706" y="580071"/>
                    <a:pt x="3904204" y="580071"/>
                  </a:cubicBezTo>
                  <a:lnTo>
                    <a:pt x="16976" y="580071"/>
                  </a:lnTo>
                  <a:cubicBezTo>
                    <a:pt x="12474" y="580071"/>
                    <a:pt x="8156" y="578283"/>
                    <a:pt x="4972" y="575099"/>
                  </a:cubicBezTo>
                  <a:cubicBezTo>
                    <a:pt x="1789" y="571915"/>
                    <a:pt x="0" y="567597"/>
                    <a:pt x="0" y="563095"/>
                  </a:cubicBezTo>
                  <a:lnTo>
                    <a:pt x="0" y="16976"/>
                  </a:lnTo>
                  <a:cubicBezTo>
                    <a:pt x="0" y="12474"/>
                    <a:pt x="1789" y="8156"/>
                    <a:pt x="4972" y="4972"/>
                  </a:cubicBezTo>
                  <a:cubicBezTo>
                    <a:pt x="8156" y="1789"/>
                    <a:pt x="12474" y="0"/>
                    <a:pt x="16976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>
              <a:extLst>
                <a:ext uri="{FF2B5EF4-FFF2-40B4-BE49-F238E27FC236}">
                  <a16:creationId xmlns:a16="http://schemas.microsoft.com/office/drawing/2014/main" id="{E19BD910-5CFB-D18A-1849-15D12BF93FCF}"/>
                </a:ext>
              </a:extLst>
            </p:cNvPr>
            <p:cNvSpPr txBox="1"/>
            <p:nvPr/>
          </p:nvSpPr>
          <p:spPr>
            <a:xfrm>
              <a:off x="0" y="-47625"/>
              <a:ext cx="3921181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>
            <a:extLst>
              <a:ext uri="{FF2B5EF4-FFF2-40B4-BE49-F238E27FC236}">
                <a16:creationId xmlns:a16="http://schemas.microsoft.com/office/drawing/2014/main" id="{75A15604-20EA-CEA2-3E80-1042530E3D4D}"/>
              </a:ext>
            </a:extLst>
          </p:cNvPr>
          <p:cNvGrpSpPr/>
          <p:nvPr/>
        </p:nvGrpSpPr>
        <p:grpSpPr>
          <a:xfrm>
            <a:off x="1028700" y="862533"/>
            <a:ext cx="2263601" cy="2190072"/>
            <a:chOff x="0" y="-47625"/>
            <a:chExt cx="648770" cy="627696"/>
          </a:xfrm>
        </p:grpSpPr>
        <p:sp>
          <p:nvSpPr>
            <p:cNvPr id="179" name="Google Shape;179;p14">
              <a:extLst>
                <a:ext uri="{FF2B5EF4-FFF2-40B4-BE49-F238E27FC236}">
                  <a16:creationId xmlns:a16="http://schemas.microsoft.com/office/drawing/2014/main" id="{84E32D2A-3C75-5A30-4DF8-2F0A9859C041}"/>
                </a:ext>
              </a:extLst>
            </p:cNvPr>
            <p:cNvSpPr/>
            <p:nvPr/>
          </p:nvSpPr>
          <p:spPr>
            <a:xfrm>
              <a:off x="0" y="0"/>
              <a:ext cx="648770" cy="580071"/>
            </a:xfrm>
            <a:custGeom>
              <a:avLst/>
              <a:gdLst/>
              <a:ahLst/>
              <a:cxnLst/>
              <a:rect l="l" t="t" r="r" b="b"/>
              <a:pathLst>
                <a:path w="648770" h="580071" extrusionOk="0">
                  <a:moveTo>
                    <a:pt x="102605" y="0"/>
                  </a:moveTo>
                  <a:lnTo>
                    <a:pt x="546165" y="0"/>
                  </a:lnTo>
                  <a:cubicBezTo>
                    <a:pt x="602832" y="0"/>
                    <a:pt x="648770" y="45938"/>
                    <a:pt x="648770" y="102605"/>
                  </a:cubicBezTo>
                  <a:lnTo>
                    <a:pt x="648770" y="477466"/>
                  </a:lnTo>
                  <a:cubicBezTo>
                    <a:pt x="648770" y="534133"/>
                    <a:pt x="602832" y="580071"/>
                    <a:pt x="546165" y="580071"/>
                  </a:cubicBezTo>
                  <a:lnTo>
                    <a:pt x="102605" y="580071"/>
                  </a:lnTo>
                  <a:cubicBezTo>
                    <a:pt x="45938" y="580071"/>
                    <a:pt x="0" y="534133"/>
                    <a:pt x="0" y="477466"/>
                  </a:cubicBezTo>
                  <a:lnTo>
                    <a:pt x="0" y="102605"/>
                  </a:lnTo>
                  <a:cubicBezTo>
                    <a:pt x="0" y="45938"/>
                    <a:pt x="45938" y="0"/>
                    <a:pt x="102605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>
              <a:extLst>
                <a:ext uri="{FF2B5EF4-FFF2-40B4-BE49-F238E27FC236}">
                  <a16:creationId xmlns:a16="http://schemas.microsoft.com/office/drawing/2014/main" id="{C5E4FAF7-C70E-9AAA-E19B-DE2A2391200F}"/>
                </a:ext>
              </a:extLst>
            </p:cNvPr>
            <p:cNvSpPr txBox="1"/>
            <p:nvPr/>
          </p:nvSpPr>
          <p:spPr>
            <a:xfrm>
              <a:off x="0" y="-47625"/>
              <a:ext cx="648770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>
            <a:extLst>
              <a:ext uri="{FF2B5EF4-FFF2-40B4-BE49-F238E27FC236}">
                <a16:creationId xmlns:a16="http://schemas.microsoft.com/office/drawing/2014/main" id="{AF411123-15D6-51FF-B1C0-54D596134430}"/>
              </a:ext>
            </a:extLst>
          </p:cNvPr>
          <p:cNvGrpSpPr/>
          <p:nvPr/>
        </p:nvGrpSpPr>
        <p:grpSpPr>
          <a:xfrm>
            <a:off x="1028700" y="3172188"/>
            <a:ext cx="7124437" cy="6086112"/>
            <a:chOff x="0" y="-47625"/>
            <a:chExt cx="2041934" cy="1744339"/>
          </a:xfrm>
        </p:grpSpPr>
        <p:sp>
          <p:nvSpPr>
            <p:cNvPr id="182" name="Google Shape;182;p14">
              <a:extLst>
                <a:ext uri="{FF2B5EF4-FFF2-40B4-BE49-F238E27FC236}">
                  <a16:creationId xmlns:a16="http://schemas.microsoft.com/office/drawing/2014/main" id="{F2D3CA30-F20C-2AAC-4A15-A8EBB31D11E2}"/>
                </a:ext>
              </a:extLst>
            </p:cNvPr>
            <p:cNvSpPr/>
            <p:nvPr/>
          </p:nvSpPr>
          <p:spPr>
            <a:xfrm>
              <a:off x="0" y="0"/>
              <a:ext cx="2041934" cy="1696714"/>
            </a:xfrm>
            <a:custGeom>
              <a:avLst/>
              <a:gdLst/>
              <a:ahLst/>
              <a:cxnLst/>
              <a:rect l="l" t="t" r="r" b="b"/>
              <a:pathLst>
                <a:path w="2041934" h="1696714" extrusionOk="0">
                  <a:moveTo>
                    <a:pt x="16300" y="0"/>
                  </a:moveTo>
                  <a:lnTo>
                    <a:pt x="2025634" y="0"/>
                  </a:lnTo>
                  <a:cubicBezTo>
                    <a:pt x="2029957" y="0"/>
                    <a:pt x="2034103" y="1717"/>
                    <a:pt x="2037160" y="4774"/>
                  </a:cubicBezTo>
                  <a:cubicBezTo>
                    <a:pt x="2040216" y="7831"/>
                    <a:pt x="2041934" y="11977"/>
                    <a:pt x="2041934" y="16300"/>
                  </a:cubicBezTo>
                  <a:lnTo>
                    <a:pt x="2041934" y="1680414"/>
                  </a:lnTo>
                  <a:cubicBezTo>
                    <a:pt x="2041934" y="1689417"/>
                    <a:pt x="2034636" y="1696714"/>
                    <a:pt x="2025634" y="1696714"/>
                  </a:cubicBezTo>
                  <a:lnTo>
                    <a:pt x="16300" y="1696714"/>
                  </a:lnTo>
                  <a:cubicBezTo>
                    <a:pt x="7298" y="1696714"/>
                    <a:pt x="0" y="1689417"/>
                    <a:pt x="0" y="1680414"/>
                  </a:cubicBezTo>
                  <a:lnTo>
                    <a:pt x="0" y="16300"/>
                  </a:lnTo>
                  <a:cubicBezTo>
                    <a:pt x="0" y="11977"/>
                    <a:pt x="1717" y="7831"/>
                    <a:pt x="4774" y="4774"/>
                  </a:cubicBezTo>
                  <a:cubicBezTo>
                    <a:pt x="7831" y="1717"/>
                    <a:pt x="11977" y="0"/>
                    <a:pt x="163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>
              <a:extLst>
                <a:ext uri="{FF2B5EF4-FFF2-40B4-BE49-F238E27FC236}">
                  <a16:creationId xmlns:a16="http://schemas.microsoft.com/office/drawing/2014/main" id="{3B62C458-AF5B-0BA8-05A3-DC67D0E48B44}"/>
                </a:ext>
              </a:extLst>
            </p:cNvPr>
            <p:cNvSpPr txBox="1"/>
            <p:nvPr/>
          </p:nvSpPr>
          <p:spPr>
            <a:xfrm>
              <a:off x="0" y="-47625"/>
              <a:ext cx="2041934" cy="1744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>
            <a:extLst>
              <a:ext uri="{FF2B5EF4-FFF2-40B4-BE49-F238E27FC236}">
                <a16:creationId xmlns:a16="http://schemas.microsoft.com/office/drawing/2014/main" id="{96CCA77C-4A56-E4D2-DB51-0CF597FBF61A}"/>
              </a:ext>
            </a:extLst>
          </p:cNvPr>
          <p:cNvGrpSpPr/>
          <p:nvPr/>
        </p:nvGrpSpPr>
        <p:grpSpPr>
          <a:xfrm>
            <a:off x="8438887" y="3172188"/>
            <a:ext cx="8820413" cy="2984971"/>
            <a:chOff x="0" y="-47625"/>
            <a:chExt cx="2528017" cy="855522"/>
          </a:xfrm>
        </p:grpSpPr>
        <p:sp>
          <p:nvSpPr>
            <p:cNvPr id="185" name="Google Shape;185;p14">
              <a:extLst>
                <a:ext uri="{FF2B5EF4-FFF2-40B4-BE49-F238E27FC236}">
                  <a16:creationId xmlns:a16="http://schemas.microsoft.com/office/drawing/2014/main" id="{327C67FA-D74E-22B1-806C-2011BCA85908}"/>
                </a:ext>
              </a:extLst>
            </p:cNvPr>
            <p:cNvSpPr/>
            <p:nvPr/>
          </p:nvSpPr>
          <p:spPr>
            <a:xfrm>
              <a:off x="0" y="0"/>
              <a:ext cx="2528017" cy="807897"/>
            </a:xfrm>
            <a:custGeom>
              <a:avLst/>
              <a:gdLst/>
              <a:ahLst/>
              <a:cxnLst/>
              <a:rect l="l" t="t" r="r" b="b"/>
              <a:pathLst>
                <a:path w="2528017" h="807897" extrusionOk="0">
                  <a:moveTo>
                    <a:pt x="26332" y="0"/>
                  </a:moveTo>
                  <a:lnTo>
                    <a:pt x="2501685" y="0"/>
                  </a:lnTo>
                  <a:cubicBezTo>
                    <a:pt x="2508669" y="0"/>
                    <a:pt x="2515367" y="2774"/>
                    <a:pt x="2520305" y="7712"/>
                  </a:cubicBezTo>
                  <a:cubicBezTo>
                    <a:pt x="2525243" y="12651"/>
                    <a:pt x="2528017" y="19348"/>
                    <a:pt x="2528017" y="26332"/>
                  </a:cubicBezTo>
                  <a:lnTo>
                    <a:pt x="2528017" y="781565"/>
                  </a:lnTo>
                  <a:cubicBezTo>
                    <a:pt x="2528017" y="788549"/>
                    <a:pt x="2525243" y="795246"/>
                    <a:pt x="2520305" y="800184"/>
                  </a:cubicBezTo>
                  <a:cubicBezTo>
                    <a:pt x="2515367" y="805123"/>
                    <a:pt x="2508669" y="807897"/>
                    <a:pt x="2501685" y="807897"/>
                  </a:cubicBezTo>
                  <a:lnTo>
                    <a:pt x="26332" y="807897"/>
                  </a:lnTo>
                  <a:cubicBezTo>
                    <a:pt x="19348" y="807897"/>
                    <a:pt x="12651" y="805123"/>
                    <a:pt x="7712" y="800184"/>
                  </a:cubicBezTo>
                  <a:cubicBezTo>
                    <a:pt x="2774" y="795246"/>
                    <a:pt x="0" y="788549"/>
                    <a:pt x="0" y="781565"/>
                  </a:cubicBezTo>
                  <a:lnTo>
                    <a:pt x="0" y="26332"/>
                  </a:lnTo>
                  <a:cubicBezTo>
                    <a:pt x="0" y="19348"/>
                    <a:pt x="2774" y="12651"/>
                    <a:pt x="7712" y="7712"/>
                  </a:cubicBezTo>
                  <a:cubicBezTo>
                    <a:pt x="12651" y="2774"/>
                    <a:pt x="19348" y="0"/>
                    <a:pt x="26332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>
              <a:extLst>
                <a:ext uri="{FF2B5EF4-FFF2-40B4-BE49-F238E27FC236}">
                  <a16:creationId xmlns:a16="http://schemas.microsoft.com/office/drawing/2014/main" id="{F696E711-2963-D886-68F5-A1DAE1B24049}"/>
                </a:ext>
              </a:extLst>
            </p:cNvPr>
            <p:cNvSpPr txBox="1"/>
            <p:nvPr/>
          </p:nvSpPr>
          <p:spPr>
            <a:xfrm>
              <a:off x="0" y="-47625"/>
              <a:ext cx="2528017" cy="855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14">
            <a:extLst>
              <a:ext uri="{FF2B5EF4-FFF2-40B4-BE49-F238E27FC236}">
                <a16:creationId xmlns:a16="http://schemas.microsoft.com/office/drawing/2014/main" id="{4D18FB58-038C-6B22-94C0-210FFDEC53F5}"/>
              </a:ext>
            </a:extLst>
          </p:cNvPr>
          <p:cNvGrpSpPr/>
          <p:nvPr/>
        </p:nvGrpSpPr>
        <p:grpSpPr>
          <a:xfrm>
            <a:off x="8438887" y="6273329"/>
            <a:ext cx="8820413" cy="2984971"/>
            <a:chOff x="0" y="-47625"/>
            <a:chExt cx="2528017" cy="855522"/>
          </a:xfrm>
        </p:grpSpPr>
        <p:sp>
          <p:nvSpPr>
            <p:cNvPr id="188" name="Google Shape;188;p14">
              <a:extLst>
                <a:ext uri="{FF2B5EF4-FFF2-40B4-BE49-F238E27FC236}">
                  <a16:creationId xmlns:a16="http://schemas.microsoft.com/office/drawing/2014/main" id="{BC057DC5-7679-B6AB-65FC-BA55D18FAAF3}"/>
                </a:ext>
              </a:extLst>
            </p:cNvPr>
            <p:cNvSpPr/>
            <p:nvPr/>
          </p:nvSpPr>
          <p:spPr>
            <a:xfrm>
              <a:off x="0" y="0"/>
              <a:ext cx="2528017" cy="807897"/>
            </a:xfrm>
            <a:custGeom>
              <a:avLst/>
              <a:gdLst/>
              <a:ahLst/>
              <a:cxnLst/>
              <a:rect l="l" t="t" r="r" b="b"/>
              <a:pathLst>
                <a:path w="2528017" h="807897" extrusionOk="0">
                  <a:moveTo>
                    <a:pt x="26332" y="0"/>
                  </a:moveTo>
                  <a:lnTo>
                    <a:pt x="2501685" y="0"/>
                  </a:lnTo>
                  <a:cubicBezTo>
                    <a:pt x="2508669" y="0"/>
                    <a:pt x="2515367" y="2774"/>
                    <a:pt x="2520305" y="7712"/>
                  </a:cubicBezTo>
                  <a:cubicBezTo>
                    <a:pt x="2525243" y="12651"/>
                    <a:pt x="2528017" y="19348"/>
                    <a:pt x="2528017" y="26332"/>
                  </a:cubicBezTo>
                  <a:lnTo>
                    <a:pt x="2528017" y="781565"/>
                  </a:lnTo>
                  <a:cubicBezTo>
                    <a:pt x="2528017" y="788549"/>
                    <a:pt x="2525243" y="795246"/>
                    <a:pt x="2520305" y="800184"/>
                  </a:cubicBezTo>
                  <a:cubicBezTo>
                    <a:pt x="2515367" y="805123"/>
                    <a:pt x="2508669" y="807897"/>
                    <a:pt x="2501685" y="807897"/>
                  </a:cubicBezTo>
                  <a:lnTo>
                    <a:pt x="26332" y="807897"/>
                  </a:lnTo>
                  <a:cubicBezTo>
                    <a:pt x="19348" y="807897"/>
                    <a:pt x="12651" y="805123"/>
                    <a:pt x="7712" y="800184"/>
                  </a:cubicBezTo>
                  <a:cubicBezTo>
                    <a:pt x="2774" y="795246"/>
                    <a:pt x="0" y="788549"/>
                    <a:pt x="0" y="781565"/>
                  </a:cubicBezTo>
                  <a:lnTo>
                    <a:pt x="0" y="26332"/>
                  </a:lnTo>
                  <a:cubicBezTo>
                    <a:pt x="0" y="19348"/>
                    <a:pt x="2774" y="12651"/>
                    <a:pt x="7712" y="7712"/>
                  </a:cubicBezTo>
                  <a:cubicBezTo>
                    <a:pt x="12651" y="2774"/>
                    <a:pt x="19348" y="0"/>
                    <a:pt x="26332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>
              <a:extLst>
                <a:ext uri="{FF2B5EF4-FFF2-40B4-BE49-F238E27FC236}">
                  <a16:creationId xmlns:a16="http://schemas.microsoft.com/office/drawing/2014/main" id="{0E398DDF-FAD5-2A70-027E-D4B1F5BC4C5F}"/>
                </a:ext>
              </a:extLst>
            </p:cNvPr>
            <p:cNvSpPr txBox="1"/>
            <p:nvPr/>
          </p:nvSpPr>
          <p:spPr>
            <a:xfrm>
              <a:off x="0" y="-47625"/>
              <a:ext cx="2528017" cy="855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4">
            <a:extLst>
              <a:ext uri="{FF2B5EF4-FFF2-40B4-BE49-F238E27FC236}">
                <a16:creationId xmlns:a16="http://schemas.microsoft.com/office/drawing/2014/main" id="{6CCB5CC4-71FD-A242-3AF8-93004FB02A94}"/>
              </a:ext>
            </a:extLst>
          </p:cNvPr>
          <p:cNvGrpSpPr/>
          <p:nvPr/>
        </p:nvGrpSpPr>
        <p:grpSpPr>
          <a:xfrm>
            <a:off x="1322595" y="4288798"/>
            <a:ext cx="6409700" cy="763121"/>
            <a:chOff x="0" y="-47625"/>
            <a:chExt cx="484380" cy="239857"/>
          </a:xfrm>
        </p:grpSpPr>
        <p:sp>
          <p:nvSpPr>
            <p:cNvPr id="191" name="Google Shape;191;p14">
              <a:extLst>
                <a:ext uri="{FF2B5EF4-FFF2-40B4-BE49-F238E27FC236}">
                  <a16:creationId xmlns:a16="http://schemas.microsoft.com/office/drawing/2014/main" id="{9A7363AB-4BD8-0EFF-79E6-84517EE63B9C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D93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>
              <a:extLst>
                <a:ext uri="{FF2B5EF4-FFF2-40B4-BE49-F238E27FC236}">
                  <a16:creationId xmlns:a16="http://schemas.microsoft.com/office/drawing/2014/main" id="{AB61B076-DC2E-2834-85CC-E24E539A8EAC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4">
            <a:extLst>
              <a:ext uri="{FF2B5EF4-FFF2-40B4-BE49-F238E27FC236}">
                <a16:creationId xmlns:a16="http://schemas.microsoft.com/office/drawing/2014/main" id="{CDAD76D5-3967-1CA7-33E7-B7E1DF489331}"/>
              </a:ext>
            </a:extLst>
          </p:cNvPr>
          <p:cNvGrpSpPr/>
          <p:nvPr/>
        </p:nvGrpSpPr>
        <p:grpSpPr>
          <a:xfrm>
            <a:off x="1322594" y="5007276"/>
            <a:ext cx="6409700" cy="763121"/>
            <a:chOff x="0" y="-47625"/>
            <a:chExt cx="484380" cy="239857"/>
          </a:xfrm>
        </p:grpSpPr>
        <p:sp>
          <p:nvSpPr>
            <p:cNvPr id="197" name="Google Shape;197;p14">
              <a:extLst>
                <a:ext uri="{FF2B5EF4-FFF2-40B4-BE49-F238E27FC236}">
                  <a16:creationId xmlns:a16="http://schemas.microsoft.com/office/drawing/2014/main" id="{67538723-0DD3-E8E8-F7F7-C16F91D4EA9C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6F61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>
              <a:extLst>
                <a:ext uri="{FF2B5EF4-FFF2-40B4-BE49-F238E27FC236}">
                  <a16:creationId xmlns:a16="http://schemas.microsoft.com/office/drawing/2014/main" id="{E49327CF-64FB-584F-337E-5E0AE2CF03D7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4">
            <a:extLst>
              <a:ext uri="{FF2B5EF4-FFF2-40B4-BE49-F238E27FC236}">
                <a16:creationId xmlns:a16="http://schemas.microsoft.com/office/drawing/2014/main" id="{40735CA3-64F1-CFD8-9C4C-E03B56CA5678}"/>
              </a:ext>
            </a:extLst>
          </p:cNvPr>
          <p:cNvGrpSpPr/>
          <p:nvPr/>
        </p:nvGrpSpPr>
        <p:grpSpPr>
          <a:xfrm>
            <a:off x="1295913" y="5796994"/>
            <a:ext cx="6409700" cy="763121"/>
            <a:chOff x="0" y="-47625"/>
            <a:chExt cx="484380" cy="239857"/>
          </a:xfrm>
        </p:grpSpPr>
        <p:sp>
          <p:nvSpPr>
            <p:cNvPr id="203" name="Google Shape;203;p14">
              <a:extLst>
                <a:ext uri="{FF2B5EF4-FFF2-40B4-BE49-F238E27FC236}">
                  <a16:creationId xmlns:a16="http://schemas.microsoft.com/office/drawing/2014/main" id="{C9148133-CB92-5B42-3974-1BB7ACBB7991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43D374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4">
              <a:extLst>
                <a:ext uri="{FF2B5EF4-FFF2-40B4-BE49-F238E27FC236}">
                  <a16:creationId xmlns:a16="http://schemas.microsoft.com/office/drawing/2014/main" id="{068E9C05-F4B2-83E3-2BAC-08550845592E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4">
            <a:extLst>
              <a:ext uri="{FF2B5EF4-FFF2-40B4-BE49-F238E27FC236}">
                <a16:creationId xmlns:a16="http://schemas.microsoft.com/office/drawing/2014/main" id="{D000B9DA-5994-63F0-AAD2-034414490C0B}"/>
              </a:ext>
            </a:extLst>
          </p:cNvPr>
          <p:cNvGrpSpPr/>
          <p:nvPr/>
        </p:nvGrpSpPr>
        <p:grpSpPr>
          <a:xfrm>
            <a:off x="1306550" y="6568438"/>
            <a:ext cx="6425743" cy="763121"/>
            <a:chOff x="0" y="-47625"/>
            <a:chExt cx="484380" cy="239857"/>
          </a:xfrm>
        </p:grpSpPr>
        <p:sp>
          <p:nvSpPr>
            <p:cNvPr id="209" name="Google Shape;209;p14">
              <a:extLst>
                <a:ext uri="{FF2B5EF4-FFF2-40B4-BE49-F238E27FC236}">
                  <a16:creationId xmlns:a16="http://schemas.microsoft.com/office/drawing/2014/main" id="{4D0BB25D-C8DD-9D32-F5E8-1AD9B8BF94D2}"/>
                </a:ext>
              </a:extLst>
            </p:cNvPr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D93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4">
              <a:extLst>
                <a:ext uri="{FF2B5EF4-FFF2-40B4-BE49-F238E27FC236}">
                  <a16:creationId xmlns:a16="http://schemas.microsoft.com/office/drawing/2014/main" id="{F3BB0776-F093-6A85-98B0-23F557F35757}"/>
                </a:ext>
              </a:extLst>
            </p:cNvPr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4">
            <a:extLst>
              <a:ext uri="{FF2B5EF4-FFF2-40B4-BE49-F238E27FC236}">
                <a16:creationId xmlns:a16="http://schemas.microsoft.com/office/drawing/2014/main" id="{3AD92113-1AD4-810C-2412-9A6E93AD549D}"/>
              </a:ext>
            </a:extLst>
          </p:cNvPr>
          <p:cNvSpPr txBox="1"/>
          <p:nvPr/>
        </p:nvSpPr>
        <p:spPr>
          <a:xfrm>
            <a:off x="4764504" y="1433494"/>
            <a:ext cx="1222408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dirty="0">
                <a:latin typeface="Concert One"/>
                <a:ea typeface="Concert One"/>
                <a:cs typeface="Concert One"/>
                <a:sym typeface="Concert One"/>
              </a:rPr>
              <a:t>HARI PERTAMA 1.2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29" name="Google Shape;229;p14">
            <a:extLst>
              <a:ext uri="{FF2B5EF4-FFF2-40B4-BE49-F238E27FC236}">
                <a16:creationId xmlns:a16="http://schemas.microsoft.com/office/drawing/2014/main" id="{D73209B3-B0DD-9A46-03CA-932936AC6550}"/>
              </a:ext>
            </a:extLst>
          </p:cNvPr>
          <p:cNvSpPr txBox="1"/>
          <p:nvPr/>
        </p:nvSpPr>
        <p:spPr>
          <a:xfrm>
            <a:off x="1632373" y="1534718"/>
            <a:ext cx="1056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0" dirty="0">
                <a:latin typeface="Concert One"/>
                <a:ea typeface="Concert One"/>
                <a:cs typeface="Concert One"/>
                <a:sym typeface="Concert One"/>
              </a:rPr>
              <a:t>1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31" name="Google Shape;231;p14">
            <a:extLst>
              <a:ext uri="{FF2B5EF4-FFF2-40B4-BE49-F238E27FC236}">
                <a16:creationId xmlns:a16="http://schemas.microsoft.com/office/drawing/2014/main" id="{C18D7184-A68D-5F42-8FC7-159B106D5D0E}"/>
              </a:ext>
            </a:extLst>
          </p:cNvPr>
          <p:cNvSpPr txBox="1"/>
          <p:nvPr/>
        </p:nvSpPr>
        <p:spPr>
          <a:xfrm>
            <a:off x="1632350" y="1233957"/>
            <a:ext cx="10563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 i="0" u="none" strike="noStrike" cap="none" dirty="0">
                <a:solidFill>
                  <a:srgbClr val="FF6F61"/>
                </a:solidFill>
                <a:latin typeface="Barlow"/>
                <a:ea typeface="Barlow"/>
                <a:cs typeface="Barlow"/>
                <a:sym typeface="Barlow"/>
              </a:rPr>
              <a:t>DAY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232;p14">
            <a:extLst>
              <a:ext uri="{FF2B5EF4-FFF2-40B4-BE49-F238E27FC236}">
                <a16:creationId xmlns:a16="http://schemas.microsoft.com/office/drawing/2014/main" id="{ECF0E82A-C318-AF75-DEC5-22D3FC52A349}"/>
              </a:ext>
            </a:extLst>
          </p:cNvPr>
          <p:cNvSpPr txBox="1"/>
          <p:nvPr/>
        </p:nvSpPr>
        <p:spPr>
          <a:xfrm>
            <a:off x="1564339" y="3843952"/>
            <a:ext cx="605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Urutan</a:t>
            </a: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Daily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35" name="Google Shape;235;p14">
            <a:extLst>
              <a:ext uri="{FF2B5EF4-FFF2-40B4-BE49-F238E27FC236}">
                <a16:creationId xmlns:a16="http://schemas.microsoft.com/office/drawing/2014/main" id="{09F865F8-8874-C365-E7AF-334F6A56B175}"/>
              </a:ext>
            </a:extLst>
          </p:cNvPr>
          <p:cNvSpPr txBox="1"/>
          <p:nvPr/>
        </p:nvSpPr>
        <p:spPr>
          <a:xfrm>
            <a:off x="1553463" y="4601155"/>
            <a:ext cx="60639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1.Membuat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Fontend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backend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Terpisah</a:t>
            </a:r>
            <a:endParaRPr sz="2000" dirty="0"/>
          </a:p>
        </p:txBody>
      </p:sp>
      <p:sp>
        <p:nvSpPr>
          <p:cNvPr id="236" name="Google Shape;236;p14">
            <a:extLst>
              <a:ext uri="{FF2B5EF4-FFF2-40B4-BE49-F238E27FC236}">
                <a16:creationId xmlns:a16="http://schemas.microsoft.com/office/drawing/2014/main" id="{ABC07AC8-2B64-2525-C6B4-CD6312443E67}"/>
              </a:ext>
            </a:extLst>
          </p:cNvPr>
          <p:cNvSpPr txBox="1"/>
          <p:nvPr/>
        </p:nvSpPr>
        <p:spPr>
          <a:xfrm>
            <a:off x="1524224" y="5340167"/>
            <a:ext cx="58551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2.Membuat React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Vite</a:t>
            </a:r>
            <a:endParaRPr sz="2000" dirty="0"/>
          </a:p>
        </p:txBody>
      </p:sp>
      <p:sp>
        <p:nvSpPr>
          <p:cNvPr id="237" name="Google Shape;237;p14">
            <a:extLst>
              <a:ext uri="{FF2B5EF4-FFF2-40B4-BE49-F238E27FC236}">
                <a16:creationId xmlns:a16="http://schemas.microsoft.com/office/drawing/2014/main" id="{1B6E73CF-5642-F875-B917-473D1CFB2523}"/>
              </a:ext>
            </a:extLst>
          </p:cNvPr>
          <p:cNvSpPr txBox="1"/>
          <p:nvPr/>
        </p:nvSpPr>
        <p:spPr>
          <a:xfrm>
            <a:off x="1553462" y="6165017"/>
            <a:ext cx="582590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3.Buat .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gitignore</a:t>
            </a:r>
            <a:endParaRPr sz="2000" dirty="0"/>
          </a:p>
        </p:txBody>
      </p:sp>
      <p:sp>
        <p:nvSpPr>
          <p:cNvPr id="238" name="Google Shape;238;p14">
            <a:extLst>
              <a:ext uri="{FF2B5EF4-FFF2-40B4-BE49-F238E27FC236}">
                <a16:creationId xmlns:a16="http://schemas.microsoft.com/office/drawing/2014/main" id="{6E9DB972-2344-5C44-33A7-1AA26A4CABDC}"/>
              </a:ext>
            </a:extLst>
          </p:cNvPr>
          <p:cNvSpPr txBox="1"/>
          <p:nvPr/>
        </p:nvSpPr>
        <p:spPr>
          <a:xfrm>
            <a:off x="1572385" y="6949458"/>
            <a:ext cx="5919278" cy="248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4.Jalankan React</a:t>
            </a:r>
            <a:endParaRPr sz="2000" dirty="0"/>
          </a:p>
        </p:txBody>
      </p:sp>
      <p:sp>
        <p:nvSpPr>
          <p:cNvPr id="257" name="Google Shape;257;p14">
            <a:extLst>
              <a:ext uri="{FF2B5EF4-FFF2-40B4-BE49-F238E27FC236}">
                <a16:creationId xmlns:a16="http://schemas.microsoft.com/office/drawing/2014/main" id="{703E6A84-3FB1-670D-CA92-7063F8F6D34E}"/>
              </a:ext>
            </a:extLst>
          </p:cNvPr>
          <p:cNvSpPr txBox="1"/>
          <p:nvPr/>
        </p:nvSpPr>
        <p:spPr>
          <a:xfrm>
            <a:off x="9822543" y="4439584"/>
            <a:ext cx="605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Setup Frontend React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" name="Google Shape;257;p14">
            <a:extLst>
              <a:ext uri="{FF2B5EF4-FFF2-40B4-BE49-F238E27FC236}">
                <a16:creationId xmlns:a16="http://schemas.microsoft.com/office/drawing/2014/main" id="{A2D91F3E-099D-EA2C-4A45-DBF57C49CD97}"/>
              </a:ext>
            </a:extLst>
          </p:cNvPr>
          <p:cNvSpPr txBox="1"/>
          <p:nvPr/>
        </p:nvSpPr>
        <p:spPr>
          <a:xfrm>
            <a:off x="8438887" y="6782945"/>
            <a:ext cx="282341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Frontend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7" name="Google Shape;257;p14">
            <a:extLst>
              <a:ext uri="{FF2B5EF4-FFF2-40B4-BE49-F238E27FC236}">
                <a16:creationId xmlns:a16="http://schemas.microsoft.com/office/drawing/2014/main" id="{595D96AD-B2E2-709F-5446-F599314E8E26}"/>
              </a:ext>
            </a:extLst>
          </p:cNvPr>
          <p:cNvSpPr txBox="1"/>
          <p:nvPr/>
        </p:nvSpPr>
        <p:spPr>
          <a:xfrm>
            <a:off x="13901225" y="6752785"/>
            <a:ext cx="282341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Vite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9" name="Google Shape;257;p14">
            <a:extLst>
              <a:ext uri="{FF2B5EF4-FFF2-40B4-BE49-F238E27FC236}">
                <a16:creationId xmlns:a16="http://schemas.microsoft.com/office/drawing/2014/main" id="{D1F0B423-055B-D6B8-AE48-BCEA3B04734C}"/>
              </a:ext>
            </a:extLst>
          </p:cNvPr>
          <p:cNvSpPr txBox="1"/>
          <p:nvPr/>
        </p:nvSpPr>
        <p:spPr>
          <a:xfrm>
            <a:off x="13901226" y="8288979"/>
            <a:ext cx="282341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React 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1" name="Google Shape;257;p14">
            <a:extLst>
              <a:ext uri="{FF2B5EF4-FFF2-40B4-BE49-F238E27FC236}">
                <a16:creationId xmlns:a16="http://schemas.microsoft.com/office/drawing/2014/main" id="{A831559D-E735-19A3-0EF3-E243ECA195FA}"/>
              </a:ext>
            </a:extLst>
          </p:cNvPr>
          <p:cNvSpPr txBox="1"/>
          <p:nvPr/>
        </p:nvSpPr>
        <p:spPr>
          <a:xfrm>
            <a:off x="8283301" y="8303597"/>
            <a:ext cx="282341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oncert One"/>
                <a:ea typeface="Concert One"/>
                <a:cs typeface="Concert One"/>
                <a:sym typeface="Concert One"/>
              </a:rPr>
              <a:t>Run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D698108-8468-CB33-5C67-281FEAF4D24F}"/>
              </a:ext>
            </a:extLst>
          </p:cNvPr>
          <p:cNvSpPr/>
          <p:nvPr/>
        </p:nvSpPr>
        <p:spPr>
          <a:xfrm>
            <a:off x="12092558" y="673760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E9AF0D-4064-07BD-F614-609DA5FAD10C}"/>
              </a:ext>
            </a:extLst>
          </p:cNvPr>
          <p:cNvSpPr/>
          <p:nvPr/>
        </p:nvSpPr>
        <p:spPr>
          <a:xfrm>
            <a:off x="15086657" y="717689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E593A4E8-36F5-F0B2-41AD-760CB957F5C5}"/>
              </a:ext>
            </a:extLst>
          </p:cNvPr>
          <p:cNvSpPr/>
          <p:nvPr/>
        </p:nvSpPr>
        <p:spPr>
          <a:xfrm>
            <a:off x="12140051" y="8212919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662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90DA"/>
        </a:solidFill>
        <a:effectLst/>
      </p:bgPr>
    </p:bg>
    <p:spTree>
      <p:nvGrpSpPr>
        <p:cNvPr id="1" name="Shape 372">
          <a:extLst>
            <a:ext uri="{FF2B5EF4-FFF2-40B4-BE49-F238E27FC236}">
              <a16:creationId xmlns:a16="http://schemas.microsoft.com/office/drawing/2014/main" id="{DCAF85CD-0207-DE76-E790-783E4AB7F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0">
            <a:extLst>
              <a:ext uri="{FF2B5EF4-FFF2-40B4-BE49-F238E27FC236}">
                <a16:creationId xmlns:a16="http://schemas.microsoft.com/office/drawing/2014/main" id="{02FC1FDE-0349-B555-99A3-3A771539DE50}"/>
              </a:ext>
            </a:extLst>
          </p:cNvPr>
          <p:cNvGrpSpPr/>
          <p:nvPr/>
        </p:nvGrpSpPr>
        <p:grpSpPr>
          <a:xfrm>
            <a:off x="1028700" y="4696865"/>
            <a:ext cx="5226008" cy="4532196"/>
            <a:chOff x="0" y="-47625"/>
            <a:chExt cx="1497825" cy="1298972"/>
          </a:xfrm>
        </p:grpSpPr>
        <p:sp>
          <p:nvSpPr>
            <p:cNvPr id="374" name="Google Shape;374;p20">
              <a:extLst>
                <a:ext uri="{FF2B5EF4-FFF2-40B4-BE49-F238E27FC236}">
                  <a16:creationId xmlns:a16="http://schemas.microsoft.com/office/drawing/2014/main" id="{C42BEFB5-117F-2957-4957-C852D3528C1E}"/>
                </a:ext>
              </a:extLst>
            </p:cNvPr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0">
              <a:extLst>
                <a:ext uri="{FF2B5EF4-FFF2-40B4-BE49-F238E27FC236}">
                  <a16:creationId xmlns:a16="http://schemas.microsoft.com/office/drawing/2014/main" id="{6C535C81-2564-5CF9-AC73-813E350FD512}"/>
                </a:ext>
              </a:extLst>
            </p:cNvPr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20">
            <a:extLst>
              <a:ext uri="{FF2B5EF4-FFF2-40B4-BE49-F238E27FC236}">
                <a16:creationId xmlns:a16="http://schemas.microsoft.com/office/drawing/2014/main" id="{4EF57326-C63E-7E14-23CF-E85B94725C06}"/>
              </a:ext>
            </a:extLst>
          </p:cNvPr>
          <p:cNvGrpSpPr/>
          <p:nvPr/>
        </p:nvGrpSpPr>
        <p:grpSpPr>
          <a:xfrm>
            <a:off x="6530996" y="4726104"/>
            <a:ext cx="5226008" cy="4532196"/>
            <a:chOff x="0" y="-47625"/>
            <a:chExt cx="1497825" cy="1298972"/>
          </a:xfrm>
        </p:grpSpPr>
        <p:sp>
          <p:nvSpPr>
            <p:cNvPr id="377" name="Google Shape;377;p20">
              <a:extLst>
                <a:ext uri="{FF2B5EF4-FFF2-40B4-BE49-F238E27FC236}">
                  <a16:creationId xmlns:a16="http://schemas.microsoft.com/office/drawing/2014/main" id="{5DEB4D00-C5C1-81EB-916F-93A5E64B7497}"/>
                </a:ext>
              </a:extLst>
            </p:cNvPr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0">
              <a:extLst>
                <a:ext uri="{FF2B5EF4-FFF2-40B4-BE49-F238E27FC236}">
                  <a16:creationId xmlns:a16="http://schemas.microsoft.com/office/drawing/2014/main" id="{DA8F4B4A-566C-4010-8518-73B80D647EB5}"/>
                </a:ext>
              </a:extLst>
            </p:cNvPr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20">
            <a:extLst>
              <a:ext uri="{FF2B5EF4-FFF2-40B4-BE49-F238E27FC236}">
                <a16:creationId xmlns:a16="http://schemas.microsoft.com/office/drawing/2014/main" id="{374F65AD-56E8-24BB-8195-390A70FD0159}"/>
              </a:ext>
            </a:extLst>
          </p:cNvPr>
          <p:cNvGrpSpPr/>
          <p:nvPr/>
        </p:nvGrpSpPr>
        <p:grpSpPr>
          <a:xfrm>
            <a:off x="12033292" y="4726104"/>
            <a:ext cx="5226008" cy="4532196"/>
            <a:chOff x="0" y="-47625"/>
            <a:chExt cx="1497825" cy="1298972"/>
          </a:xfrm>
        </p:grpSpPr>
        <p:sp>
          <p:nvSpPr>
            <p:cNvPr id="380" name="Google Shape;380;p20">
              <a:extLst>
                <a:ext uri="{FF2B5EF4-FFF2-40B4-BE49-F238E27FC236}">
                  <a16:creationId xmlns:a16="http://schemas.microsoft.com/office/drawing/2014/main" id="{A4EFA9F0-3B6A-E6C8-275B-B108F225F6C8}"/>
                </a:ext>
              </a:extLst>
            </p:cNvPr>
            <p:cNvSpPr/>
            <p:nvPr/>
          </p:nvSpPr>
          <p:spPr>
            <a:xfrm>
              <a:off x="0" y="0"/>
              <a:ext cx="1497825" cy="1251347"/>
            </a:xfrm>
            <a:custGeom>
              <a:avLst/>
              <a:gdLst/>
              <a:ahLst/>
              <a:cxnLst/>
              <a:rect l="l" t="t" r="r" b="b"/>
              <a:pathLst>
                <a:path w="1497825" h="125134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1206904"/>
                  </a:lnTo>
                  <a:cubicBezTo>
                    <a:pt x="1497825" y="1218691"/>
                    <a:pt x="1493143" y="1229995"/>
                    <a:pt x="1484808" y="1238330"/>
                  </a:cubicBezTo>
                  <a:cubicBezTo>
                    <a:pt x="1476474" y="1246665"/>
                    <a:pt x="1465169" y="1251347"/>
                    <a:pt x="1453383" y="1251347"/>
                  </a:cubicBezTo>
                  <a:lnTo>
                    <a:pt x="44443" y="1251347"/>
                  </a:lnTo>
                  <a:cubicBezTo>
                    <a:pt x="32656" y="1251347"/>
                    <a:pt x="21352" y="1246665"/>
                    <a:pt x="13017" y="1238330"/>
                  </a:cubicBezTo>
                  <a:cubicBezTo>
                    <a:pt x="4682" y="1229995"/>
                    <a:pt x="0" y="1218691"/>
                    <a:pt x="0" y="1206904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0">
              <a:extLst>
                <a:ext uri="{FF2B5EF4-FFF2-40B4-BE49-F238E27FC236}">
                  <a16:creationId xmlns:a16="http://schemas.microsoft.com/office/drawing/2014/main" id="{90F0DFB8-56E1-2FCF-2F63-9F99BE72DE46}"/>
                </a:ext>
              </a:extLst>
            </p:cNvPr>
            <p:cNvSpPr txBox="1"/>
            <p:nvPr/>
          </p:nvSpPr>
          <p:spPr>
            <a:xfrm>
              <a:off x="0" y="-47625"/>
              <a:ext cx="1497825" cy="1298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2" name="Google Shape;382;p20">
            <a:extLst>
              <a:ext uri="{FF2B5EF4-FFF2-40B4-BE49-F238E27FC236}">
                <a16:creationId xmlns:a16="http://schemas.microsoft.com/office/drawing/2014/main" id="{A8C63242-F97B-2ED0-6B45-6F393A33721D}"/>
              </a:ext>
            </a:extLst>
          </p:cNvPr>
          <p:cNvGrpSpPr/>
          <p:nvPr/>
        </p:nvGrpSpPr>
        <p:grpSpPr>
          <a:xfrm>
            <a:off x="1028700" y="862532"/>
            <a:ext cx="8115385" cy="2190094"/>
            <a:chOff x="0" y="-47625"/>
            <a:chExt cx="2325925" cy="627696"/>
          </a:xfrm>
        </p:grpSpPr>
        <p:sp>
          <p:nvSpPr>
            <p:cNvPr id="383" name="Google Shape;383;p20">
              <a:extLst>
                <a:ext uri="{FF2B5EF4-FFF2-40B4-BE49-F238E27FC236}">
                  <a16:creationId xmlns:a16="http://schemas.microsoft.com/office/drawing/2014/main" id="{48275291-830E-DF86-1352-DA9B072496F6}"/>
                </a:ext>
              </a:extLst>
            </p:cNvPr>
            <p:cNvSpPr/>
            <p:nvPr/>
          </p:nvSpPr>
          <p:spPr>
            <a:xfrm>
              <a:off x="0" y="0"/>
              <a:ext cx="2325925" cy="580071"/>
            </a:xfrm>
            <a:custGeom>
              <a:avLst/>
              <a:gdLst/>
              <a:ahLst/>
              <a:cxnLst/>
              <a:rect l="l" t="t" r="r" b="b"/>
              <a:pathLst>
                <a:path w="2325925" h="580071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551451"/>
                  </a:lnTo>
                  <a:cubicBezTo>
                    <a:pt x="2325925" y="567258"/>
                    <a:pt x="2313111" y="580071"/>
                    <a:pt x="2297305" y="580071"/>
                  </a:cubicBezTo>
                  <a:lnTo>
                    <a:pt x="28620" y="580071"/>
                  </a:lnTo>
                  <a:cubicBezTo>
                    <a:pt x="12813" y="580071"/>
                    <a:pt x="0" y="567258"/>
                    <a:pt x="0" y="551451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0">
              <a:extLst>
                <a:ext uri="{FF2B5EF4-FFF2-40B4-BE49-F238E27FC236}">
                  <a16:creationId xmlns:a16="http://schemas.microsoft.com/office/drawing/2014/main" id="{A38A5AF3-6810-50DC-BA91-59C8987385D8}"/>
                </a:ext>
              </a:extLst>
            </p:cNvPr>
            <p:cNvSpPr txBox="1"/>
            <p:nvPr/>
          </p:nvSpPr>
          <p:spPr>
            <a:xfrm>
              <a:off x="0" y="-47625"/>
              <a:ext cx="2325925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5" name="Google Shape;385;p20">
            <a:extLst>
              <a:ext uri="{FF2B5EF4-FFF2-40B4-BE49-F238E27FC236}">
                <a16:creationId xmlns:a16="http://schemas.microsoft.com/office/drawing/2014/main" id="{45460ED5-3618-58AF-CA28-70111BE335A9}"/>
              </a:ext>
            </a:extLst>
          </p:cNvPr>
          <p:cNvGrpSpPr/>
          <p:nvPr/>
        </p:nvGrpSpPr>
        <p:grpSpPr>
          <a:xfrm>
            <a:off x="9429750" y="862533"/>
            <a:ext cx="7829550" cy="2190072"/>
            <a:chOff x="0" y="-47625"/>
            <a:chExt cx="2244026" cy="627696"/>
          </a:xfrm>
        </p:grpSpPr>
        <p:sp>
          <p:nvSpPr>
            <p:cNvPr id="386" name="Google Shape;386;p20">
              <a:extLst>
                <a:ext uri="{FF2B5EF4-FFF2-40B4-BE49-F238E27FC236}">
                  <a16:creationId xmlns:a16="http://schemas.microsoft.com/office/drawing/2014/main" id="{F9E4BDF4-FAF7-7D4E-6A80-B6ACFEBB4C9F}"/>
                </a:ext>
              </a:extLst>
            </p:cNvPr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0">
              <a:extLst>
                <a:ext uri="{FF2B5EF4-FFF2-40B4-BE49-F238E27FC236}">
                  <a16:creationId xmlns:a16="http://schemas.microsoft.com/office/drawing/2014/main" id="{CE0C4C32-77E0-E0CF-A4BA-E9A0EAD1E114}"/>
                </a:ext>
              </a:extLst>
            </p:cNvPr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8" name="Google Shape;388;p20">
            <a:extLst>
              <a:ext uri="{FF2B5EF4-FFF2-40B4-BE49-F238E27FC236}">
                <a16:creationId xmlns:a16="http://schemas.microsoft.com/office/drawing/2014/main" id="{4C860649-E730-4B1F-78CE-13FE4E2701DC}"/>
              </a:ext>
            </a:extLst>
          </p:cNvPr>
          <p:cNvSpPr txBox="1"/>
          <p:nvPr/>
        </p:nvSpPr>
        <p:spPr>
          <a:xfrm>
            <a:off x="2573139" y="1653128"/>
            <a:ext cx="50265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Tahapan</a:t>
            </a:r>
            <a:r>
              <a:rPr lang="en-US" sz="75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1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89" name="Google Shape;389;p20">
            <a:extLst>
              <a:ext uri="{FF2B5EF4-FFF2-40B4-BE49-F238E27FC236}">
                <a16:creationId xmlns:a16="http://schemas.microsoft.com/office/drawing/2014/main" id="{3B4B35B1-3444-EE7E-9C2B-2F8C2AD4CD59}"/>
              </a:ext>
            </a:extLst>
          </p:cNvPr>
          <p:cNvSpPr txBox="1"/>
          <p:nvPr/>
        </p:nvSpPr>
        <p:spPr>
          <a:xfrm>
            <a:off x="10081055" y="1837787"/>
            <a:ext cx="652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Set up Project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grpSp>
        <p:nvGrpSpPr>
          <p:cNvPr id="390" name="Google Shape;390;p20">
            <a:extLst>
              <a:ext uri="{FF2B5EF4-FFF2-40B4-BE49-F238E27FC236}">
                <a16:creationId xmlns:a16="http://schemas.microsoft.com/office/drawing/2014/main" id="{EE10AD82-4A6D-441C-7A0D-E599C6E3FC63}"/>
              </a:ext>
            </a:extLst>
          </p:cNvPr>
          <p:cNvGrpSpPr/>
          <p:nvPr/>
        </p:nvGrpSpPr>
        <p:grpSpPr>
          <a:xfrm>
            <a:off x="1010227" y="3167711"/>
            <a:ext cx="5226008" cy="1452959"/>
            <a:chOff x="0" y="-47625"/>
            <a:chExt cx="1497825" cy="416432"/>
          </a:xfrm>
        </p:grpSpPr>
        <p:sp>
          <p:nvSpPr>
            <p:cNvPr id="391" name="Google Shape;391;p20">
              <a:extLst>
                <a:ext uri="{FF2B5EF4-FFF2-40B4-BE49-F238E27FC236}">
                  <a16:creationId xmlns:a16="http://schemas.microsoft.com/office/drawing/2014/main" id="{440EA5AB-5143-9318-7AE8-7443F8147385}"/>
                </a:ext>
              </a:extLst>
            </p:cNvPr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FF6F61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0">
              <a:extLst>
                <a:ext uri="{FF2B5EF4-FFF2-40B4-BE49-F238E27FC236}">
                  <a16:creationId xmlns:a16="http://schemas.microsoft.com/office/drawing/2014/main" id="{9F4C9986-F912-16C5-8FAF-64534E92E2FD}"/>
                </a:ext>
              </a:extLst>
            </p:cNvPr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20">
            <a:extLst>
              <a:ext uri="{FF2B5EF4-FFF2-40B4-BE49-F238E27FC236}">
                <a16:creationId xmlns:a16="http://schemas.microsoft.com/office/drawing/2014/main" id="{03631EC0-A946-2950-66F2-CA354F16F649}"/>
              </a:ext>
            </a:extLst>
          </p:cNvPr>
          <p:cNvGrpSpPr/>
          <p:nvPr/>
        </p:nvGrpSpPr>
        <p:grpSpPr>
          <a:xfrm>
            <a:off x="6521856" y="3167711"/>
            <a:ext cx="5226008" cy="1452959"/>
            <a:chOff x="0" y="-47625"/>
            <a:chExt cx="1497825" cy="416432"/>
          </a:xfrm>
        </p:grpSpPr>
        <p:sp>
          <p:nvSpPr>
            <p:cNvPr id="394" name="Google Shape;394;p20">
              <a:extLst>
                <a:ext uri="{FF2B5EF4-FFF2-40B4-BE49-F238E27FC236}">
                  <a16:creationId xmlns:a16="http://schemas.microsoft.com/office/drawing/2014/main" id="{5C7F53AA-5DB3-372E-28CF-036B246FE21A}"/>
                </a:ext>
              </a:extLst>
            </p:cNvPr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43D374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0">
              <a:extLst>
                <a:ext uri="{FF2B5EF4-FFF2-40B4-BE49-F238E27FC236}">
                  <a16:creationId xmlns:a16="http://schemas.microsoft.com/office/drawing/2014/main" id="{0AC0DFBF-C7CC-99E9-CB7C-39D163886E84}"/>
                </a:ext>
              </a:extLst>
            </p:cNvPr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20">
            <a:extLst>
              <a:ext uri="{FF2B5EF4-FFF2-40B4-BE49-F238E27FC236}">
                <a16:creationId xmlns:a16="http://schemas.microsoft.com/office/drawing/2014/main" id="{979BD618-BB2C-59B6-27EE-98712BBD2E14}"/>
              </a:ext>
            </a:extLst>
          </p:cNvPr>
          <p:cNvGrpSpPr/>
          <p:nvPr/>
        </p:nvGrpSpPr>
        <p:grpSpPr>
          <a:xfrm>
            <a:off x="12033292" y="3167711"/>
            <a:ext cx="5226008" cy="1452959"/>
            <a:chOff x="0" y="-47625"/>
            <a:chExt cx="1497825" cy="416432"/>
          </a:xfrm>
        </p:grpSpPr>
        <p:sp>
          <p:nvSpPr>
            <p:cNvPr id="397" name="Google Shape;397;p20">
              <a:extLst>
                <a:ext uri="{FF2B5EF4-FFF2-40B4-BE49-F238E27FC236}">
                  <a16:creationId xmlns:a16="http://schemas.microsoft.com/office/drawing/2014/main" id="{451166D3-4877-43F1-CAAA-55E6081032EA}"/>
                </a:ext>
              </a:extLst>
            </p:cNvPr>
            <p:cNvSpPr/>
            <p:nvPr/>
          </p:nvSpPr>
          <p:spPr>
            <a:xfrm>
              <a:off x="0" y="0"/>
              <a:ext cx="1497825" cy="368807"/>
            </a:xfrm>
            <a:custGeom>
              <a:avLst/>
              <a:gdLst/>
              <a:ahLst/>
              <a:cxnLst/>
              <a:rect l="l" t="t" r="r" b="b"/>
              <a:pathLst>
                <a:path w="1497825" h="368807" extrusionOk="0">
                  <a:moveTo>
                    <a:pt x="44443" y="0"/>
                  </a:moveTo>
                  <a:lnTo>
                    <a:pt x="1453383" y="0"/>
                  </a:lnTo>
                  <a:cubicBezTo>
                    <a:pt x="1477928" y="0"/>
                    <a:pt x="1497825" y="19898"/>
                    <a:pt x="1497825" y="44443"/>
                  </a:cubicBezTo>
                  <a:lnTo>
                    <a:pt x="1497825" y="324365"/>
                  </a:lnTo>
                  <a:cubicBezTo>
                    <a:pt x="1497825" y="348910"/>
                    <a:pt x="1477928" y="368807"/>
                    <a:pt x="1453383" y="368807"/>
                  </a:cubicBezTo>
                  <a:lnTo>
                    <a:pt x="44443" y="368807"/>
                  </a:lnTo>
                  <a:cubicBezTo>
                    <a:pt x="32656" y="368807"/>
                    <a:pt x="21352" y="364125"/>
                    <a:pt x="13017" y="355790"/>
                  </a:cubicBezTo>
                  <a:cubicBezTo>
                    <a:pt x="4682" y="347456"/>
                    <a:pt x="0" y="336152"/>
                    <a:pt x="0" y="324365"/>
                  </a:cubicBezTo>
                  <a:lnTo>
                    <a:pt x="0" y="44443"/>
                  </a:lnTo>
                  <a:cubicBezTo>
                    <a:pt x="0" y="32656"/>
                    <a:pt x="4682" y="21352"/>
                    <a:pt x="13017" y="13017"/>
                  </a:cubicBezTo>
                  <a:cubicBezTo>
                    <a:pt x="21352" y="4682"/>
                    <a:pt x="32656" y="0"/>
                    <a:pt x="44443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0">
              <a:extLst>
                <a:ext uri="{FF2B5EF4-FFF2-40B4-BE49-F238E27FC236}">
                  <a16:creationId xmlns:a16="http://schemas.microsoft.com/office/drawing/2014/main" id="{B57FEB37-393B-D12F-1428-26F22A400DEE}"/>
                </a:ext>
              </a:extLst>
            </p:cNvPr>
            <p:cNvSpPr txBox="1"/>
            <p:nvPr/>
          </p:nvSpPr>
          <p:spPr>
            <a:xfrm>
              <a:off x="0" y="-47625"/>
              <a:ext cx="14978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" name="Google Shape;399;p20">
            <a:extLst>
              <a:ext uri="{FF2B5EF4-FFF2-40B4-BE49-F238E27FC236}">
                <a16:creationId xmlns:a16="http://schemas.microsoft.com/office/drawing/2014/main" id="{DAD8E274-4E51-FD6B-1CB0-C3142A8FE4CB}"/>
              </a:ext>
            </a:extLst>
          </p:cNvPr>
          <p:cNvSpPr txBox="1"/>
          <p:nvPr/>
        </p:nvSpPr>
        <p:spPr>
          <a:xfrm>
            <a:off x="1256282" y="3600342"/>
            <a:ext cx="4401743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1.Membuat Frontend &amp; backend </a:t>
            </a:r>
            <a:r>
              <a:rPr lang="en-US" sz="28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Terpisah</a:t>
            </a:r>
            <a:endParaRPr sz="2800"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00" name="Google Shape;400;p20">
            <a:extLst>
              <a:ext uri="{FF2B5EF4-FFF2-40B4-BE49-F238E27FC236}">
                <a16:creationId xmlns:a16="http://schemas.microsoft.com/office/drawing/2014/main" id="{2CA9F4D4-167D-5E3A-1106-FA1B1AC7CD90}"/>
              </a:ext>
            </a:extLst>
          </p:cNvPr>
          <p:cNvSpPr txBox="1"/>
          <p:nvPr/>
        </p:nvSpPr>
        <p:spPr>
          <a:xfrm>
            <a:off x="6643780" y="3689055"/>
            <a:ext cx="4982159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2.Membuat Frontend </a:t>
            </a:r>
            <a:r>
              <a:rPr lang="en-US" sz="28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dengan</a:t>
            </a:r>
            <a:r>
              <a:rPr lang="en-US" sz="28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react </a:t>
            </a:r>
            <a:r>
              <a:rPr lang="en-US" sz="28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melalui</a:t>
            </a:r>
            <a:r>
              <a:rPr lang="en-US" sz="28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</a:t>
            </a:r>
            <a:r>
              <a:rPr lang="en-US" sz="28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vite</a:t>
            </a:r>
            <a:endParaRPr sz="2800"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01" name="Google Shape;401;p20">
            <a:extLst>
              <a:ext uri="{FF2B5EF4-FFF2-40B4-BE49-F238E27FC236}">
                <a16:creationId xmlns:a16="http://schemas.microsoft.com/office/drawing/2014/main" id="{C7104E35-AA8C-766A-9AE2-8830B1B3F1FB}"/>
              </a:ext>
            </a:extLst>
          </p:cNvPr>
          <p:cNvSpPr txBox="1"/>
          <p:nvPr/>
        </p:nvSpPr>
        <p:spPr>
          <a:xfrm>
            <a:off x="12368218" y="3700339"/>
            <a:ext cx="455603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3.Jalankan Vite</a:t>
            </a:r>
            <a:endParaRPr sz="2800"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" name="Google Shape;402;p20">
            <a:extLst>
              <a:ext uri="{FF2B5EF4-FFF2-40B4-BE49-F238E27FC236}">
                <a16:creationId xmlns:a16="http://schemas.microsoft.com/office/drawing/2014/main" id="{C200CFE8-3658-B4D9-A16E-199D9ADB2AAF}"/>
              </a:ext>
            </a:extLst>
          </p:cNvPr>
          <p:cNvSpPr txBox="1"/>
          <p:nvPr/>
        </p:nvSpPr>
        <p:spPr>
          <a:xfrm>
            <a:off x="6934376" y="5537454"/>
            <a:ext cx="4069500" cy="184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Npm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create </a:t>
            </a: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vite@latest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frontend</a:t>
            </a: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Framework : React</a:t>
            </a:r>
          </a:p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Variant : JavaScript</a:t>
            </a:r>
          </a:p>
        </p:txBody>
      </p:sp>
      <p:sp>
        <p:nvSpPr>
          <p:cNvPr id="5" name="Google Shape;402;p20">
            <a:extLst>
              <a:ext uri="{FF2B5EF4-FFF2-40B4-BE49-F238E27FC236}">
                <a16:creationId xmlns:a16="http://schemas.microsoft.com/office/drawing/2014/main" id="{AA07A478-CB61-3798-3F2F-5D56CF792313}"/>
              </a:ext>
            </a:extLst>
          </p:cNvPr>
          <p:cNvSpPr txBox="1"/>
          <p:nvPr/>
        </p:nvSpPr>
        <p:spPr>
          <a:xfrm>
            <a:off x="12649688" y="5524368"/>
            <a:ext cx="40695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14350" marR="0" lvl="0" indent="-5143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i="0" u="none" strike="noStrike" cap="none" dirty="0" err="1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Npm</a:t>
            </a: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run dev</a:t>
            </a:r>
          </a:p>
        </p:txBody>
      </p:sp>
      <p:sp>
        <p:nvSpPr>
          <p:cNvPr id="4" name="Google Shape;360;p19">
            <a:extLst>
              <a:ext uri="{FF2B5EF4-FFF2-40B4-BE49-F238E27FC236}">
                <a16:creationId xmlns:a16="http://schemas.microsoft.com/office/drawing/2014/main" id="{9E98079E-2E5E-02FE-2C6E-E8395AAE0847}"/>
              </a:ext>
            </a:extLst>
          </p:cNvPr>
          <p:cNvSpPr txBox="1"/>
          <p:nvPr/>
        </p:nvSpPr>
        <p:spPr>
          <a:xfrm>
            <a:off x="1376380" y="5143500"/>
            <a:ext cx="52674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Frontend</a:t>
            </a:r>
          </a:p>
        </p:txBody>
      </p:sp>
      <p:sp>
        <p:nvSpPr>
          <p:cNvPr id="7" name="Google Shape;361;p19">
            <a:extLst>
              <a:ext uri="{FF2B5EF4-FFF2-40B4-BE49-F238E27FC236}">
                <a16:creationId xmlns:a16="http://schemas.microsoft.com/office/drawing/2014/main" id="{309BB5A3-E41D-FD11-8495-0451CD0796CB}"/>
              </a:ext>
            </a:extLst>
          </p:cNvPr>
          <p:cNvSpPr txBox="1"/>
          <p:nvPr/>
        </p:nvSpPr>
        <p:spPr>
          <a:xfrm>
            <a:off x="1359892" y="5558620"/>
            <a:ext cx="49584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UI &amp; UX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" name="Google Shape;360;p19">
            <a:extLst>
              <a:ext uri="{FF2B5EF4-FFF2-40B4-BE49-F238E27FC236}">
                <a16:creationId xmlns:a16="http://schemas.microsoft.com/office/drawing/2014/main" id="{5E4A550A-2808-2C08-9CD0-6B75B389C8A6}"/>
              </a:ext>
            </a:extLst>
          </p:cNvPr>
          <p:cNvSpPr txBox="1"/>
          <p:nvPr/>
        </p:nvSpPr>
        <p:spPr>
          <a:xfrm>
            <a:off x="1390688" y="6294169"/>
            <a:ext cx="52674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Backend</a:t>
            </a:r>
          </a:p>
        </p:txBody>
      </p:sp>
      <p:sp>
        <p:nvSpPr>
          <p:cNvPr id="11" name="Google Shape;361;p19">
            <a:extLst>
              <a:ext uri="{FF2B5EF4-FFF2-40B4-BE49-F238E27FC236}">
                <a16:creationId xmlns:a16="http://schemas.microsoft.com/office/drawing/2014/main" id="{BD4E36A4-9474-32EC-3E83-6622A8E1BD57}"/>
              </a:ext>
            </a:extLst>
          </p:cNvPr>
          <p:cNvSpPr txBox="1"/>
          <p:nvPr/>
        </p:nvSpPr>
        <p:spPr>
          <a:xfrm>
            <a:off x="1374200" y="6709289"/>
            <a:ext cx="49584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Database &amp; API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" name="Google Shape;360;p19">
            <a:extLst>
              <a:ext uri="{FF2B5EF4-FFF2-40B4-BE49-F238E27FC236}">
                <a16:creationId xmlns:a16="http://schemas.microsoft.com/office/drawing/2014/main" id="{EE287713-5A59-4B73-7949-B4B429446F13}"/>
              </a:ext>
            </a:extLst>
          </p:cNvPr>
          <p:cNvSpPr txBox="1"/>
          <p:nvPr/>
        </p:nvSpPr>
        <p:spPr>
          <a:xfrm>
            <a:off x="6842176" y="5121442"/>
            <a:ext cx="52674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Install React Vite</a:t>
            </a:r>
          </a:p>
        </p:txBody>
      </p:sp>
      <p:sp>
        <p:nvSpPr>
          <p:cNvPr id="15" name="Google Shape;360;p19">
            <a:extLst>
              <a:ext uri="{FF2B5EF4-FFF2-40B4-BE49-F238E27FC236}">
                <a16:creationId xmlns:a16="http://schemas.microsoft.com/office/drawing/2014/main" id="{8890F995-C19F-BF86-9AA5-337D7E9F9E76}"/>
              </a:ext>
            </a:extLst>
          </p:cNvPr>
          <p:cNvSpPr txBox="1"/>
          <p:nvPr/>
        </p:nvSpPr>
        <p:spPr>
          <a:xfrm>
            <a:off x="12368218" y="5088157"/>
            <a:ext cx="52674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Menjalankan</a:t>
            </a: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React</a:t>
            </a:r>
          </a:p>
        </p:txBody>
      </p:sp>
    </p:spTree>
    <p:extLst>
      <p:ext uri="{BB962C8B-B14F-4D97-AF65-F5344CB8AC3E}">
        <p14:creationId xmlns:p14="http://schemas.microsoft.com/office/powerpoint/2010/main" val="404004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374"/>
        </a:solidFill>
        <a:effectLst/>
      </p:bgPr>
    </p:bg>
    <p:spTree>
      <p:nvGrpSpPr>
        <p:cNvPr id="1" name="Shape 328">
          <a:extLst>
            <a:ext uri="{FF2B5EF4-FFF2-40B4-BE49-F238E27FC236}">
              <a16:creationId xmlns:a16="http://schemas.microsoft.com/office/drawing/2014/main" id="{1BA7FBF7-F9B5-9412-0F61-66788A79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19">
            <a:extLst>
              <a:ext uri="{FF2B5EF4-FFF2-40B4-BE49-F238E27FC236}">
                <a16:creationId xmlns:a16="http://schemas.microsoft.com/office/drawing/2014/main" id="{42D1DA1A-533C-5F40-82D6-1AB4A014EAD8}"/>
              </a:ext>
            </a:extLst>
          </p:cNvPr>
          <p:cNvGrpSpPr/>
          <p:nvPr/>
        </p:nvGrpSpPr>
        <p:grpSpPr>
          <a:xfrm>
            <a:off x="1028700" y="862533"/>
            <a:ext cx="7829550" cy="2190072"/>
            <a:chOff x="0" y="-47625"/>
            <a:chExt cx="2244026" cy="627696"/>
          </a:xfrm>
        </p:grpSpPr>
        <p:sp>
          <p:nvSpPr>
            <p:cNvPr id="330" name="Google Shape;330;p19">
              <a:extLst>
                <a:ext uri="{FF2B5EF4-FFF2-40B4-BE49-F238E27FC236}">
                  <a16:creationId xmlns:a16="http://schemas.microsoft.com/office/drawing/2014/main" id="{5D9AFCA7-01F1-58A9-DF98-9EE69C17CEAC}"/>
                </a:ext>
              </a:extLst>
            </p:cNvPr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9">
              <a:extLst>
                <a:ext uri="{FF2B5EF4-FFF2-40B4-BE49-F238E27FC236}">
                  <a16:creationId xmlns:a16="http://schemas.microsoft.com/office/drawing/2014/main" id="{1C60E895-2538-F7AC-C060-CF07E98DAB30}"/>
                </a:ext>
              </a:extLst>
            </p:cNvPr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19">
            <a:extLst>
              <a:ext uri="{FF2B5EF4-FFF2-40B4-BE49-F238E27FC236}">
                <a16:creationId xmlns:a16="http://schemas.microsoft.com/office/drawing/2014/main" id="{A5063D48-465F-6452-CA8C-77B8170EA912}"/>
              </a:ext>
            </a:extLst>
          </p:cNvPr>
          <p:cNvGrpSpPr/>
          <p:nvPr/>
        </p:nvGrpSpPr>
        <p:grpSpPr>
          <a:xfrm>
            <a:off x="1028700" y="3172187"/>
            <a:ext cx="7829550" cy="6757875"/>
            <a:chOff x="0" y="-47625"/>
            <a:chExt cx="2244026" cy="746325"/>
          </a:xfrm>
        </p:grpSpPr>
        <p:sp>
          <p:nvSpPr>
            <p:cNvPr id="333" name="Google Shape;333;p19">
              <a:extLst>
                <a:ext uri="{FF2B5EF4-FFF2-40B4-BE49-F238E27FC236}">
                  <a16:creationId xmlns:a16="http://schemas.microsoft.com/office/drawing/2014/main" id="{5910AD9A-CBD2-E517-0058-9F962361247E}"/>
                </a:ext>
              </a:extLst>
            </p:cNvPr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9">
              <a:extLst>
                <a:ext uri="{FF2B5EF4-FFF2-40B4-BE49-F238E27FC236}">
                  <a16:creationId xmlns:a16="http://schemas.microsoft.com/office/drawing/2014/main" id="{55E27457-58F8-3574-5ED2-8EC68691DEF8}"/>
                </a:ext>
              </a:extLst>
            </p:cNvPr>
            <p:cNvSpPr txBox="1"/>
            <p:nvPr/>
          </p:nvSpPr>
          <p:spPr>
            <a:xfrm>
              <a:off x="0" y="-47625"/>
              <a:ext cx="2244026" cy="74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19">
            <a:extLst>
              <a:ext uri="{FF2B5EF4-FFF2-40B4-BE49-F238E27FC236}">
                <a16:creationId xmlns:a16="http://schemas.microsoft.com/office/drawing/2014/main" id="{55A1AC15-CF55-C8D7-D57E-3F806A9DC055}"/>
              </a:ext>
            </a:extLst>
          </p:cNvPr>
          <p:cNvSpPr txBox="1"/>
          <p:nvPr/>
        </p:nvSpPr>
        <p:spPr>
          <a:xfrm>
            <a:off x="1154191" y="1578987"/>
            <a:ext cx="757856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Catatan</a:t>
            </a:r>
            <a:r>
              <a:rPr lang="en-US" sz="75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</a:t>
            </a:r>
            <a:r>
              <a:rPr lang="en-US" sz="7500" i="0" u="none" strike="noStrike" cap="none" dirty="0" err="1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Tahap</a:t>
            </a:r>
            <a:r>
              <a:rPr lang="en-US" sz="75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 1.2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60" name="Google Shape;360;p19">
            <a:extLst>
              <a:ext uri="{FF2B5EF4-FFF2-40B4-BE49-F238E27FC236}">
                <a16:creationId xmlns:a16="http://schemas.microsoft.com/office/drawing/2014/main" id="{AC7B8A9E-17A3-05BE-6B59-BC0B497B0245}"/>
              </a:ext>
            </a:extLst>
          </p:cNvPr>
          <p:cNvSpPr txBox="1"/>
          <p:nvPr/>
        </p:nvSpPr>
        <p:spPr>
          <a:xfrm>
            <a:off x="1452312" y="3809762"/>
            <a:ext cx="6982326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Fundamental – Library vs Framework vs tools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61" name="Google Shape;361;p19">
            <a:extLst>
              <a:ext uri="{FF2B5EF4-FFF2-40B4-BE49-F238E27FC236}">
                <a16:creationId xmlns:a16="http://schemas.microsoft.com/office/drawing/2014/main" id="{F0E3CEE6-A225-BEEB-8BEB-6391E5961A1A}"/>
              </a:ext>
            </a:extLst>
          </p:cNvPr>
          <p:cNvSpPr txBox="1"/>
          <p:nvPr/>
        </p:nvSpPr>
        <p:spPr>
          <a:xfrm>
            <a:off x="1600200" y="4766881"/>
            <a:ext cx="4958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lvl="1" indent="-280669">
              <a:buSzPts val="2600"/>
              <a:buFont typeface="Barlow"/>
              <a:buChar char="•"/>
            </a:pPr>
            <a:r>
              <a:rPr lang="en-US" sz="2600" b="1" dirty="0">
                <a:latin typeface="Barlow"/>
                <a:ea typeface="Barlow"/>
                <a:cs typeface="Barlow"/>
                <a:sym typeface="Barlow"/>
              </a:rPr>
              <a:t>Library</a:t>
            </a:r>
          </a:p>
        </p:txBody>
      </p:sp>
      <p:grpSp>
        <p:nvGrpSpPr>
          <p:cNvPr id="2" name="Google Shape;332;p19">
            <a:extLst>
              <a:ext uri="{FF2B5EF4-FFF2-40B4-BE49-F238E27FC236}">
                <a16:creationId xmlns:a16="http://schemas.microsoft.com/office/drawing/2014/main" id="{E4E37519-7A0F-CD42-2B65-D242B7CEB8EA}"/>
              </a:ext>
            </a:extLst>
          </p:cNvPr>
          <p:cNvGrpSpPr/>
          <p:nvPr/>
        </p:nvGrpSpPr>
        <p:grpSpPr>
          <a:xfrm>
            <a:off x="9429750" y="862533"/>
            <a:ext cx="7829550" cy="2603977"/>
            <a:chOff x="0" y="-47625"/>
            <a:chExt cx="2244026" cy="746325"/>
          </a:xfrm>
        </p:grpSpPr>
        <p:sp>
          <p:nvSpPr>
            <p:cNvPr id="3" name="Google Shape;333;p19">
              <a:extLst>
                <a:ext uri="{FF2B5EF4-FFF2-40B4-BE49-F238E27FC236}">
                  <a16:creationId xmlns:a16="http://schemas.microsoft.com/office/drawing/2014/main" id="{2D1EDA76-1C7D-1AE2-6C16-7653AD57E594}"/>
                </a:ext>
              </a:extLst>
            </p:cNvPr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34;p19">
              <a:extLst>
                <a:ext uri="{FF2B5EF4-FFF2-40B4-BE49-F238E27FC236}">
                  <a16:creationId xmlns:a16="http://schemas.microsoft.com/office/drawing/2014/main" id="{FF697876-2ED3-3CFF-E338-16C66C9C1401}"/>
                </a:ext>
              </a:extLst>
            </p:cNvPr>
            <p:cNvSpPr txBox="1"/>
            <p:nvPr/>
          </p:nvSpPr>
          <p:spPr>
            <a:xfrm>
              <a:off x="0" y="-47625"/>
              <a:ext cx="2244026" cy="74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Google Shape;332;p19">
            <a:extLst>
              <a:ext uri="{FF2B5EF4-FFF2-40B4-BE49-F238E27FC236}">
                <a16:creationId xmlns:a16="http://schemas.microsoft.com/office/drawing/2014/main" id="{B6983CC9-0CE8-A54C-14F4-0CDC73A570DD}"/>
              </a:ext>
            </a:extLst>
          </p:cNvPr>
          <p:cNvGrpSpPr/>
          <p:nvPr/>
        </p:nvGrpSpPr>
        <p:grpSpPr>
          <a:xfrm>
            <a:off x="9429750" y="3632674"/>
            <a:ext cx="7829550" cy="2603977"/>
            <a:chOff x="0" y="-47625"/>
            <a:chExt cx="2244026" cy="746325"/>
          </a:xfrm>
        </p:grpSpPr>
        <p:sp>
          <p:nvSpPr>
            <p:cNvPr id="9" name="Google Shape;333;p19">
              <a:extLst>
                <a:ext uri="{FF2B5EF4-FFF2-40B4-BE49-F238E27FC236}">
                  <a16:creationId xmlns:a16="http://schemas.microsoft.com/office/drawing/2014/main" id="{25F2286F-3E70-7E9F-831D-C283FE1B9F78}"/>
                </a:ext>
              </a:extLst>
            </p:cNvPr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34;p19">
              <a:extLst>
                <a:ext uri="{FF2B5EF4-FFF2-40B4-BE49-F238E27FC236}">
                  <a16:creationId xmlns:a16="http://schemas.microsoft.com/office/drawing/2014/main" id="{89720926-D3E5-4129-F649-E24687CC7F12}"/>
                </a:ext>
              </a:extLst>
            </p:cNvPr>
            <p:cNvSpPr txBox="1"/>
            <p:nvPr/>
          </p:nvSpPr>
          <p:spPr>
            <a:xfrm>
              <a:off x="0" y="-47625"/>
              <a:ext cx="2244026" cy="74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360;p19">
            <a:extLst>
              <a:ext uri="{FF2B5EF4-FFF2-40B4-BE49-F238E27FC236}">
                <a16:creationId xmlns:a16="http://schemas.microsoft.com/office/drawing/2014/main" id="{17FEB823-DD3E-0F09-4811-0C7F9055D972}"/>
              </a:ext>
            </a:extLst>
          </p:cNvPr>
          <p:cNvSpPr txBox="1"/>
          <p:nvPr/>
        </p:nvSpPr>
        <p:spPr>
          <a:xfrm>
            <a:off x="10001250" y="1210785"/>
            <a:ext cx="52674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Concert One"/>
                <a:ea typeface="Concert One"/>
                <a:cs typeface="Concert One"/>
                <a:sym typeface="Concert One"/>
              </a:rPr>
              <a:t>Library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3" name="Google Shape;361;p19">
            <a:extLst>
              <a:ext uri="{FF2B5EF4-FFF2-40B4-BE49-F238E27FC236}">
                <a16:creationId xmlns:a16="http://schemas.microsoft.com/office/drawing/2014/main" id="{A851CF41-0B40-D18F-F71C-195A557C29A0}"/>
              </a:ext>
            </a:extLst>
          </p:cNvPr>
          <p:cNvSpPr txBox="1"/>
          <p:nvPr/>
        </p:nvSpPr>
        <p:spPr>
          <a:xfrm>
            <a:off x="9850855" y="1650320"/>
            <a:ext cx="6987339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React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14" name="Google Shape;332;p19">
            <a:extLst>
              <a:ext uri="{FF2B5EF4-FFF2-40B4-BE49-F238E27FC236}">
                <a16:creationId xmlns:a16="http://schemas.microsoft.com/office/drawing/2014/main" id="{9A9C71E8-911B-821D-A979-C63B92579CAB}"/>
              </a:ext>
            </a:extLst>
          </p:cNvPr>
          <p:cNvGrpSpPr/>
          <p:nvPr/>
        </p:nvGrpSpPr>
        <p:grpSpPr>
          <a:xfrm>
            <a:off x="9429750" y="6354928"/>
            <a:ext cx="7829550" cy="2603977"/>
            <a:chOff x="0" y="-47625"/>
            <a:chExt cx="2244026" cy="746325"/>
          </a:xfrm>
        </p:grpSpPr>
        <p:sp>
          <p:nvSpPr>
            <p:cNvPr id="15" name="Google Shape;333;p19">
              <a:extLst>
                <a:ext uri="{FF2B5EF4-FFF2-40B4-BE49-F238E27FC236}">
                  <a16:creationId xmlns:a16="http://schemas.microsoft.com/office/drawing/2014/main" id="{B7D77D85-EB2B-FB37-0D26-823E63146C76}"/>
                </a:ext>
              </a:extLst>
            </p:cNvPr>
            <p:cNvSpPr/>
            <p:nvPr/>
          </p:nvSpPr>
          <p:spPr>
            <a:xfrm>
              <a:off x="0" y="0"/>
              <a:ext cx="2244026" cy="698700"/>
            </a:xfrm>
            <a:custGeom>
              <a:avLst/>
              <a:gdLst/>
              <a:ahLst/>
              <a:cxnLst/>
              <a:rect l="l" t="t" r="r" b="b"/>
              <a:pathLst>
                <a:path w="2244026" h="698700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669035"/>
                  </a:lnTo>
                  <a:cubicBezTo>
                    <a:pt x="2244026" y="676903"/>
                    <a:pt x="2240901" y="684448"/>
                    <a:pt x="2235338" y="690011"/>
                  </a:cubicBezTo>
                  <a:cubicBezTo>
                    <a:pt x="2229774" y="695574"/>
                    <a:pt x="2222229" y="698700"/>
                    <a:pt x="2214362" y="698700"/>
                  </a:cubicBezTo>
                  <a:lnTo>
                    <a:pt x="29664" y="698700"/>
                  </a:lnTo>
                  <a:cubicBezTo>
                    <a:pt x="21797" y="698700"/>
                    <a:pt x="14252" y="695574"/>
                    <a:pt x="8688" y="690011"/>
                  </a:cubicBezTo>
                  <a:cubicBezTo>
                    <a:pt x="3125" y="684448"/>
                    <a:pt x="0" y="676903"/>
                    <a:pt x="0" y="669035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34;p19">
              <a:extLst>
                <a:ext uri="{FF2B5EF4-FFF2-40B4-BE49-F238E27FC236}">
                  <a16:creationId xmlns:a16="http://schemas.microsoft.com/office/drawing/2014/main" id="{36FC5C59-6256-781C-8869-726065EBA8DC}"/>
                </a:ext>
              </a:extLst>
            </p:cNvPr>
            <p:cNvSpPr txBox="1"/>
            <p:nvPr/>
          </p:nvSpPr>
          <p:spPr>
            <a:xfrm>
              <a:off x="0" y="-47625"/>
              <a:ext cx="2244026" cy="7463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360;p19">
            <a:extLst>
              <a:ext uri="{FF2B5EF4-FFF2-40B4-BE49-F238E27FC236}">
                <a16:creationId xmlns:a16="http://schemas.microsoft.com/office/drawing/2014/main" id="{D361FE66-CB94-17D6-5241-8AD3B949D282}"/>
              </a:ext>
            </a:extLst>
          </p:cNvPr>
          <p:cNvSpPr txBox="1"/>
          <p:nvPr/>
        </p:nvSpPr>
        <p:spPr>
          <a:xfrm>
            <a:off x="10001250" y="6884108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Tools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19" name="Google Shape;361;p19">
            <a:extLst>
              <a:ext uri="{FF2B5EF4-FFF2-40B4-BE49-F238E27FC236}">
                <a16:creationId xmlns:a16="http://schemas.microsoft.com/office/drawing/2014/main" id="{C7543089-7F79-9867-8F15-E1EEC18D50FB}"/>
              </a:ext>
            </a:extLst>
          </p:cNvPr>
          <p:cNvSpPr txBox="1"/>
          <p:nvPr/>
        </p:nvSpPr>
        <p:spPr>
          <a:xfrm>
            <a:off x="10001250" y="7309800"/>
            <a:ext cx="7019424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lvl="1" indent="-280669">
              <a:lnSpc>
                <a:spcPct val="115000"/>
              </a:lnSpc>
              <a:buSzPts val="2600"/>
              <a:buFont typeface="Barlow"/>
              <a:buChar char="•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Vite</a:t>
            </a:r>
          </a:p>
        </p:txBody>
      </p:sp>
      <p:sp>
        <p:nvSpPr>
          <p:cNvPr id="29" name="Google Shape;360;p19">
            <a:extLst>
              <a:ext uri="{FF2B5EF4-FFF2-40B4-BE49-F238E27FC236}">
                <a16:creationId xmlns:a16="http://schemas.microsoft.com/office/drawing/2014/main" id="{6AB2EE47-3CA4-39DF-BBBA-8E6980F2F2BA}"/>
              </a:ext>
            </a:extLst>
          </p:cNvPr>
          <p:cNvSpPr txBox="1"/>
          <p:nvPr/>
        </p:nvSpPr>
        <p:spPr>
          <a:xfrm>
            <a:off x="9850856" y="4006766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Framework</a:t>
            </a:r>
            <a:endParaRPr dirty="0"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1" name="Google Shape;361;p19">
            <a:extLst>
              <a:ext uri="{FF2B5EF4-FFF2-40B4-BE49-F238E27FC236}">
                <a16:creationId xmlns:a16="http://schemas.microsoft.com/office/drawing/2014/main" id="{072CF056-0DB7-F539-BD17-021C67EFBF37}"/>
              </a:ext>
            </a:extLst>
          </p:cNvPr>
          <p:cNvSpPr txBox="1"/>
          <p:nvPr/>
        </p:nvSpPr>
        <p:spPr>
          <a:xfrm>
            <a:off x="9700461" y="4446301"/>
            <a:ext cx="6987339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Next.js &amp; Express.js</a:t>
            </a:r>
            <a:endParaRPr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Google Shape;361;p19">
            <a:extLst>
              <a:ext uri="{FF2B5EF4-FFF2-40B4-BE49-F238E27FC236}">
                <a16:creationId xmlns:a16="http://schemas.microsoft.com/office/drawing/2014/main" id="{036E8E1D-D9CC-080B-DBB9-84FBFB5DF205}"/>
              </a:ext>
            </a:extLst>
          </p:cNvPr>
          <p:cNvSpPr txBox="1"/>
          <p:nvPr/>
        </p:nvSpPr>
        <p:spPr>
          <a:xfrm>
            <a:off x="1885950" y="5166991"/>
            <a:ext cx="49584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0672" lvl="1">
              <a:buSzPts val="2600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Kumpulan Kode yang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sudah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dibuat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dan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tinggal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digunakan</a:t>
            </a:r>
            <a:endParaRPr lang="en-US" sz="2600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" name="Google Shape;361;p19">
            <a:extLst>
              <a:ext uri="{FF2B5EF4-FFF2-40B4-BE49-F238E27FC236}">
                <a16:creationId xmlns:a16="http://schemas.microsoft.com/office/drawing/2014/main" id="{F0B99192-B689-CD01-43CB-6E0A57394090}"/>
              </a:ext>
            </a:extLst>
          </p:cNvPr>
          <p:cNvSpPr txBox="1"/>
          <p:nvPr/>
        </p:nvSpPr>
        <p:spPr>
          <a:xfrm>
            <a:off x="1600200" y="6036593"/>
            <a:ext cx="4958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lvl="1" indent="-280669">
              <a:buSzPts val="2600"/>
              <a:buFont typeface="Barlow"/>
              <a:buChar char="•"/>
            </a:pPr>
            <a:r>
              <a:rPr lang="en-US" sz="2600" b="1" dirty="0">
                <a:latin typeface="Barlow"/>
                <a:ea typeface="Barlow"/>
                <a:cs typeface="Barlow"/>
                <a:sym typeface="Barlow"/>
              </a:rPr>
              <a:t>Framework</a:t>
            </a:r>
          </a:p>
        </p:txBody>
      </p:sp>
      <p:sp>
        <p:nvSpPr>
          <p:cNvPr id="24" name="Google Shape;361;p19">
            <a:extLst>
              <a:ext uri="{FF2B5EF4-FFF2-40B4-BE49-F238E27FC236}">
                <a16:creationId xmlns:a16="http://schemas.microsoft.com/office/drawing/2014/main" id="{2463182E-3F24-FF50-2CFB-B87942D91E35}"/>
              </a:ext>
            </a:extLst>
          </p:cNvPr>
          <p:cNvSpPr txBox="1"/>
          <p:nvPr/>
        </p:nvSpPr>
        <p:spPr>
          <a:xfrm>
            <a:off x="1885950" y="6436703"/>
            <a:ext cx="495840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0672" lvl="1">
              <a:buSzPts val="2600"/>
            </a:pP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Kumpulan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Kerangka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/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cara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kerja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aplikasi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yang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sudah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dibuat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dan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tinggal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mengikuti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struktur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yang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disediakan</a:t>
            </a:r>
            <a:endParaRPr lang="en-US" sz="2600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" name="Google Shape;361;p19">
            <a:extLst>
              <a:ext uri="{FF2B5EF4-FFF2-40B4-BE49-F238E27FC236}">
                <a16:creationId xmlns:a16="http://schemas.microsoft.com/office/drawing/2014/main" id="{61BF6949-FFAF-A22E-6C2F-FF4DB791D8E2}"/>
              </a:ext>
            </a:extLst>
          </p:cNvPr>
          <p:cNvSpPr txBox="1"/>
          <p:nvPr/>
        </p:nvSpPr>
        <p:spPr>
          <a:xfrm>
            <a:off x="1563525" y="7983323"/>
            <a:ext cx="4958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lvl="1" indent="-280669">
              <a:buSzPts val="2600"/>
              <a:buFont typeface="Barlow"/>
              <a:buChar char="•"/>
            </a:pPr>
            <a:r>
              <a:rPr lang="en-US" sz="2600" b="1" dirty="0">
                <a:latin typeface="Barlow"/>
                <a:ea typeface="Barlow"/>
                <a:cs typeface="Barlow"/>
                <a:sym typeface="Barlow"/>
              </a:rPr>
              <a:t>Tools</a:t>
            </a:r>
          </a:p>
        </p:txBody>
      </p:sp>
      <p:sp>
        <p:nvSpPr>
          <p:cNvPr id="41" name="Google Shape;361;p19">
            <a:extLst>
              <a:ext uri="{FF2B5EF4-FFF2-40B4-BE49-F238E27FC236}">
                <a16:creationId xmlns:a16="http://schemas.microsoft.com/office/drawing/2014/main" id="{4FEB3341-A54C-2501-3AE9-50EE9FE98D9D}"/>
              </a:ext>
            </a:extLst>
          </p:cNvPr>
          <p:cNvSpPr txBox="1"/>
          <p:nvPr/>
        </p:nvSpPr>
        <p:spPr>
          <a:xfrm>
            <a:off x="1849275" y="8383433"/>
            <a:ext cx="49584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0672" lvl="1">
              <a:buSzPts val="2600"/>
            </a:pP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Membantu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mengerjakan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&amp; </a:t>
            </a:r>
            <a:r>
              <a:rPr lang="en-US" sz="2600" dirty="0" err="1">
                <a:latin typeface="Barlow"/>
                <a:ea typeface="Barlow"/>
                <a:cs typeface="Barlow"/>
                <a:sym typeface="Barlow"/>
              </a:rPr>
              <a:t>menjalankan</a:t>
            </a:r>
            <a:r>
              <a:rPr lang="en-US" sz="2600" dirty="0">
                <a:latin typeface="Barlow"/>
                <a:ea typeface="Barlow"/>
                <a:cs typeface="Barlow"/>
                <a:sym typeface="Barlow"/>
              </a:rPr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2085977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3D"/>
        </a:solidFill>
        <a:effectLst/>
      </p:bgPr>
    </p:bg>
    <p:spTree>
      <p:nvGrpSpPr>
        <p:cNvPr id="1" name="Shape 278">
          <a:extLst>
            <a:ext uri="{FF2B5EF4-FFF2-40B4-BE49-F238E27FC236}">
              <a16:creationId xmlns:a16="http://schemas.microsoft.com/office/drawing/2014/main" id="{EDCF7D8D-750C-4BA0-AA0A-333B504B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>
            <a:extLst>
              <a:ext uri="{FF2B5EF4-FFF2-40B4-BE49-F238E27FC236}">
                <a16:creationId xmlns:a16="http://schemas.microsoft.com/office/drawing/2014/main" id="{E68B34F0-6626-ADC2-4D7B-5366975AB83A}"/>
              </a:ext>
            </a:extLst>
          </p:cNvPr>
          <p:cNvSpPr/>
          <p:nvPr/>
        </p:nvSpPr>
        <p:spPr>
          <a:xfrm>
            <a:off x="5777163" y="1028700"/>
            <a:ext cx="7137308" cy="8229600"/>
          </a:xfrm>
          <a:custGeom>
            <a:avLst/>
            <a:gdLst/>
            <a:ahLst/>
            <a:cxnLst/>
            <a:rect l="l" t="t" r="r" b="b"/>
            <a:pathLst>
              <a:path w="7137308" h="8229600" extrusionOk="0">
                <a:moveTo>
                  <a:pt x="0" y="0"/>
                </a:moveTo>
                <a:lnTo>
                  <a:pt x="7137308" y="0"/>
                </a:lnTo>
                <a:lnTo>
                  <a:pt x="713730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3080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61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5"/>
          <p:cNvGrpSpPr/>
          <p:nvPr/>
        </p:nvGrpSpPr>
        <p:grpSpPr>
          <a:xfrm>
            <a:off x="1028700" y="862533"/>
            <a:ext cx="7829550" cy="2190072"/>
            <a:chOff x="0" y="-47625"/>
            <a:chExt cx="2244026" cy="627696"/>
          </a:xfrm>
        </p:grpSpPr>
        <p:sp>
          <p:nvSpPr>
            <p:cNvPr id="267" name="Google Shape;267;p15"/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5"/>
          <p:cNvGrpSpPr/>
          <p:nvPr/>
        </p:nvGrpSpPr>
        <p:grpSpPr>
          <a:xfrm>
            <a:off x="1028700" y="3172188"/>
            <a:ext cx="7829550" cy="6086112"/>
            <a:chOff x="0" y="-47625"/>
            <a:chExt cx="2244026" cy="1744339"/>
          </a:xfrm>
        </p:grpSpPr>
        <p:sp>
          <p:nvSpPr>
            <p:cNvPr id="270" name="Google Shape;270;p15"/>
            <p:cNvSpPr/>
            <p:nvPr/>
          </p:nvSpPr>
          <p:spPr>
            <a:xfrm>
              <a:off x="0" y="0"/>
              <a:ext cx="2244026" cy="1696714"/>
            </a:xfrm>
            <a:custGeom>
              <a:avLst/>
              <a:gdLst/>
              <a:ahLst/>
              <a:cxnLst/>
              <a:rect l="l" t="t" r="r" b="b"/>
              <a:pathLst>
                <a:path w="2244026" h="1696714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1667050"/>
                  </a:lnTo>
                  <a:cubicBezTo>
                    <a:pt x="2244026" y="1674918"/>
                    <a:pt x="2240901" y="1682463"/>
                    <a:pt x="2235338" y="1688026"/>
                  </a:cubicBezTo>
                  <a:cubicBezTo>
                    <a:pt x="2229774" y="1693589"/>
                    <a:pt x="2222229" y="1696714"/>
                    <a:pt x="2214362" y="1696714"/>
                  </a:cubicBezTo>
                  <a:lnTo>
                    <a:pt x="29664" y="1696714"/>
                  </a:lnTo>
                  <a:cubicBezTo>
                    <a:pt x="21797" y="1696714"/>
                    <a:pt x="14252" y="1693589"/>
                    <a:pt x="8688" y="1688026"/>
                  </a:cubicBezTo>
                  <a:cubicBezTo>
                    <a:pt x="3125" y="1682463"/>
                    <a:pt x="0" y="1674918"/>
                    <a:pt x="0" y="1667050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5"/>
            <p:cNvSpPr txBox="1"/>
            <p:nvPr/>
          </p:nvSpPr>
          <p:spPr>
            <a:xfrm>
              <a:off x="0" y="-47625"/>
              <a:ext cx="2244026" cy="1744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5"/>
          <p:cNvSpPr txBox="1"/>
          <p:nvPr/>
        </p:nvSpPr>
        <p:spPr>
          <a:xfrm>
            <a:off x="1556250" y="1567850"/>
            <a:ext cx="6774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Let’s warm up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2095753" y="4682018"/>
            <a:ext cx="5695500" cy="31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Add a short physical or interactive activity to help students get ready for the day. You can include a timer or visual elements, too.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93D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7"/>
          <p:cNvGrpSpPr/>
          <p:nvPr/>
        </p:nvGrpSpPr>
        <p:grpSpPr>
          <a:xfrm>
            <a:off x="1028700" y="862533"/>
            <a:ext cx="7829550" cy="2190072"/>
            <a:chOff x="0" y="-47625"/>
            <a:chExt cx="2244026" cy="627696"/>
          </a:xfrm>
        </p:grpSpPr>
        <p:sp>
          <p:nvSpPr>
            <p:cNvPr id="293" name="Google Shape;293;p17"/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43D374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7"/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5" name="Google Shape;295;p17"/>
          <p:cNvGrpSpPr/>
          <p:nvPr/>
        </p:nvGrpSpPr>
        <p:grpSpPr>
          <a:xfrm>
            <a:off x="9144000" y="862533"/>
            <a:ext cx="8115300" cy="3533225"/>
            <a:chOff x="0" y="-47625"/>
            <a:chExt cx="2325925" cy="1012657"/>
          </a:xfrm>
        </p:grpSpPr>
        <p:sp>
          <p:nvSpPr>
            <p:cNvPr id="296" name="Google Shape;296;p17"/>
            <p:cNvSpPr/>
            <p:nvPr/>
          </p:nvSpPr>
          <p:spPr>
            <a:xfrm>
              <a:off x="0" y="0"/>
              <a:ext cx="2325925" cy="965032"/>
            </a:xfrm>
            <a:custGeom>
              <a:avLst/>
              <a:gdLst/>
              <a:ahLst/>
              <a:cxnLst/>
              <a:rect l="l" t="t" r="r" b="b"/>
              <a:pathLst>
                <a:path w="2325925" h="965032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936412"/>
                  </a:lnTo>
                  <a:cubicBezTo>
                    <a:pt x="2325925" y="952218"/>
                    <a:pt x="2313111" y="965032"/>
                    <a:pt x="2297305" y="965032"/>
                  </a:cubicBezTo>
                  <a:lnTo>
                    <a:pt x="28620" y="965032"/>
                  </a:lnTo>
                  <a:cubicBezTo>
                    <a:pt x="12813" y="965032"/>
                    <a:pt x="0" y="952218"/>
                    <a:pt x="0" y="93641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7"/>
            <p:cNvSpPr txBox="1"/>
            <p:nvPr/>
          </p:nvSpPr>
          <p:spPr>
            <a:xfrm>
              <a:off x="0" y="-47625"/>
              <a:ext cx="2325925" cy="101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8" name="Google Shape;298;p17"/>
          <p:cNvGrpSpPr/>
          <p:nvPr/>
        </p:nvGrpSpPr>
        <p:grpSpPr>
          <a:xfrm>
            <a:off x="9144000" y="4515341"/>
            <a:ext cx="8115300" cy="4742959"/>
            <a:chOff x="0" y="-47625"/>
            <a:chExt cx="2325925" cy="1359379"/>
          </a:xfrm>
        </p:grpSpPr>
        <p:sp>
          <p:nvSpPr>
            <p:cNvPr id="299" name="Google Shape;299;p17"/>
            <p:cNvSpPr/>
            <p:nvPr/>
          </p:nvSpPr>
          <p:spPr>
            <a:xfrm>
              <a:off x="0" y="0"/>
              <a:ext cx="2325925" cy="1311754"/>
            </a:xfrm>
            <a:custGeom>
              <a:avLst/>
              <a:gdLst/>
              <a:ahLst/>
              <a:cxnLst/>
              <a:rect l="l" t="t" r="r" b="b"/>
              <a:pathLst>
                <a:path w="2325925" h="1311754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1283134"/>
                  </a:lnTo>
                  <a:cubicBezTo>
                    <a:pt x="2325925" y="1298940"/>
                    <a:pt x="2313111" y="1311754"/>
                    <a:pt x="2297305" y="1311754"/>
                  </a:cubicBezTo>
                  <a:lnTo>
                    <a:pt x="28620" y="1311754"/>
                  </a:lnTo>
                  <a:cubicBezTo>
                    <a:pt x="12813" y="1311754"/>
                    <a:pt x="0" y="1298940"/>
                    <a:pt x="0" y="1283134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7"/>
            <p:cNvSpPr txBox="1"/>
            <p:nvPr/>
          </p:nvSpPr>
          <p:spPr>
            <a:xfrm>
              <a:off x="0" y="-47625"/>
              <a:ext cx="2325925" cy="13593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17"/>
          <p:cNvSpPr/>
          <p:nvPr/>
        </p:nvSpPr>
        <p:spPr>
          <a:xfrm>
            <a:off x="1028700" y="3338355"/>
            <a:ext cx="7829550" cy="5919945"/>
          </a:xfrm>
          <a:custGeom>
            <a:avLst/>
            <a:gdLst/>
            <a:ahLst/>
            <a:cxnLst/>
            <a:rect l="l" t="t" r="r" b="b"/>
            <a:pathLst>
              <a:path w="1213002" h="917154" extrusionOk="0">
                <a:moveTo>
                  <a:pt x="29664" y="0"/>
                </a:moveTo>
                <a:lnTo>
                  <a:pt x="1183338" y="0"/>
                </a:lnTo>
                <a:cubicBezTo>
                  <a:pt x="1191205" y="0"/>
                  <a:pt x="1198751" y="3125"/>
                  <a:pt x="1204314" y="8688"/>
                </a:cubicBezTo>
                <a:cubicBezTo>
                  <a:pt x="1209877" y="14252"/>
                  <a:pt x="1213002" y="21797"/>
                  <a:pt x="1213002" y="29664"/>
                </a:cubicBezTo>
                <a:lnTo>
                  <a:pt x="1213002" y="887490"/>
                </a:lnTo>
                <a:cubicBezTo>
                  <a:pt x="1213002" y="895358"/>
                  <a:pt x="1209877" y="902903"/>
                  <a:pt x="1204314" y="908466"/>
                </a:cubicBezTo>
                <a:cubicBezTo>
                  <a:pt x="1198751" y="914029"/>
                  <a:pt x="1191205" y="917154"/>
                  <a:pt x="1183338" y="917154"/>
                </a:cubicBezTo>
                <a:lnTo>
                  <a:pt x="29664" y="917154"/>
                </a:lnTo>
                <a:cubicBezTo>
                  <a:pt x="21797" y="917154"/>
                  <a:pt x="14252" y="914029"/>
                  <a:pt x="8688" y="908466"/>
                </a:cubicBezTo>
                <a:cubicBezTo>
                  <a:pt x="3125" y="902903"/>
                  <a:pt x="0" y="895358"/>
                  <a:pt x="0" y="887490"/>
                </a:cubicBezTo>
                <a:lnTo>
                  <a:pt x="0" y="29664"/>
                </a:lnTo>
                <a:cubicBezTo>
                  <a:pt x="0" y="21797"/>
                  <a:pt x="3125" y="14252"/>
                  <a:pt x="8688" y="8688"/>
                </a:cubicBezTo>
                <a:cubicBezTo>
                  <a:pt x="14252" y="3125"/>
                  <a:pt x="21797" y="0"/>
                  <a:pt x="2966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35" r="-14826" b="-7229"/>
            </a:stretch>
          </a:blipFill>
          <a:ln w="857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9715500" y="2065583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New words: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9715500" y="5864336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Let’s think: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14935945" y="5867478"/>
            <a:ext cx="1751855" cy="2204852"/>
          </a:xfrm>
          <a:custGeom>
            <a:avLst/>
            <a:gdLst/>
            <a:ahLst/>
            <a:cxnLst/>
            <a:rect l="l" t="t" r="r" b="b"/>
            <a:pathLst>
              <a:path w="1751855" h="2204852" extrusionOk="0">
                <a:moveTo>
                  <a:pt x="0" y="0"/>
                </a:moveTo>
                <a:lnTo>
                  <a:pt x="1751855" y="0"/>
                </a:lnTo>
                <a:lnTo>
                  <a:pt x="1751855" y="2204852"/>
                </a:lnTo>
                <a:lnTo>
                  <a:pt x="0" y="2204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5" name="Google Shape;305;p17"/>
          <p:cNvSpPr/>
          <p:nvPr/>
        </p:nvSpPr>
        <p:spPr>
          <a:xfrm rot="-1463991">
            <a:off x="14791189" y="1969913"/>
            <a:ext cx="2041367" cy="1484631"/>
          </a:xfrm>
          <a:custGeom>
            <a:avLst/>
            <a:gdLst/>
            <a:ahLst/>
            <a:cxnLst/>
            <a:rect l="l" t="t" r="r" b="b"/>
            <a:pathLst>
              <a:path w="2041367" h="1484631" extrusionOk="0">
                <a:moveTo>
                  <a:pt x="0" y="0"/>
                </a:moveTo>
                <a:lnTo>
                  <a:pt x="2041367" y="0"/>
                </a:lnTo>
                <a:lnTo>
                  <a:pt x="2041367" y="1484631"/>
                </a:lnTo>
                <a:lnTo>
                  <a:pt x="0" y="14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6" name="Google Shape;306;p17"/>
          <p:cNvSpPr txBox="1"/>
          <p:nvPr/>
        </p:nvSpPr>
        <p:spPr>
          <a:xfrm>
            <a:off x="2822216" y="1614578"/>
            <a:ext cx="4242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Book title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9715500" y="2586648"/>
            <a:ext cx="49584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List 2-3 words students will learn while reading.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9715500" y="6388780"/>
            <a:ext cx="4958400" cy="17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Add 2-3 simple questions to guide reflection.</a:t>
            </a:r>
            <a:endParaRPr>
              <a:latin typeface="Barlow"/>
              <a:ea typeface="Barlow"/>
              <a:cs typeface="Barlow"/>
              <a:sym typeface="Barlow"/>
            </a:endParaRPr>
          </a:p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These could focus on characters, setting, or events.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374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18"/>
          <p:cNvGrpSpPr/>
          <p:nvPr/>
        </p:nvGrpSpPr>
        <p:grpSpPr>
          <a:xfrm>
            <a:off x="9144000" y="2815580"/>
            <a:ext cx="8115300" cy="2917130"/>
            <a:chOff x="0" y="-47625"/>
            <a:chExt cx="2325925" cy="836078"/>
          </a:xfrm>
        </p:grpSpPr>
        <p:sp>
          <p:nvSpPr>
            <p:cNvPr id="314" name="Google Shape;314;p18"/>
            <p:cNvSpPr/>
            <p:nvPr/>
          </p:nvSpPr>
          <p:spPr>
            <a:xfrm>
              <a:off x="0" y="0"/>
              <a:ext cx="2325925" cy="788453"/>
            </a:xfrm>
            <a:custGeom>
              <a:avLst/>
              <a:gdLst/>
              <a:ahLst/>
              <a:cxnLst/>
              <a:rect l="l" t="t" r="r" b="b"/>
              <a:pathLst>
                <a:path w="2325925" h="788453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759833"/>
                  </a:lnTo>
                  <a:cubicBezTo>
                    <a:pt x="2325925" y="775640"/>
                    <a:pt x="2313111" y="788453"/>
                    <a:pt x="2297305" y="788453"/>
                  </a:cubicBezTo>
                  <a:lnTo>
                    <a:pt x="28620" y="788453"/>
                  </a:lnTo>
                  <a:cubicBezTo>
                    <a:pt x="12813" y="788453"/>
                    <a:pt x="0" y="775640"/>
                    <a:pt x="0" y="759833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8"/>
            <p:cNvSpPr txBox="1"/>
            <p:nvPr/>
          </p:nvSpPr>
          <p:spPr>
            <a:xfrm>
              <a:off x="0" y="-47625"/>
              <a:ext cx="2325925" cy="836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8"/>
          <p:cNvGrpSpPr/>
          <p:nvPr/>
        </p:nvGrpSpPr>
        <p:grpSpPr>
          <a:xfrm>
            <a:off x="9144000" y="5852293"/>
            <a:ext cx="8115300" cy="1452959"/>
            <a:chOff x="0" y="-47625"/>
            <a:chExt cx="2325925" cy="416432"/>
          </a:xfrm>
        </p:grpSpPr>
        <p:sp>
          <p:nvSpPr>
            <p:cNvPr id="317" name="Google Shape;317;p18"/>
            <p:cNvSpPr/>
            <p:nvPr/>
          </p:nvSpPr>
          <p:spPr>
            <a:xfrm>
              <a:off x="0" y="0"/>
              <a:ext cx="2325925" cy="368807"/>
            </a:xfrm>
            <a:custGeom>
              <a:avLst/>
              <a:gdLst/>
              <a:ahLst/>
              <a:cxnLst/>
              <a:rect l="l" t="t" r="r" b="b"/>
              <a:pathLst>
                <a:path w="2325925" h="36880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340188"/>
                  </a:lnTo>
                  <a:cubicBezTo>
                    <a:pt x="2325925" y="355994"/>
                    <a:pt x="2313111" y="368807"/>
                    <a:pt x="2297305" y="368807"/>
                  </a:cubicBezTo>
                  <a:lnTo>
                    <a:pt x="28620" y="368807"/>
                  </a:lnTo>
                  <a:cubicBezTo>
                    <a:pt x="12813" y="368807"/>
                    <a:pt x="0" y="355994"/>
                    <a:pt x="0" y="340188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8"/>
            <p:cNvSpPr txBox="1"/>
            <p:nvPr/>
          </p:nvSpPr>
          <p:spPr>
            <a:xfrm>
              <a:off x="0" y="-47625"/>
              <a:ext cx="23259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8"/>
          <p:cNvSpPr/>
          <p:nvPr/>
        </p:nvSpPr>
        <p:spPr>
          <a:xfrm>
            <a:off x="1028700" y="1028700"/>
            <a:ext cx="7325788" cy="11192176"/>
          </a:xfrm>
          <a:custGeom>
            <a:avLst/>
            <a:gdLst/>
            <a:ahLst/>
            <a:cxnLst/>
            <a:rect l="l" t="t" r="r" b="b"/>
            <a:pathLst>
              <a:path w="7325788" h="11192176" extrusionOk="0">
                <a:moveTo>
                  <a:pt x="0" y="0"/>
                </a:moveTo>
                <a:lnTo>
                  <a:pt x="7325788" y="0"/>
                </a:lnTo>
                <a:lnTo>
                  <a:pt x="7325788" y="11192176"/>
                </a:lnTo>
                <a:lnTo>
                  <a:pt x="0" y="11192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20" name="Google Shape;320;p18"/>
          <p:cNvGrpSpPr/>
          <p:nvPr/>
        </p:nvGrpSpPr>
        <p:grpSpPr>
          <a:xfrm rot="-256119">
            <a:off x="1646061" y="5221945"/>
            <a:ext cx="2181560" cy="1979375"/>
            <a:chOff x="0" y="0"/>
            <a:chExt cx="2908747" cy="2639167"/>
          </a:xfrm>
        </p:grpSpPr>
        <p:sp>
          <p:nvSpPr>
            <p:cNvPr id="321" name="Google Shape;321;p18"/>
            <p:cNvSpPr/>
            <p:nvPr/>
          </p:nvSpPr>
          <p:spPr>
            <a:xfrm>
              <a:off x="0" y="0"/>
              <a:ext cx="1426574" cy="1351354"/>
            </a:xfrm>
            <a:custGeom>
              <a:avLst/>
              <a:gdLst/>
              <a:ahLst/>
              <a:cxnLst/>
              <a:rect l="l" t="t" r="r" b="b"/>
              <a:pathLst>
                <a:path w="1426574" h="1351354" extrusionOk="0">
                  <a:moveTo>
                    <a:pt x="0" y="0"/>
                  </a:moveTo>
                  <a:lnTo>
                    <a:pt x="1426574" y="0"/>
                  </a:lnTo>
                  <a:lnTo>
                    <a:pt x="1426574" y="1351354"/>
                  </a:lnTo>
                  <a:lnTo>
                    <a:pt x="0" y="13513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22" name="Google Shape;322;p18"/>
            <p:cNvSpPr/>
            <p:nvPr/>
          </p:nvSpPr>
          <p:spPr>
            <a:xfrm>
              <a:off x="969834" y="1017531"/>
              <a:ext cx="1938913" cy="1621636"/>
            </a:xfrm>
            <a:custGeom>
              <a:avLst/>
              <a:gdLst/>
              <a:ahLst/>
              <a:cxnLst/>
              <a:rect l="l" t="t" r="r" b="b"/>
              <a:pathLst>
                <a:path w="1938913" h="1621636" extrusionOk="0">
                  <a:moveTo>
                    <a:pt x="0" y="0"/>
                  </a:moveTo>
                  <a:lnTo>
                    <a:pt x="1938913" y="0"/>
                  </a:lnTo>
                  <a:lnTo>
                    <a:pt x="1938913" y="1621636"/>
                  </a:lnTo>
                  <a:lnTo>
                    <a:pt x="0" y="16216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323" name="Google Shape;323;p18"/>
          <p:cNvSpPr txBox="1"/>
          <p:nvPr/>
        </p:nvSpPr>
        <p:spPr>
          <a:xfrm>
            <a:off x="9554960" y="3615978"/>
            <a:ext cx="7293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05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MATH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10893078" y="6347729"/>
            <a:ext cx="461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Let’s think in numbers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DA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1"/>
          <p:cNvGrpSpPr/>
          <p:nvPr/>
        </p:nvGrpSpPr>
        <p:grpSpPr>
          <a:xfrm>
            <a:off x="9144000" y="2815580"/>
            <a:ext cx="8115300" cy="2917130"/>
            <a:chOff x="0" y="-47625"/>
            <a:chExt cx="2325925" cy="836078"/>
          </a:xfrm>
        </p:grpSpPr>
        <p:sp>
          <p:nvSpPr>
            <p:cNvPr id="410" name="Google Shape;410;p21"/>
            <p:cNvSpPr/>
            <p:nvPr/>
          </p:nvSpPr>
          <p:spPr>
            <a:xfrm>
              <a:off x="0" y="0"/>
              <a:ext cx="2325925" cy="788453"/>
            </a:xfrm>
            <a:custGeom>
              <a:avLst/>
              <a:gdLst/>
              <a:ahLst/>
              <a:cxnLst/>
              <a:rect l="l" t="t" r="r" b="b"/>
              <a:pathLst>
                <a:path w="2325925" h="788453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759833"/>
                  </a:lnTo>
                  <a:cubicBezTo>
                    <a:pt x="2325925" y="775640"/>
                    <a:pt x="2313111" y="788453"/>
                    <a:pt x="2297305" y="788453"/>
                  </a:cubicBezTo>
                  <a:lnTo>
                    <a:pt x="28620" y="788453"/>
                  </a:lnTo>
                  <a:cubicBezTo>
                    <a:pt x="12813" y="788453"/>
                    <a:pt x="0" y="775640"/>
                    <a:pt x="0" y="759833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1"/>
            <p:cNvSpPr txBox="1"/>
            <p:nvPr/>
          </p:nvSpPr>
          <p:spPr>
            <a:xfrm>
              <a:off x="0" y="-47625"/>
              <a:ext cx="2325925" cy="836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21"/>
          <p:cNvGrpSpPr/>
          <p:nvPr/>
        </p:nvGrpSpPr>
        <p:grpSpPr>
          <a:xfrm>
            <a:off x="9144000" y="5852293"/>
            <a:ext cx="8115300" cy="1452959"/>
            <a:chOff x="0" y="-47625"/>
            <a:chExt cx="2325925" cy="416432"/>
          </a:xfrm>
        </p:grpSpPr>
        <p:sp>
          <p:nvSpPr>
            <p:cNvPr id="413" name="Google Shape;413;p21"/>
            <p:cNvSpPr/>
            <p:nvPr/>
          </p:nvSpPr>
          <p:spPr>
            <a:xfrm>
              <a:off x="0" y="0"/>
              <a:ext cx="2325925" cy="368807"/>
            </a:xfrm>
            <a:custGeom>
              <a:avLst/>
              <a:gdLst/>
              <a:ahLst/>
              <a:cxnLst/>
              <a:rect l="l" t="t" r="r" b="b"/>
              <a:pathLst>
                <a:path w="2325925" h="36880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340188"/>
                  </a:lnTo>
                  <a:cubicBezTo>
                    <a:pt x="2325925" y="355994"/>
                    <a:pt x="2313111" y="368807"/>
                    <a:pt x="2297305" y="368807"/>
                  </a:cubicBezTo>
                  <a:lnTo>
                    <a:pt x="28620" y="368807"/>
                  </a:lnTo>
                  <a:cubicBezTo>
                    <a:pt x="12813" y="368807"/>
                    <a:pt x="0" y="355994"/>
                    <a:pt x="0" y="340188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1"/>
            <p:cNvSpPr txBox="1"/>
            <p:nvPr/>
          </p:nvSpPr>
          <p:spPr>
            <a:xfrm>
              <a:off x="0" y="-47625"/>
              <a:ext cx="23259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5" name="Google Shape;415;p21"/>
          <p:cNvSpPr/>
          <p:nvPr/>
        </p:nvSpPr>
        <p:spPr>
          <a:xfrm>
            <a:off x="1028700" y="810251"/>
            <a:ext cx="7043499" cy="8666498"/>
          </a:xfrm>
          <a:custGeom>
            <a:avLst/>
            <a:gdLst/>
            <a:ahLst/>
            <a:cxnLst/>
            <a:rect l="l" t="t" r="r" b="b"/>
            <a:pathLst>
              <a:path w="7043499" h="8666498" extrusionOk="0">
                <a:moveTo>
                  <a:pt x="0" y="0"/>
                </a:moveTo>
                <a:lnTo>
                  <a:pt x="7043499" y="0"/>
                </a:lnTo>
                <a:lnTo>
                  <a:pt x="7043499" y="8666498"/>
                </a:lnTo>
                <a:lnTo>
                  <a:pt x="0" y="8666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6" name="Google Shape;416;p21"/>
          <p:cNvSpPr txBox="1"/>
          <p:nvPr/>
        </p:nvSpPr>
        <p:spPr>
          <a:xfrm>
            <a:off x="9554960" y="3603728"/>
            <a:ext cx="7293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05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SCIENCE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9657308" y="6389966"/>
            <a:ext cx="7088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Let’s understand how things work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DAFF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22"/>
          <p:cNvGrpSpPr/>
          <p:nvPr/>
        </p:nvGrpSpPr>
        <p:grpSpPr>
          <a:xfrm>
            <a:off x="1028700" y="862533"/>
            <a:ext cx="7829550" cy="2190072"/>
            <a:chOff x="0" y="-47625"/>
            <a:chExt cx="2244026" cy="627696"/>
          </a:xfrm>
        </p:grpSpPr>
        <p:sp>
          <p:nvSpPr>
            <p:cNvPr id="423" name="Google Shape;423;p22"/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2"/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p22"/>
          <p:cNvGrpSpPr/>
          <p:nvPr/>
        </p:nvGrpSpPr>
        <p:grpSpPr>
          <a:xfrm>
            <a:off x="9144000" y="862533"/>
            <a:ext cx="8115300" cy="4144353"/>
            <a:chOff x="0" y="-47625"/>
            <a:chExt cx="2325925" cy="1187812"/>
          </a:xfrm>
        </p:grpSpPr>
        <p:sp>
          <p:nvSpPr>
            <p:cNvPr id="426" name="Google Shape;426;p22"/>
            <p:cNvSpPr/>
            <p:nvPr/>
          </p:nvSpPr>
          <p:spPr>
            <a:xfrm>
              <a:off x="0" y="0"/>
              <a:ext cx="2325925" cy="1140187"/>
            </a:xfrm>
            <a:custGeom>
              <a:avLst/>
              <a:gdLst/>
              <a:ahLst/>
              <a:cxnLst/>
              <a:rect l="l" t="t" r="r" b="b"/>
              <a:pathLst>
                <a:path w="2325925" h="114018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1111567"/>
                  </a:lnTo>
                  <a:cubicBezTo>
                    <a:pt x="2325925" y="1127374"/>
                    <a:pt x="2313111" y="1140187"/>
                    <a:pt x="2297305" y="1140187"/>
                  </a:cubicBezTo>
                  <a:lnTo>
                    <a:pt x="28620" y="1140187"/>
                  </a:lnTo>
                  <a:cubicBezTo>
                    <a:pt x="12813" y="1140187"/>
                    <a:pt x="0" y="1127374"/>
                    <a:pt x="0" y="111156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2"/>
            <p:cNvSpPr txBox="1"/>
            <p:nvPr/>
          </p:nvSpPr>
          <p:spPr>
            <a:xfrm>
              <a:off x="0" y="-47625"/>
              <a:ext cx="2325925" cy="1187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" name="Google Shape;428;p22"/>
          <p:cNvGrpSpPr/>
          <p:nvPr/>
        </p:nvGrpSpPr>
        <p:grpSpPr>
          <a:xfrm>
            <a:off x="9144000" y="5113947"/>
            <a:ext cx="8115300" cy="4144353"/>
            <a:chOff x="0" y="-47625"/>
            <a:chExt cx="2325925" cy="1187812"/>
          </a:xfrm>
        </p:grpSpPr>
        <p:sp>
          <p:nvSpPr>
            <p:cNvPr id="429" name="Google Shape;429;p22"/>
            <p:cNvSpPr/>
            <p:nvPr/>
          </p:nvSpPr>
          <p:spPr>
            <a:xfrm>
              <a:off x="0" y="0"/>
              <a:ext cx="2325925" cy="1140187"/>
            </a:xfrm>
            <a:custGeom>
              <a:avLst/>
              <a:gdLst/>
              <a:ahLst/>
              <a:cxnLst/>
              <a:rect l="l" t="t" r="r" b="b"/>
              <a:pathLst>
                <a:path w="2325925" h="114018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1111567"/>
                  </a:lnTo>
                  <a:cubicBezTo>
                    <a:pt x="2325925" y="1127374"/>
                    <a:pt x="2313111" y="1140187"/>
                    <a:pt x="2297305" y="1140187"/>
                  </a:cubicBezTo>
                  <a:lnTo>
                    <a:pt x="28620" y="1140187"/>
                  </a:lnTo>
                  <a:cubicBezTo>
                    <a:pt x="12813" y="1140187"/>
                    <a:pt x="0" y="1127374"/>
                    <a:pt x="0" y="1111567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2"/>
            <p:cNvSpPr txBox="1"/>
            <p:nvPr/>
          </p:nvSpPr>
          <p:spPr>
            <a:xfrm>
              <a:off x="0" y="-47625"/>
              <a:ext cx="2325925" cy="1187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22"/>
          <p:cNvSpPr/>
          <p:nvPr/>
        </p:nvSpPr>
        <p:spPr>
          <a:xfrm>
            <a:off x="1028700" y="3338355"/>
            <a:ext cx="7829550" cy="5919945"/>
          </a:xfrm>
          <a:custGeom>
            <a:avLst/>
            <a:gdLst/>
            <a:ahLst/>
            <a:cxnLst/>
            <a:rect l="l" t="t" r="r" b="b"/>
            <a:pathLst>
              <a:path w="1213002" h="917154" extrusionOk="0">
                <a:moveTo>
                  <a:pt x="29664" y="0"/>
                </a:moveTo>
                <a:lnTo>
                  <a:pt x="1183338" y="0"/>
                </a:lnTo>
                <a:cubicBezTo>
                  <a:pt x="1191205" y="0"/>
                  <a:pt x="1198751" y="3125"/>
                  <a:pt x="1204314" y="8688"/>
                </a:cubicBezTo>
                <a:cubicBezTo>
                  <a:pt x="1209877" y="14252"/>
                  <a:pt x="1213002" y="21797"/>
                  <a:pt x="1213002" y="29664"/>
                </a:cubicBezTo>
                <a:lnTo>
                  <a:pt x="1213002" y="887490"/>
                </a:lnTo>
                <a:cubicBezTo>
                  <a:pt x="1213002" y="895358"/>
                  <a:pt x="1209877" y="902903"/>
                  <a:pt x="1204314" y="908466"/>
                </a:cubicBezTo>
                <a:cubicBezTo>
                  <a:pt x="1198751" y="914029"/>
                  <a:pt x="1191205" y="917154"/>
                  <a:pt x="1183338" y="917154"/>
                </a:cubicBezTo>
                <a:lnTo>
                  <a:pt x="29664" y="917154"/>
                </a:lnTo>
                <a:cubicBezTo>
                  <a:pt x="21797" y="917154"/>
                  <a:pt x="14252" y="914029"/>
                  <a:pt x="8688" y="908466"/>
                </a:cubicBezTo>
                <a:cubicBezTo>
                  <a:pt x="3125" y="902903"/>
                  <a:pt x="0" y="895358"/>
                  <a:pt x="0" y="887490"/>
                </a:cubicBezTo>
                <a:lnTo>
                  <a:pt x="0" y="29664"/>
                </a:lnTo>
                <a:cubicBezTo>
                  <a:pt x="0" y="21797"/>
                  <a:pt x="3125" y="14252"/>
                  <a:pt x="8688" y="8688"/>
                </a:cubicBezTo>
                <a:cubicBezTo>
                  <a:pt x="14252" y="3125"/>
                  <a:pt x="21797" y="0"/>
                  <a:pt x="29664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742" r="-6740"/>
            </a:stretch>
          </a:blipFill>
          <a:ln w="8572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9715500" y="6392255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Let’s ask: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14935945" y="2292937"/>
            <a:ext cx="1751855" cy="1519336"/>
          </a:xfrm>
          <a:custGeom>
            <a:avLst/>
            <a:gdLst/>
            <a:ahLst/>
            <a:cxnLst/>
            <a:rect l="l" t="t" r="r" b="b"/>
            <a:pathLst>
              <a:path w="1751855" h="1519336" extrusionOk="0">
                <a:moveTo>
                  <a:pt x="0" y="0"/>
                </a:moveTo>
                <a:lnTo>
                  <a:pt x="1751855" y="0"/>
                </a:lnTo>
                <a:lnTo>
                  <a:pt x="1751855" y="1519336"/>
                </a:lnTo>
                <a:lnTo>
                  <a:pt x="0" y="1519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4" name="Google Shape;434;p22"/>
          <p:cNvSpPr/>
          <p:nvPr/>
        </p:nvSpPr>
        <p:spPr>
          <a:xfrm>
            <a:off x="14673830" y="6282362"/>
            <a:ext cx="2013970" cy="1973690"/>
          </a:xfrm>
          <a:custGeom>
            <a:avLst/>
            <a:gdLst/>
            <a:ahLst/>
            <a:cxnLst/>
            <a:rect l="l" t="t" r="r" b="b"/>
            <a:pathLst>
              <a:path w="2013970" h="1973690" extrusionOk="0">
                <a:moveTo>
                  <a:pt x="0" y="0"/>
                </a:moveTo>
                <a:lnTo>
                  <a:pt x="2013970" y="0"/>
                </a:lnTo>
                <a:lnTo>
                  <a:pt x="2013970" y="1973690"/>
                </a:lnTo>
                <a:lnTo>
                  <a:pt x="0" y="1973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5" name="Google Shape;435;p22"/>
          <p:cNvSpPr txBox="1"/>
          <p:nvPr/>
        </p:nvSpPr>
        <p:spPr>
          <a:xfrm>
            <a:off x="9715500" y="2177343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Let’s observe: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1743101" y="1647850"/>
            <a:ext cx="6686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Activity title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9715500" y="2698408"/>
            <a:ext cx="49584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Add a question to help learners observe or notice something during the activity.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>
            <a:off x="9715500" y="6916700"/>
            <a:ext cx="4129800" cy="1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Include an open-ended question that encourages curiosity.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6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24"/>
          <p:cNvGrpSpPr/>
          <p:nvPr/>
        </p:nvGrpSpPr>
        <p:grpSpPr>
          <a:xfrm>
            <a:off x="1028700" y="862533"/>
            <a:ext cx="7829550" cy="2190072"/>
            <a:chOff x="0" y="-47625"/>
            <a:chExt cx="2244026" cy="627696"/>
          </a:xfrm>
        </p:grpSpPr>
        <p:sp>
          <p:nvSpPr>
            <p:cNvPr id="457" name="Google Shape;457;p24"/>
            <p:cNvSpPr/>
            <p:nvPr/>
          </p:nvSpPr>
          <p:spPr>
            <a:xfrm>
              <a:off x="0" y="0"/>
              <a:ext cx="2244026" cy="580071"/>
            </a:xfrm>
            <a:custGeom>
              <a:avLst/>
              <a:gdLst/>
              <a:ahLst/>
              <a:cxnLst/>
              <a:rect l="l" t="t" r="r" b="b"/>
              <a:pathLst>
                <a:path w="2244026" h="580071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550407"/>
                  </a:lnTo>
                  <a:cubicBezTo>
                    <a:pt x="2244026" y="558274"/>
                    <a:pt x="2240901" y="565820"/>
                    <a:pt x="2235338" y="571383"/>
                  </a:cubicBezTo>
                  <a:cubicBezTo>
                    <a:pt x="2229774" y="576946"/>
                    <a:pt x="2222229" y="580071"/>
                    <a:pt x="2214362" y="580071"/>
                  </a:cubicBezTo>
                  <a:lnTo>
                    <a:pt x="29664" y="580071"/>
                  </a:lnTo>
                  <a:cubicBezTo>
                    <a:pt x="21797" y="580071"/>
                    <a:pt x="14252" y="576946"/>
                    <a:pt x="8688" y="571383"/>
                  </a:cubicBezTo>
                  <a:cubicBezTo>
                    <a:pt x="3125" y="565820"/>
                    <a:pt x="0" y="558274"/>
                    <a:pt x="0" y="550407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4"/>
            <p:cNvSpPr txBox="1"/>
            <p:nvPr/>
          </p:nvSpPr>
          <p:spPr>
            <a:xfrm>
              <a:off x="0" y="-47625"/>
              <a:ext cx="2244026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24"/>
          <p:cNvGrpSpPr/>
          <p:nvPr/>
        </p:nvGrpSpPr>
        <p:grpSpPr>
          <a:xfrm>
            <a:off x="1028700" y="3172188"/>
            <a:ext cx="7829550" cy="1951113"/>
            <a:chOff x="0" y="-47625"/>
            <a:chExt cx="2244026" cy="559208"/>
          </a:xfrm>
        </p:grpSpPr>
        <p:sp>
          <p:nvSpPr>
            <p:cNvPr id="460" name="Google Shape;460;p24"/>
            <p:cNvSpPr/>
            <p:nvPr/>
          </p:nvSpPr>
          <p:spPr>
            <a:xfrm>
              <a:off x="0" y="0"/>
              <a:ext cx="2244026" cy="511583"/>
            </a:xfrm>
            <a:custGeom>
              <a:avLst/>
              <a:gdLst/>
              <a:ahLst/>
              <a:cxnLst/>
              <a:rect l="l" t="t" r="r" b="b"/>
              <a:pathLst>
                <a:path w="2244026" h="511583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481919"/>
                  </a:lnTo>
                  <a:cubicBezTo>
                    <a:pt x="2244026" y="489786"/>
                    <a:pt x="2240901" y="497332"/>
                    <a:pt x="2235338" y="502895"/>
                  </a:cubicBezTo>
                  <a:cubicBezTo>
                    <a:pt x="2229774" y="508458"/>
                    <a:pt x="2222229" y="511583"/>
                    <a:pt x="2214362" y="511583"/>
                  </a:cubicBezTo>
                  <a:lnTo>
                    <a:pt x="29664" y="511583"/>
                  </a:lnTo>
                  <a:cubicBezTo>
                    <a:pt x="21797" y="511583"/>
                    <a:pt x="14252" y="508458"/>
                    <a:pt x="8688" y="502895"/>
                  </a:cubicBezTo>
                  <a:cubicBezTo>
                    <a:pt x="3125" y="497332"/>
                    <a:pt x="0" y="489786"/>
                    <a:pt x="0" y="481919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 txBox="1"/>
            <p:nvPr/>
          </p:nvSpPr>
          <p:spPr>
            <a:xfrm>
              <a:off x="0" y="-47625"/>
              <a:ext cx="2244026" cy="559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24"/>
          <p:cNvGrpSpPr/>
          <p:nvPr/>
        </p:nvGrpSpPr>
        <p:grpSpPr>
          <a:xfrm>
            <a:off x="1028700" y="5239687"/>
            <a:ext cx="7829550" cy="1951113"/>
            <a:chOff x="0" y="-47625"/>
            <a:chExt cx="2244026" cy="559208"/>
          </a:xfrm>
        </p:grpSpPr>
        <p:sp>
          <p:nvSpPr>
            <p:cNvPr id="463" name="Google Shape;463;p24"/>
            <p:cNvSpPr/>
            <p:nvPr/>
          </p:nvSpPr>
          <p:spPr>
            <a:xfrm>
              <a:off x="0" y="0"/>
              <a:ext cx="2244026" cy="511583"/>
            </a:xfrm>
            <a:custGeom>
              <a:avLst/>
              <a:gdLst/>
              <a:ahLst/>
              <a:cxnLst/>
              <a:rect l="l" t="t" r="r" b="b"/>
              <a:pathLst>
                <a:path w="2244026" h="511583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481919"/>
                  </a:lnTo>
                  <a:cubicBezTo>
                    <a:pt x="2244026" y="489786"/>
                    <a:pt x="2240901" y="497332"/>
                    <a:pt x="2235338" y="502895"/>
                  </a:cubicBezTo>
                  <a:cubicBezTo>
                    <a:pt x="2229774" y="508458"/>
                    <a:pt x="2222229" y="511583"/>
                    <a:pt x="2214362" y="511583"/>
                  </a:cubicBezTo>
                  <a:lnTo>
                    <a:pt x="29664" y="511583"/>
                  </a:lnTo>
                  <a:cubicBezTo>
                    <a:pt x="21797" y="511583"/>
                    <a:pt x="14252" y="508458"/>
                    <a:pt x="8688" y="502895"/>
                  </a:cubicBezTo>
                  <a:cubicBezTo>
                    <a:pt x="3125" y="497332"/>
                    <a:pt x="0" y="489786"/>
                    <a:pt x="0" y="481919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D9D9D9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4"/>
            <p:cNvSpPr txBox="1"/>
            <p:nvPr/>
          </p:nvSpPr>
          <p:spPr>
            <a:xfrm>
              <a:off x="0" y="-47625"/>
              <a:ext cx="2244026" cy="559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24"/>
          <p:cNvGrpSpPr/>
          <p:nvPr/>
        </p:nvGrpSpPr>
        <p:grpSpPr>
          <a:xfrm>
            <a:off x="1028700" y="7307187"/>
            <a:ext cx="7829550" cy="1951113"/>
            <a:chOff x="0" y="-47625"/>
            <a:chExt cx="2244026" cy="559208"/>
          </a:xfrm>
        </p:grpSpPr>
        <p:sp>
          <p:nvSpPr>
            <p:cNvPr id="466" name="Google Shape;466;p24"/>
            <p:cNvSpPr/>
            <p:nvPr/>
          </p:nvSpPr>
          <p:spPr>
            <a:xfrm>
              <a:off x="0" y="0"/>
              <a:ext cx="2244026" cy="511583"/>
            </a:xfrm>
            <a:custGeom>
              <a:avLst/>
              <a:gdLst/>
              <a:ahLst/>
              <a:cxnLst/>
              <a:rect l="l" t="t" r="r" b="b"/>
              <a:pathLst>
                <a:path w="2244026" h="511583" extrusionOk="0">
                  <a:moveTo>
                    <a:pt x="29664" y="0"/>
                  </a:moveTo>
                  <a:lnTo>
                    <a:pt x="2214362" y="0"/>
                  </a:lnTo>
                  <a:cubicBezTo>
                    <a:pt x="2222229" y="0"/>
                    <a:pt x="2229774" y="3125"/>
                    <a:pt x="2235338" y="8688"/>
                  </a:cubicBezTo>
                  <a:cubicBezTo>
                    <a:pt x="2240901" y="14252"/>
                    <a:pt x="2244026" y="21797"/>
                    <a:pt x="2244026" y="29664"/>
                  </a:cubicBezTo>
                  <a:lnTo>
                    <a:pt x="2244026" y="481919"/>
                  </a:lnTo>
                  <a:cubicBezTo>
                    <a:pt x="2244026" y="489786"/>
                    <a:pt x="2240901" y="497332"/>
                    <a:pt x="2235338" y="502895"/>
                  </a:cubicBezTo>
                  <a:cubicBezTo>
                    <a:pt x="2229774" y="508458"/>
                    <a:pt x="2222229" y="511583"/>
                    <a:pt x="2214362" y="511583"/>
                  </a:cubicBezTo>
                  <a:lnTo>
                    <a:pt x="29664" y="511583"/>
                  </a:lnTo>
                  <a:cubicBezTo>
                    <a:pt x="21797" y="511583"/>
                    <a:pt x="14252" y="508458"/>
                    <a:pt x="8688" y="502895"/>
                  </a:cubicBezTo>
                  <a:cubicBezTo>
                    <a:pt x="3125" y="497332"/>
                    <a:pt x="0" y="489786"/>
                    <a:pt x="0" y="481919"/>
                  </a:cubicBezTo>
                  <a:lnTo>
                    <a:pt x="0" y="29664"/>
                  </a:lnTo>
                  <a:cubicBezTo>
                    <a:pt x="0" y="21797"/>
                    <a:pt x="3125" y="14252"/>
                    <a:pt x="8688" y="8688"/>
                  </a:cubicBezTo>
                  <a:cubicBezTo>
                    <a:pt x="14252" y="3125"/>
                    <a:pt x="21797" y="0"/>
                    <a:pt x="29664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 txBox="1"/>
            <p:nvPr/>
          </p:nvSpPr>
          <p:spPr>
            <a:xfrm>
              <a:off x="0" y="-47625"/>
              <a:ext cx="2244026" cy="5592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8" name="Google Shape;468;p24"/>
          <p:cNvGrpSpPr/>
          <p:nvPr/>
        </p:nvGrpSpPr>
        <p:grpSpPr>
          <a:xfrm>
            <a:off x="9144000" y="862533"/>
            <a:ext cx="8154364" cy="8395767"/>
            <a:chOff x="0" y="-47625"/>
            <a:chExt cx="2337121" cy="2406309"/>
          </a:xfrm>
        </p:grpSpPr>
        <p:sp>
          <p:nvSpPr>
            <p:cNvPr id="469" name="Google Shape;469;p24"/>
            <p:cNvSpPr/>
            <p:nvPr/>
          </p:nvSpPr>
          <p:spPr>
            <a:xfrm>
              <a:off x="0" y="0"/>
              <a:ext cx="2337121" cy="2358684"/>
            </a:xfrm>
            <a:custGeom>
              <a:avLst/>
              <a:gdLst/>
              <a:ahLst/>
              <a:cxnLst/>
              <a:rect l="l" t="t" r="r" b="b"/>
              <a:pathLst>
                <a:path w="2337121" h="2358684" extrusionOk="0">
                  <a:moveTo>
                    <a:pt x="28483" y="0"/>
                  </a:moveTo>
                  <a:lnTo>
                    <a:pt x="2308639" y="0"/>
                  </a:lnTo>
                  <a:cubicBezTo>
                    <a:pt x="2324369" y="0"/>
                    <a:pt x="2337121" y="12752"/>
                    <a:pt x="2337121" y="28483"/>
                  </a:cubicBezTo>
                  <a:lnTo>
                    <a:pt x="2337121" y="2330202"/>
                  </a:lnTo>
                  <a:cubicBezTo>
                    <a:pt x="2337121" y="2337756"/>
                    <a:pt x="2334120" y="2345000"/>
                    <a:pt x="2328779" y="2350342"/>
                  </a:cubicBezTo>
                  <a:cubicBezTo>
                    <a:pt x="2323437" y="2355684"/>
                    <a:pt x="2316193" y="2358684"/>
                    <a:pt x="2308639" y="2358684"/>
                  </a:cubicBezTo>
                  <a:lnTo>
                    <a:pt x="28483" y="2358684"/>
                  </a:lnTo>
                  <a:cubicBezTo>
                    <a:pt x="12752" y="2358684"/>
                    <a:pt x="0" y="2345932"/>
                    <a:pt x="0" y="2330202"/>
                  </a:cubicBezTo>
                  <a:lnTo>
                    <a:pt x="0" y="28483"/>
                  </a:lnTo>
                  <a:cubicBezTo>
                    <a:pt x="0" y="20929"/>
                    <a:pt x="3001" y="13684"/>
                    <a:pt x="8342" y="8342"/>
                  </a:cubicBezTo>
                  <a:cubicBezTo>
                    <a:pt x="13684" y="3001"/>
                    <a:pt x="20929" y="0"/>
                    <a:pt x="2848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4"/>
            <p:cNvSpPr txBox="1"/>
            <p:nvPr/>
          </p:nvSpPr>
          <p:spPr>
            <a:xfrm>
              <a:off x="0" y="-47625"/>
              <a:ext cx="2337121" cy="2406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24"/>
          <p:cNvSpPr/>
          <p:nvPr/>
        </p:nvSpPr>
        <p:spPr>
          <a:xfrm>
            <a:off x="10685884" y="2678602"/>
            <a:ext cx="1747885" cy="1896128"/>
          </a:xfrm>
          <a:custGeom>
            <a:avLst/>
            <a:gdLst/>
            <a:ahLst/>
            <a:cxnLst/>
            <a:rect l="l" t="t" r="r" b="b"/>
            <a:pathLst>
              <a:path w="1747885" h="1896128" extrusionOk="0">
                <a:moveTo>
                  <a:pt x="0" y="0"/>
                </a:moveTo>
                <a:lnTo>
                  <a:pt x="1747886" y="0"/>
                </a:lnTo>
                <a:lnTo>
                  <a:pt x="1747886" y="1896128"/>
                </a:lnTo>
                <a:lnTo>
                  <a:pt x="0" y="1896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2" name="Google Shape;472;p24"/>
          <p:cNvSpPr/>
          <p:nvPr/>
        </p:nvSpPr>
        <p:spPr>
          <a:xfrm>
            <a:off x="13485122" y="2832440"/>
            <a:ext cx="2809159" cy="1588452"/>
          </a:xfrm>
          <a:custGeom>
            <a:avLst/>
            <a:gdLst/>
            <a:ahLst/>
            <a:cxnLst/>
            <a:rect l="l" t="t" r="r" b="b"/>
            <a:pathLst>
              <a:path w="2809159" h="1588452" extrusionOk="0">
                <a:moveTo>
                  <a:pt x="0" y="0"/>
                </a:moveTo>
                <a:lnTo>
                  <a:pt x="2809159" y="0"/>
                </a:lnTo>
                <a:lnTo>
                  <a:pt x="2809159" y="1588452"/>
                </a:lnTo>
                <a:lnTo>
                  <a:pt x="0" y="1588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3" name="Google Shape;473;p24"/>
          <p:cNvSpPr/>
          <p:nvPr/>
        </p:nvSpPr>
        <p:spPr>
          <a:xfrm>
            <a:off x="10539046" y="5735642"/>
            <a:ext cx="2027235" cy="1872428"/>
          </a:xfrm>
          <a:custGeom>
            <a:avLst/>
            <a:gdLst/>
            <a:ahLst/>
            <a:cxnLst/>
            <a:rect l="l" t="t" r="r" b="b"/>
            <a:pathLst>
              <a:path w="2027235" h="1872428" extrusionOk="0">
                <a:moveTo>
                  <a:pt x="0" y="0"/>
                </a:moveTo>
                <a:lnTo>
                  <a:pt x="2027235" y="0"/>
                </a:lnTo>
                <a:lnTo>
                  <a:pt x="2027235" y="1872428"/>
                </a:lnTo>
                <a:lnTo>
                  <a:pt x="0" y="1872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4" name="Google Shape;474;p24"/>
          <p:cNvSpPr/>
          <p:nvPr/>
        </p:nvSpPr>
        <p:spPr>
          <a:xfrm>
            <a:off x="13832272" y="5935500"/>
            <a:ext cx="2114859" cy="1472711"/>
          </a:xfrm>
          <a:custGeom>
            <a:avLst/>
            <a:gdLst/>
            <a:ahLst/>
            <a:cxnLst/>
            <a:rect l="l" t="t" r="r" b="b"/>
            <a:pathLst>
              <a:path w="2114859" h="1472711" extrusionOk="0">
                <a:moveTo>
                  <a:pt x="0" y="0"/>
                </a:moveTo>
                <a:lnTo>
                  <a:pt x="2114859" y="0"/>
                </a:lnTo>
                <a:lnTo>
                  <a:pt x="2114859" y="1472711"/>
                </a:lnTo>
                <a:lnTo>
                  <a:pt x="0" y="1472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5" name="Google Shape;475;p24"/>
          <p:cNvSpPr txBox="1"/>
          <p:nvPr/>
        </p:nvSpPr>
        <p:spPr>
          <a:xfrm>
            <a:off x="1506401" y="1617175"/>
            <a:ext cx="7159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Activity title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76" name="Google Shape;476;p24"/>
          <p:cNvSpPr txBox="1"/>
          <p:nvPr/>
        </p:nvSpPr>
        <p:spPr>
          <a:xfrm>
            <a:off x="1600785" y="3830358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Our goal: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77" name="Google Shape;477;p24"/>
          <p:cNvSpPr txBox="1"/>
          <p:nvPr/>
        </p:nvSpPr>
        <p:spPr>
          <a:xfrm>
            <a:off x="1600785" y="5899456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What we’ll use: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78" name="Google Shape;478;p24"/>
          <p:cNvSpPr txBox="1"/>
          <p:nvPr/>
        </p:nvSpPr>
        <p:spPr>
          <a:xfrm>
            <a:off x="1601954" y="7962326"/>
            <a:ext cx="5267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Inspiration: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1487550" y="4313109"/>
            <a:ext cx="668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Share the purpose of the activity.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0" name="Google Shape;480;p24"/>
          <p:cNvSpPr txBox="1"/>
          <p:nvPr/>
        </p:nvSpPr>
        <p:spPr>
          <a:xfrm>
            <a:off x="1487550" y="6382207"/>
            <a:ext cx="668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List the materials that will be used.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1487550" y="8445077"/>
            <a:ext cx="691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61341" marR="0" lvl="1" indent="-2806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Barlow"/>
              <a:buChar char="•"/>
            </a:pPr>
            <a:r>
              <a:rPr lang="en-US" sz="26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Share an example or an inspirational piece.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2" name="Google Shape;482;p24"/>
          <p:cNvSpPr txBox="1"/>
          <p:nvPr/>
        </p:nvSpPr>
        <p:spPr>
          <a:xfrm>
            <a:off x="10606391" y="1914664"/>
            <a:ext cx="5267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Instructions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10539046" y="4849751"/>
            <a:ext cx="20415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Step 1: </a:t>
            </a:r>
            <a:endParaRPr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Prepare the clay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4" name="Google Shape;484;p24"/>
          <p:cNvSpPr txBox="1"/>
          <p:nvPr/>
        </p:nvSpPr>
        <p:spPr>
          <a:xfrm>
            <a:off x="13485122" y="7886495"/>
            <a:ext cx="28092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Step 4: </a:t>
            </a:r>
            <a:endParaRPr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Add next step here.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5" name="Google Shape;485;p24"/>
          <p:cNvSpPr txBox="1"/>
          <p:nvPr/>
        </p:nvSpPr>
        <p:spPr>
          <a:xfrm>
            <a:off x="10148084" y="7886495"/>
            <a:ext cx="28092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Step 3: </a:t>
            </a:r>
            <a:endParaRPr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Add next step here.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13868920" y="4849751"/>
            <a:ext cx="20415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Step 2: </a:t>
            </a:r>
            <a:endParaRPr>
              <a:latin typeface="Barlow"/>
              <a:ea typeface="Barlow"/>
              <a:cs typeface="Barlow"/>
              <a:sym typeface="Barlow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Roll the clay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DAFF"/>
        </a:solidFill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27"/>
          <p:cNvGrpSpPr/>
          <p:nvPr/>
        </p:nvGrpSpPr>
        <p:grpSpPr>
          <a:xfrm>
            <a:off x="714865" y="593699"/>
            <a:ext cx="16858270" cy="9099602"/>
            <a:chOff x="0" y="0"/>
            <a:chExt cx="4440038" cy="2396603"/>
          </a:xfrm>
        </p:grpSpPr>
        <p:sp>
          <p:nvSpPr>
            <p:cNvPr id="556" name="Google Shape;556;p27"/>
            <p:cNvSpPr/>
            <p:nvPr/>
          </p:nvSpPr>
          <p:spPr>
            <a:xfrm>
              <a:off x="0" y="0"/>
              <a:ext cx="4440038" cy="2396603"/>
            </a:xfrm>
            <a:custGeom>
              <a:avLst/>
              <a:gdLst/>
              <a:ahLst/>
              <a:cxnLst/>
              <a:rect l="l" t="t" r="r" b="b"/>
              <a:pathLst>
                <a:path w="4440038" h="2396603" extrusionOk="0">
                  <a:moveTo>
                    <a:pt x="9185" y="0"/>
                  </a:moveTo>
                  <a:lnTo>
                    <a:pt x="4430854" y="0"/>
                  </a:lnTo>
                  <a:cubicBezTo>
                    <a:pt x="4435926" y="0"/>
                    <a:pt x="4440038" y="4112"/>
                    <a:pt x="4440038" y="9185"/>
                  </a:cubicBezTo>
                  <a:lnTo>
                    <a:pt x="4440038" y="2387418"/>
                  </a:lnTo>
                  <a:cubicBezTo>
                    <a:pt x="4440038" y="2389854"/>
                    <a:pt x="4439071" y="2392190"/>
                    <a:pt x="4437348" y="2393913"/>
                  </a:cubicBezTo>
                  <a:cubicBezTo>
                    <a:pt x="4435626" y="2395635"/>
                    <a:pt x="4433289" y="2396603"/>
                    <a:pt x="4430854" y="2396603"/>
                  </a:cubicBezTo>
                  <a:lnTo>
                    <a:pt x="9185" y="2396603"/>
                  </a:lnTo>
                  <a:cubicBezTo>
                    <a:pt x="6749" y="2396603"/>
                    <a:pt x="4413" y="2395635"/>
                    <a:pt x="2690" y="2393913"/>
                  </a:cubicBezTo>
                  <a:cubicBezTo>
                    <a:pt x="968" y="2392190"/>
                    <a:pt x="0" y="2389854"/>
                    <a:pt x="0" y="2387418"/>
                  </a:cubicBezTo>
                  <a:lnTo>
                    <a:pt x="0" y="9185"/>
                  </a:lnTo>
                  <a:cubicBezTo>
                    <a:pt x="0" y="6749"/>
                    <a:pt x="968" y="4413"/>
                    <a:pt x="2690" y="2690"/>
                  </a:cubicBezTo>
                  <a:cubicBezTo>
                    <a:pt x="4413" y="968"/>
                    <a:pt x="6749" y="0"/>
                    <a:pt x="9185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7"/>
            <p:cNvSpPr txBox="1"/>
            <p:nvPr/>
          </p:nvSpPr>
          <p:spPr>
            <a:xfrm>
              <a:off x="0" y="9525"/>
              <a:ext cx="4440038" cy="2387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" name="Google Shape;558;p27"/>
          <p:cNvSpPr txBox="1"/>
          <p:nvPr/>
        </p:nvSpPr>
        <p:spPr>
          <a:xfrm>
            <a:off x="3377480" y="2492366"/>
            <a:ext cx="11533039" cy="30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presentation template is free for everyone to use, thanks to the following:</a:t>
            </a:r>
            <a:endParaRPr/>
          </a:p>
        </p:txBody>
      </p:sp>
      <p:sp>
        <p:nvSpPr>
          <p:cNvPr id="559" name="Google Shape;559;p27"/>
          <p:cNvSpPr txBox="1"/>
          <p:nvPr/>
        </p:nvSpPr>
        <p:spPr>
          <a:xfrm>
            <a:off x="3377480" y="5269847"/>
            <a:ext cx="11533039" cy="30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this presentation template</a:t>
            </a:r>
            <a:endParaRPr/>
          </a:p>
        </p:txBody>
      </p:sp>
      <p:sp>
        <p:nvSpPr>
          <p:cNvPr id="560" name="Google Shape;560;p27"/>
          <p:cNvSpPr txBox="1"/>
          <p:nvPr/>
        </p:nvSpPr>
        <p:spPr>
          <a:xfrm>
            <a:off x="3377480" y="7327214"/>
            <a:ext cx="11533039" cy="30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for the photos, graphics, and elements</a:t>
            </a:r>
            <a:endParaRPr/>
          </a:p>
        </p:txBody>
      </p:sp>
      <p:sp>
        <p:nvSpPr>
          <p:cNvPr id="561" name="Google Shape;561;p27"/>
          <p:cNvSpPr txBox="1"/>
          <p:nvPr/>
        </p:nvSpPr>
        <p:spPr>
          <a:xfrm>
            <a:off x="7108732" y="8489231"/>
            <a:ext cx="4070535" cy="4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Happy designing!</a:t>
            </a:r>
            <a:endParaRPr/>
          </a:p>
        </p:txBody>
      </p:sp>
      <p:sp>
        <p:nvSpPr>
          <p:cNvPr id="562" name="Google Shape;562;p27"/>
          <p:cNvSpPr txBox="1"/>
          <p:nvPr/>
        </p:nvSpPr>
        <p:spPr>
          <a:xfrm>
            <a:off x="5469973" y="1320155"/>
            <a:ext cx="7348055" cy="96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563" name="Google Shape;563;p27"/>
          <p:cNvSpPr txBox="1"/>
          <p:nvPr/>
        </p:nvSpPr>
        <p:spPr>
          <a:xfrm>
            <a:off x="5004582" y="6431864"/>
            <a:ext cx="8278835" cy="68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Pexels, Pixabay, Sketchify</a:t>
            </a:r>
            <a:endParaRPr/>
          </a:p>
        </p:txBody>
      </p:sp>
      <p:pic>
        <p:nvPicPr>
          <p:cNvPr id="564" name="Google Shape;5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8425" y="3580325"/>
            <a:ext cx="5751150" cy="143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F6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3"/>
          <p:cNvGrpSpPr/>
          <p:nvPr/>
        </p:nvGrpSpPr>
        <p:grpSpPr>
          <a:xfrm>
            <a:off x="9144000" y="2815580"/>
            <a:ext cx="8115300" cy="2917130"/>
            <a:chOff x="0" y="-47625"/>
            <a:chExt cx="2325925" cy="836078"/>
          </a:xfrm>
        </p:grpSpPr>
        <p:sp>
          <p:nvSpPr>
            <p:cNvPr id="444" name="Google Shape;444;p23"/>
            <p:cNvSpPr/>
            <p:nvPr/>
          </p:nvSpPr>
          <p:spPr>
            <a:xfrm>
              <a:off x="0" y="0"/>
              <a:ext cx="2325925" cy="788453"/>
            </a:xfrm>
            <a:custGeom>
              <a:avLst/>
              <a:gdLst/>
              <a:ahLst/>
              <a:cxnLst/>
              <a:rect l="l" t="t" r="r" b="b"/>
              <a:pathLst>
                <a:path w="2325925" h="788453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759833"/>
                  </a:lnTo>
                  <a:cubicBezTo>
                    <a:pt x="2325925" y="775640"/>
                    <a:pt x="2313111" y="788453"/>
                    <a:pt x="2297305" y="788453"/>
                  </a:cubicBezTo>
                  <a:lnTo>
                    <a:pt x="28620" y="788453"/>
                  </a:lnTo>
                  <a:cubicBezTo>
                    <a:pt x="12813" y="788453"/>
                    <a:pt x="0" y="775640"/>
                    <a:pt x="0" y="759833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3"/>
            <p:cNvSpPr txBox="1"/>
            <p:nvPr/>
          </p:nvSpPr>
          <p:spPr>
            <a:xfrm>
              <a:off x="0" y="-47625"/>
              <a:ext cx="2325925" cy="836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23"/>
          <p:cNvGrpSpPr/>
          <p:nvPr/>
        </p:nvGrpSpPr>
        <p:grpSpPr>
          <a:xfrm>
            <a:off x="9144000" y="5852293"/>
            <a:ext cx="8115300" cy="1452959"/>
            <a:chOff x="0" y="-47625"/>
            <a:chExt cx="2325925" cy="416432"/>
          </a:xfrm>
        </p:grpSpPr>
        <p:sp>
          <p:nvSpPr>
            <p:cNvPr id="447" name="Google Shape;447;p23"/>
            <p:cNvSpPr/>
            <p:nvPr/>
          </p:nvSpPr>
          <p:spPr>
            <a:xfrm>
              <a:off x="0" y="0"/>
              <a:ext cx="2325925" cy="368807"/>
            </a:xfrm>
            <a:custGeom>
              <a:avLst/>
              <a:gdLst/>
              <a:ahLst/>
              <a:cxnLst/>
              <a:rect l="l" t="t" r="r" b="b"/>
              <a:pathLst>
                <a:path w="2325925" h="368807" extrusionOk="0">
                  <a:moveTo>
                    <a:pt x="28620" y="0"/>
                  </a:moveTo>
                  <a:lnTo>
                    <a:pt x="2297305" y="0"/>
                  </a:lnTo>
                  <a:cubicBezTo>
                    <a:pt x="2313111" y="0"/>
                    <a:pt x="2325925" y="12813"/>
                    <a:pt x="2325925" y="28620"/>
                  </a:cubicBezTo>
                  <a:lnTo>
                    <a:pt x="2325925" y="340188"/>
                  </a:lnTo>
                  <a:cubicBezTo>
                    <a:pt x="2325925" y="355994"/>
                    <a:pt x="2313111" y="368807"/>
                    <a:pt x="2297305" y="368807"/>
                  </a:cubicBezTo>
                  <a:lnTo>
                    <a:pt x="28620" y="368807"/>
                  </a:lnTo>
                  <a:cubicBezTo>
                    <a:pt x="12813" y="368807"/>
                    <a:pt x="0" y="355994"/>
                    <a:pt x="0" y="340188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solidFill>
              <a:srgbClr val="7FDA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 txBox="1"/>
            <p:nvPr/>
          </p:nvSpPr>
          <p:spPr>
            <a:xfrm>
              <a:off x="0" y="-47625"/>
              <a:ext cx="2325925" cy="416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23"/>
          <p:cNvSpPr/>
          <p:nvPr/>
        </p:nvSpPr>
        <p:spPr>
          <a:xfrm>
            <a:off x="1485661" y="810251"/>
            <a:ext cx="6129578" cy="8666498"/>
          </a:xfrm>
          <a:custGeom>
            <a:avLst/>
            <a:gdLst/>
            <a:ahLst/>
            <a:cxnLst/>
            <a:rect l="l" t="t" r="r" b="b"/>
            <a:pathLst>
              <a:path w="6129578" h="8666498" extrusionOk="0">
                <a:moveTo>
                  <a:pt x="0" y="0"/>
                </a:moveTo>
                <a:lnTo>
                  <a:pt x="6129577" y="0"/>
                </a:lnTo>
                <a:lnTo>
                  <a:pt x="6129577" y="8666498"/>
                </a:lnTo>
                <a:lnTo>
                  <a:pt x="0" y="8666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0" name="Google Shape;450;p23"/>
          <p:cNvSpPr txBox="1"/>
          <p:nvPr/>
        </p:nvSpPr>
        <p:spPr>
          <a:xfrm>
            <a:off x="9554960" y="3603728"/>
            <a:ext cx="72933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05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ART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451" name="Google Shape;451;p23"/>
          <p:cNvSpPr txBox="1"/>
          <p:nvPr/>
        </p:nvSpPr>
        <p:spPr>
          <a:xfrm>
            <a:off x="11054887" y="6301729"/>
            <a:ext cx="4293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Let’s play and create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DAFF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26"/>
          <p:cNvGrpSpPr/>
          <p:nvPr/>
        </p:nvGrpSpPr>
        <p:grpSpPr>
          <a:xfrm>
            <a:off x="714865" y="2300537"/>
            <a:ext cx="5097641" cy="7400322"/>
            <a:chOff x="0" y="0"/>
            <a:chExt cx="1342589" cy="1949056"/>
          </a:xfrm>
        </p:grpSpPr>
        <p:sp>
          <p:nvSpPr>
            <p:cNvPr id="503" name="Google Shape;503;p26"/>
            <p:cNvSpPr/>
            <p:nvPr/>
          </p:nvSpPr>
          <p:spPr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 extrusionOk="0">
                  <a:moveTo>
                    <a:pt x="30375" y="0"/>
                  </a:moveTo>
                  <a:lnTo>
                    <a:pt x="1312214" y="0"/>
                  </a:lnTo>
                  <a:cubicBezTo>
                    <a:pt x="1320270" y="0"/>
                    <a:pt x="1327996" y="3200"/>
                    <a:pt x="1333692" y="8896"/>
                  </a:cubicBezTo>
                  <a:cubicBezTo>
                    <a:pt x="1339388" y="14593"/>
                    <a:pt x="1342589" y="22319"/>
                    <a:pt x="1342589" y="30375"/>
                  </a:cubicBezTo>
                  <a:lnTo>
                    <a:pt x="1342589" y="1918682"/>
                  </a:lnTo>
                  <a:cubicBezTo>
                    <a:pt x="1342589" y="1935457"/>
                    <a:pt x="1328989" y="1949056"/>
                    <a:pt x="1312214" y="1949056"/>
                  </a:cubicBezTo>
                  <a:lnTo>
                    <a:pt x="30375" y="1949056"/>
                  </a:lnTo>
                  <a:cubicBezTo>
                    <a:pt x="22319" y="1949056"/>
                    <a:pt x="14593" y="1945856"/>
                    <a:pt x="8896" y="1940159"/>
                  </a:cubicBezTo>
                  <a:cubicBezTo>
                    <a:pt x="3200" y="1934463"/>
                    <a:pt x="0" y="1926737"/>
                    <a:pt x="0" y="1918682"/>
                  </a:cubicBezTo>
                  <a:lnTo>
                    <a:pt x="0" y="30375"/>
                  </a:lnTo>
                  <a:cubicBezTo>
                    <a:pt x="0" y="13599"/>
                    <a:pt x="13599" y="0"/>
                    <a:pt x="30375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6"/>
            <p:cNvSpPr txBox="1"/>
            <p:nvPr/>
          </p:nvSpPr>
          <p:spPr>
            <a:xfrm>
              <a:off x="0" y="9525"/>
              <a:ext cx="1342589" cy="1939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" name="Google Shape;505;p26"/>
          <p:cNvGrpSpPr/>
          <p:nvPr/>
        </p:nvGrpSpPr>
        <p:grpSpPr>
          <a:xfrm>
            <a:off x="6060156" y="2300537"/>
            <a:ext cx="11512980" cy="7400322"/>
            <a:chOff x="0" y="0"/>
            <a:chExt cx="3032225" cy="1949056"/>
          </a:xfrm>
        </p:grpSpPr>
        <p:sp>
          <p:nvSpPr>
            <p:cNvPr id="506" name="Google Shape;506;p26"/>
            <p:cNvSpPr/>
            <p:nvPr/>
          </p:nvSpPr>
          <p:spPr>
            <a:xfrm>
              <a:off x="0" y="0"/>
              <a:ext cx="3032225" cy="1949056"/>
            </a:xfrm>
            <a:custGeom>
              <a:avLst/>
              <a:gdLst/>
              <a:ahLst/>
              <a:cxnLst/>
              <a:rect l="l" t="t" r="r" b="b"/>
              <a:pathLst>
                <a:path w="3032225" h="1949056" extrusionOk="0">
                  <a:moveTo>
                    <a:pt x="13449" y="0"/>
                  </a:moveTo>
                  <a:lnTo>
                    <a:pt x="3018776" y="0"/>
                  </a:lnTo>
                  <a:cubicBezTo>
                    <a:pt x="3022343" y="0"/>
                    <a:pt x="3025764" y="1417"/>
                    <a:pt x="3028286" y="3939"/>
                  </a:cubicBezTo>
                  <a:cubicBezTo>
                    <a:pt x="3030808" y="6461"/>
                    <a:pt x="3032225" y="9882"/>
                    <a:pt x="3032225" y="13449"/>
                  </a:cubicBezTo>
                  <a:lnTo>
                    <a:pt x="3032225" y="1935607"/>
                  </a:lnTo>
                  <a:cubicBezTo>
                    <a:pt x="3032225" y="1939174"/>
                    <a:pt x="3030808" y="1942595"/>
                    <a:pt x="3028286" y="1945117"/>
                  </a:cubicBezTo>
                  <a:cubicBezTo>
                    <a:pt x="3025764" y="1947639"/>
                    <a:pt x="3022343" y="1949056"/>
                    <a:pt x="3018776" y="1949056"/>
                  </a:cubicBezTo>
                  <a:lnTo>
                    <a:pt x="13449" y="1949056"/>
                  </a:lnTo>
                  <a:cubicBezTo>
                    <a:pt x="9882" y="1949056"/>
                    <a:pt x="6461" y="1947639"/>
                    <a:pt x="3939" y="1945117"/>
                  </a:cubicBezTo>
                  <a:cubicBezTo>
                    <a:pt x="1417" y="1942595"/>
                    <a:pt x="0" y="1939174"/>
                    <a:pt x="0" y="1935607"/>
                  </a:cubicBezTo>
                  <a:lnTo>
                    <a:pt x="0" y="13449"/>
                  </a:lnTo>
                  <a:cubicBezTo>
                    <a:pt x="0" y="9882"/>
                    <a:pt x="1417" y="6461"/>
                    <a:pt x="3939" y="3939"/>
                  </a:cubicBezTo>
                  <a:cubicBezTo>
                    <a:pt x="6461" y="1417"/>
                    <a:pt x="988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  <a:ln w="571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6"/>
            <p:cNvSpPr txBox="1"/>
            <p:nvPr/>
          </p:nvSpPr>
          <p:spPr>
            <a:xfrm>
              <a:off x="0" y="9525"/>
              <a:ext cx="3032225" cy="1939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8" name="Google Shape;508;p26"/>
          <p:cNvGrpSpPr/>
          <p:nvPr/>
        </p:nvGrpSpPr>
        <p:grpSpPr>
          <a:xfrm>
            <a:off x="1104558" y="2712744"/>
            <a:ext cx="4318255" cy="647237"/>
            <a:chOff x="0" y="0"/>
            <a:chExt cx="1137318" cy="170466"/>
          </a:xfrm>
        </p:grpSpPr>
        <p:sp>
          <p:nvSpPr>
            <p:cNvPr id="509" name="Google Shape;509;p26"/>
            <p:cNvSpPr/>
            <p:nvPr/>
          </p:nvSpPr>
          <p:spPr>
            <a:xfrm>
              <a:off x="0" y="0"/>
              <a:ext cx="1137318" cy="170466"/>
            </a:xfrm>
            <a:custGeom>
              <a:avLst/>
              <a:gdLst/>
              <a:ahLst/>
              <a:cxnLst/>
              <a:rect l="l" t="t" r="r" b="b"/>
              <a:pathLst>
                <a:path w="1137318" h="170466" extrusionOk="0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6"/>
            <p:cNvSpPr txBox="1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Fonts</a:t>
              </a:r>
              <a:endParaRPr/>
            </a:p>
          </p:txBody>
        </p:sp>
      </p:grpSp>
      <p:grpSp>
        <p:nvGrpSpPr>
          <p:cNvPr id="511" name="Google Shape;511;p26"/>
          <p:cNvGrpSpPr/>
          <p:nvPr/>
        </p:nvGrpSpPr>
        <p:grpSpPr>
          <a:xfrm>
            <a:off x="9623087" y="2712744"/>
            <a:ext cx="4368067" cy="647237"/>
            <a:chOff x="0" y="0"/>
            <a:chExt cx="1150437" cy="170466"/>
          </a:xfrm>
        </p:grpSpPr>
        <p:sp>
          <p:nvSpPr>
            <p:cNvPr id="512" name="Google Shape;512;p26"/>
            <p:cNvSpPr/>
            <p:nvPr/>
          </p:nvSpPr>
          <p:spPr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extrusionOk="0">
                  <a:moveTo>
                    <a:pt x="35448" y="0"/>
                  </a:moveTo>
                  <a:lnTo>
                    <a:pt x="1114989" y="0"/>
                  </a:lnTo>
                  <a:cubicBezTo>
                    <a:pt x="1124391" y="0"/>
                    <a:pt x="1133407" y="3735"/>
                    <a:pt x="1140055" y="10382"/>
                  </a:cubicBezTo>
                  <a:cubicBezTo>
                    <a:pt x="1146703" y="17030"/>
                    <a:pt x="1150437" y="26046"/>
                    <a:pt x="1150437" y="35448"/>
                  </a:cubicBezTo>
                  <a:lnTo>
                    <a:pt x="1150437" y="135018"/>
                  </a:lnTo>
                  <a:cubicBezTo>
                    <a:pt x="1150437" y="144419"/>
                    <a:pt x="1146703" y="153436"/>
                    <a:pt x="1140055" y="160083"/>
                  </a:cubicBezTo>
                  <a:cubicBezTo>
                    <a:pt x="1133407" y="166731"/>
                    <a:pt x="1124391" y="170466"/>
                    <a:pt x="1114989" y="170466"/>
                  </a:cubicBezTo>
                  <a:lnTo>
                    <a:pt x="35448" y="170466"/>
                  </a:lnTo>
                  <a:cubicBezTo>
                    <a:pt x="26046" y="170466"/>
                    <a:pt x="17030" y="166731"/>
                    <a:pt x="10382" y="160083"/>
                  </a:cubicBezTo>
                  <a:cubicBezTo>
                    <a:pt x="3735" y="153436"/>
                    <a:pt x="0" y="144419"/>
                    <a:pt x="0" y="135018"/>
                  </a:cubicBezTo>
                  <a:lnTo>
                    <a:pt x="0" y="35448"/>
                  </a:lnTo>
                  <a:cubicBezTo>
                    <a:pt x="0" y="26046"/>
                    <a:pt x="3735" y="17030"/>
                    <a:pt x="10382" y="10382"/>
                  </a:cubicBezTo>
                  <a:cubicBezTo>
                    <a:pt x="17030" y="3735"/>
                    <a:pt x="26046" y="0"/>
                    <a:pt x="354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6"/>
            <p:cNvSpPr txBox="1"/>
            <p:nvPr/>
          </p:nvSpPr>
          <p:spPr>
            <a:xfrm>
              <a:off x="0" y="0"/>
              <a:ext cx="1150437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Design Elements / Icons</a:t>
              </a:r>
              <a:endParaRPr/>
            </a:p>
          </p:txBody>
        </p:sp>
      </p:grpSp>
      <p:grpSp>
        <p:nvGrpSpPr>
          <p:cNvPr id="514" name="Google Shape;514;p26"/>
          <p:cNvGrpSpPr/>
          <p:nvPr/>
        </p:nvGrpSpPr>
        <p:grpSpPr>
          <a:xfrm>
            <a:off x="1104558" y="7347143"/>
            <a:ext cx="4318255" cy="647237"/>
            <a:chOff x="0" y="0"/>
            <a:chExt cx="1137318" cy="170466"/>
          </a:xfrm>
        </p:grpSpPr>
        <p:sp>
          <p:nvSpPr>
            <p:cNvPr id="515" name="Google Shape;515;p26"/>
            <p:cNvSpPr/>
            <p:nvPr/>
          </p:nvSpPr>
          <p:spPr>
            <a:xfrm>
              <a:off x="0" y="0"/>
              <a:ext cx="1137318" cy="170466"/>
            </a:xfrm>
            <a:custGeom>
              <a:avLst/>
              <a:gdLst/>
              <a:ahLst/>
              <a:cxnLst/>
              <a:rect l="l" t="t" r="r" b="b"/>
              <a:pathLst>
                <a:path w="1137318" h="170466" extrusionOk="0">
                  <a:moveTo>
                    <a:pt x="35857" y="0"/>
                  </a:moveTo>
                  <a:lnTo>
                    <a:pt x="1101462" y="0"/>
                  </a:lnTo>
                  <a:cubicBezTo>
                    <a:pt x="1121265" y="0"/>
                    <a:pt x="1137318" y="16054"/>
                    <a:pt x="1137318" y="35857"/>
                  </a:cubicBezTo>
                  <a:lnTo>
                    <a:pt x="1137318" y="134609"/>
                  </a:lnTo>
                  <a:cubicBezTo>
                    <a:pt x="1137318" y="144119"/>
                    <a:pt x="1133540" y="153239"/>
                    <a:pt x="1126816" y="159964"/>
                  </a:cubicBezTo>
                  <a:cubicBezTo>
                    <a:pt x="1120092" y="166688"/>
                    <a:pt x="1110971" y="170466"/>
                    <a:pt x="1101462" y="170466"/>
                  </a:cubicBezTo>
                  <a:lnTo>
                    <a:pt x="35857" y="170466"/>
                  </a:lnTo>
                  <a:cubicBezTo>
                    <a:pt x="26347" y="170466"/>
                    <a:pt x="17227" y="166688"/>
                    <a:pt x="10502" y="159964"/>
                  </a:cubicBezTo>
                  <a:cubicBezTo>
                    <a:pt x="3778" y="153239"/>
                    <a:pt x="0" y="144119"/>
                    <a:pt x="0" y="134609"/>
                  </a:cubicBezTo>
                  <a:lnTo>
                    <a:pt x="0" y="35857"/>
                  </a:lnTo>
                  <a:cubicBezTo>
                    <a:pt x="0" y="26347"/>
                    <a:pt x="3778" y="17227"/>
                    <a:pt x="10502" y="10502"/>
                  </a:cubicBezTo>
                  <a:cubicBezTo>
                    <a:pt x="17227" y="3778"/>
                    <a:pt x="26347" y="0"/>
                    <a:pt x="358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6"/>
            <p:cNvSpPr txBox="1"/>
            <p:nvPr/>
          </p:nvSpPr>
          <p:spPr>
            <a:xfrm>
              <a:off x="0" y="0"/>
              <a:ext cx="1137318" cy="170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1" i="0" u="none" strike="noStrike" cap="none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Colors</a:t>
              </a:r>
              <a:endParaRPr/>
            </a:p>
          </p:txBody>
        </p:sp>
      </p:grpSp>
      <p:grpSp>
        <p:nvGrpSpPr>
          <p:cNvPr id="517" name="Google Shape;517;p26"/>
          <p:cNvGrpSpPr/>
          <p:nvPr/>
        </p:nvGrpSpPr>
        <p:grpSpPr>
          <a:xfrm>
            <a:off x="1249355" y="8261080"/>
            <a:ext cx="725897" cy="725897"/>
            <a:chOff x="0" y="0"/>
            <a:chExt cx="812800" cy="812800"/>
          </a:xfrm>
        </p:grpSpPr>
        <p:sp>
          <p:nvSpPr>
            <p:cNvPr id="518" name="Google Shape;518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26"/>
          <p:cNvGrpSpPr/>
          <p:nvPr/>
        </p:nvGrpSpPr>
        <p:grpSpPr>
          <a:xfrm>
            <a:off x="2064714" y="8261080"/>
            <a:ext cx="725897" cy="725897"/>
            <a:chOff x="0" y="0"/>
            <a:chExt cx="812800" cy="812800"/>
          </a:xfrm>
        </p:grpSpPr>
        <p:sp>
          <p:nvSpPr>
            <p:cNvPr id="521" name="Google Shape;521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93D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p26"/>
          <p:cNvGrpSpPr/>
          <p:nvPr/>
        </p:nvGrpSpPr>
        <p:grpSpPr>
          <a:xfrm>
            <a:off x="2943011" y="8261080"/>
            <a:ext cx="725897" cy="725897"/>
            <a:chOff x="0" y="0"/>
            <a:chExt cx="812800" cy="812800"/>
          </a:xfrm>
        </p:grpSpPr>
        <p:sp>
          <p:nvSpPr>
            <p:cNvPr id="524" name="Google Shape;524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F61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6" name="Google Shape;526;p26"/>
          <p:cNvGrpSpPr/>
          <p:nvPr/>
        </p:nvGrpSpPr>
        <p:grpSpPr>
          <a:xfrm>
            <a:off x="3819515" y="8261080"/>
            <a:ext cx="725897" cy="725897"/>
            <a:chOff x="0" y="0"/>
            <a:chExt cx="812800" cy="812800"/>
          </a:xfrm>
        </p:grpSpPr>
        <p:sp>
          <p:nvSpPr>
            <p:cNvPr id="527" name="Google Shape;527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374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9" name="Google Shape;529;p26"/>
          <p:cNvGrpSpPr/>
          <p:nvPr/>
        </p:nvGrpSpPr>
        <p:grpSpPr>
          <a:xfrm>
            <a:off x="4696916" y="8261080"/>
            <a:ext cx="725897" cy="725897"/>
            <a:chOff x="0" y="0"/>
            <a:chExt cx="812800" cy="812800"/>
          </a:xfrm>
        </p:grpSpPr>
        <p:sp>
          <p:nvSpPr>
            <p:cNvPr id="530" name="Google Shape;530;p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F90DA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2" name="Google Shape;532;p26"/>
          <p:cNvSpPr/>
          <p:nvPr/>
        </p:nvSpPr>
        <p:spPr>
          <a:xfrm>
            <a:off x="8398699" y="6576949"/>
            <a:ext cx="2125842" cy="2615689"/>
          </a:xfrm>
          <a:custGeom>
            <a:avLst/>
            <a:gdLst/>
            <a:ahLst/>
            <a:cxnLst/>
            <a:rect l="l" t="t" r="r" b="b"/>
            <a:pathLst>
              <a:path w="2125842" h="2615689" extrusionOk="0">
                <a:moveTo>
                  <a:pt x="0" y="0"/>
                </a:moveTo>
                <a:lnTo>
                  <a:pt x="2125842" y="0"/>
                </a:lnTo>
                <a:lnTo>
                  <a:pt x="2125842" y="2615689"/>
                </a:lnTo>
                <a:lnTo>
                  <a:pt x="0" y="2615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3" name="Google Shape;533;p26"/>
          <p:cNvSpPr/>
          <p:nvPr/>
        </p:nvSpPr>
        <p:spPr>
          <a:xfrm>
            <a:off x="13222889" y="6591109"/>
            <a:ext cx="1712368" cy="2587369"/>
          </a:xfrm>
          <a:custGeom>
            <a:avLst/>
            <a:gdLst/>
            <a:ahLst/>
            <a:cxnLst/>
            <a:rect l="l" t="t" r="r" b="b"/>
            <a:pathLst>
              <a:path w="1712368" h="2587369" extrusionOk="0">
                <a:moveTo>
                  <a:pt x="0" y="0"/>
                </a:moveTo>
                <a:lnTo>
                  <a:pt x="1712368" y="0"/>
                </a:lnTo>
                <a:lnTo>
                  <a:pt x="1712368" y="2587369"/>
                </a:lnTo>
                <a:lnTo>
                  <a:pt x="0" y="25873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4" name="Google Shape;534;p26"/>
          <p:cNvSpPr/>
          <p:nvPr/>
        </p:nvSpPr>
        <p:spPr>
          <a:xfrm>
            <a:off x="10798905" y="3692752"/>
            <a:ext cx="1850006" cy="2615689"/>
          </a:xfrm>
          <a:custGeom>
            <a:avLst/>
            <a:gdLst/>
            <a:ahLst/>
            <a:cxnLst/>
            <a:rect l="l" t="t" r="r" b="b"/>
            <a:pathLst>
              <a:path w="1850006" h="2615689" extrusionOk="0">
                <a:moveTo>
                  <a:pt x="0" y="0"/>
                </a:moveTo>
                <a:lnTo>
                  <a:pt x="1850005" y="0"/>
                </a:lnTo>
                <a:lnTo>
                  <a:pt x="1850005" y="2615690"/>
                </a:lnTo>
                <a:lnTo>
                  <a:pt x="0" y="2615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5" name="Google Shape;535;p26"/>
          <p:cNvSpPr/>
          <p:nvPr/>
        </p:nvSpPr>
        <p:spPr>
          <a:xfrm>
            <a:off x="13099238" y="3692752"/>
            <a:ext cx="2135353" cy="2615689"/>
          </a:xfrm>
          <a:custGeom>
            <a:avLst/>
            <a:gdLst/>
            <a:ahLst/>
            <a:cxnLst/>
            <a:rect l="l" t="t" r="r" b="b"/>
            <a:pathLst>
              <a:path w="2135353" h="2615689" extrusionOk="0">
                <a:moveTo>
                  <a:pt x="0" y="0"/>
                </a:moveTo>
                <a:lnTo>
                  <a:pt x="2135354" y="0"/>
                </a:lnTo>
                <a:lnTo>
                  <a:pt x="2135354" y="2615690"/>
                </a:lnTo>
                <a:lnTo>
                  <a:pt x="0" y="2615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6" name="Google Shape;536;p26"/>
          <p:cNvSpPr/>
          <p:nvPr/>
        </p:nvSpPr>
        <p:spPr>
          <a:xfrm>
            <a:off x="10974869" y="6576949"/>
            <a:ext cx="1797692" cy="2615689"/>
          </a:xfrm>
          <a:custGeom>
            <a:avLst/>
            <a:gdLst/>
            <a:ahLst/>
            <a:cxnLst/>
            <a:rect l="l" t="t" r="r" b="b"/>
            <a:pathLst>
              <a:path w="1797692" h="2615689" extrusionOk="0">
                <a:moveTo>
                  <a:pt x="0" y="0"/>
                </a:moveTo>
                <a:lnTo>
                  <a:pt x="1797692" y="0"/>
                </a:lnTo>
                <a:lnTo>
                  <a:pt x="1797692" y="2615689"/>
                </a:lnTo>
                <a:lnTo>
                  <a:pt x="0" y="2615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7" name="Google Shape;537;p26"/>
          <p:cNvSpPr/>
          <p:nvPr/>
        </p:nvSpPr>
        <p:spPr>
          <a:xfrm>
            <a:off x="8398699" y="3692752"/>
            <a:ext cx="1949877" cy="2615689"/>
          </a:xfrm>
          <a:custGeom>
            <a:avLst/>
            <a:gdLst/>
            <a:ahLst/>
            <a:cxnLst/>
            <a:rect l="l" t="t" r="r" b="b"/>
            <a:pathLst>
              <a:path w="1949877" h="2615689" extrusionOk="0">
                <a:moveTo>
                  <a:pt x="0" y="0"/>
                </a:moveTo>
                <a:lnTo>
                  <a:pt x="1949877" y="0"/>
                </a:lnTo>
                <a:lnTo>
                  <a:pt x="1949877" y="2615690"/>
                </a:lnTo>
                <a:lnTo>
                  <a:pt x="0" y="2615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8" name="Google Shape;538;p26"/>
          <p:cNvSpPr txBox="1"/>
          <p:nvPr/>
        </p:nvSpPr>
        <p:spPr>
          <a:xfrm>
            <a:off x="1173043" y="3682826"/>
            <a:ext cx="4181285" cy="504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presentation template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uses the following free fonts:</a:t>
            </a:r>
            <a:endParaRPr/>
          </a:p>
        </p:txBody>
      </p:sp>
      <p:sp>
        <p:nvSpPr>
          <p:cNvPr id="539" name="Google Shape;539;p26"/>
          <p:cNvSpPr txBox="1"/>
          <p:nvPr/>
        </p:nvSpPr>
        <p:spPr>
          <a:xfrm>
            <a:off x="1116102" y="6775604"/>
            <a:ext cx="4368067" cy="247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find these fonts online too.</a:t>
            </a:r>
            <a:endParaRPr/>
          </a:p>
        </p:txBody>
      </p:sp>
      <p:sp>
        <p:nvSpPr>
          <p:cNvPr id="540" name="Google Shape;540;p26"/>
          <p:cNvSpPr txBox="1"/>
          <p:nvPr/>
        </p:nvSpPr>
        <p:spPr>
          <a:xfrm>
            <a:off x="1688417" y="4967635"/>
            <a:ext cx="3150536" cy="40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Baloo</a:t>
            </a:r>
            <a:endParaRPr/>
          </a:p>
        </p:txBody>
      </p:sp>
      <p:sp>
        <p:nvSpPr>
          <p:cNvPr id="541" name="Google Shape;541;p26"/>
          <p:cNvSpPr txBox="1"/>
          <p:nvPr/>
        </p:nvSpPr>
        <p:spPr>
          <a:xfrm>
            <a:off x="1523971" y="5966002"/>
            <a:ext cx="3479429" cy="314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7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Nunito Regular</a:t>
            </a:r>
            <a:endParaRPr/>
          </a:p>
        </p:txBody>
      </p:sp>
      <p:sp>
        <p:nvSpPr>
          <p:cNvPr id="542" name="Google Shape;542;p26"/>
          <p:cNvSpPr txBox="1"/>
          <p:nvPr/>
        </p:nvSpPr>
        <p:spPr>
          <a:xfrm>
            <a:off x="2319155" y="4679560"/>
            <a:ext cx="18890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7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TITLES:</a:t>
            </a:r>
            <a:endParaRPr/>
          </a:p>
        </p:txBody>
      </p:sp>
      <p:sp>
        <p:nvSpPr>
          <p:cNvPr id="543" name="Google Shape;543;p26"/>
          <p:cNvSpPr txBox="1"/>
          <p:nvPr/>
        </p:nvSpPr>
        <p:spPr>
          <a:xfrm>
            <a:off x="2319155" y="5680252"/>
            <a:ext cx="18890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97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BODY TEXT:</a:t>
            </a:r>
            <a:endParaRPr/>
          </a:p>
        </p:txBody>
      </p:sp>
      <p:sp>
        <p:nvSpPr>
          <p:cNvPr id="544" name="Google Shape;544;p26"/>
          <p:cNvSpPr txBox="1"/>
          <p:nvPr/>
        </p:nvSpPr>
        <p:spPr>
          <a:xfrm>
            <a:off x="1249355" y="9111709"/>
            <a:ext cx="725897" cy="17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#ED7843</a:t>
            </a:r>
            <a:endParaRPr/>
          </a:p>
        </p:txBody>
      </p:sp>
      <p:sp>
        <p:nvSpPr>
          <p:cNvPr id="545" name="Google Shape;545;p26"/>
          <p:cNvSpPr txBox="1"/>
          <p:nvPr/>
        </p:nvSpPr>
        <p:spPr>
          <a:xfrm>
            <a:off x="2064714" y="9111709"/>
            <a:ext cx="725897" cy="17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#ED7843</a:t>
            </a:r>
            <a:endParaRPr/>
          </a:p>
        </p:txBody>
      </p:sp>
      <p:sp>
        <p:nvSpPr>
          <p:cNvPr id="546" name="Google Shape;546;p26"/>
          <p:cNvSpPr txBox="1"/>
          <p:nvPr/>
        </p:nvSpPr>
        <p:spPr>
          <a:xfrm>
            <a:off x="2943011" y="9111709"/>
            <a:ext cx="725897" cy="17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#ED7843</a:t>
            </a:r>
            <a:endParaRPr/>
          </a:p>
        </p:txBody>
      </p:sp>
      <p:sp>
        <p:nvSpPr>
          <p:cNvPr id="547" name="Google Shape;547;p26"/>
          <p:cNvSpPr txBox="1"/>
          <p:nvPr/>
        </p:nvSpPr>
        <p:spPr>
          <a:xfrm>
            <a:off x="3819515" y="9111709"/>
            <a:ext cx="725897" cy="17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#ED7843</a:t>
            </a:r>
            <a:endParaRPr/>
          </a:p>
        </p:txBody>
      </p:sp>
      <p:sp>
        <p:nvSpPr>
          <p:cNvPr id="548" name="Google Shape;548;p26"/>
          <p:cNvSpPr txBox="1"/>
          <p:nvPr/>
        </p:nvSpPr>
        <p:spPr>
          <a:xfrm>
            <a:off x="4696916" y="9111709"/>
            <a:ext cx="725897" cy="17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#ED7843</a:t>
            </a:r>
            <a:endParaRPr/>
          </a:p>
        </p:txBody>
      </p:sp>
      <p:sp>
        <p:nvSpPr>
          <p:cNvPr id="549" name="Google Shape;549;p26"/>
          <p:cNvSpPr txBox="1"/>
          <p:nvPr/>
        </p:nvSpPr>
        <p:spPr>
          <a:xfrm>
            <a:off x="3800933" y="1719479"/>
            <a:ext cx="10686133" cy="314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 these in your presentation. Delete or hide this page before presenting. </a:t>
            </a:r>
            <a:endParaRPr/>
          </a:p>
        </p:txBody>
      </p:sp>
      <p:sp>
        <p:nvSpPr>
          <p:cNvPr id="550" name="Google Shape;550;p26"/>
          <p:cNvSpPr txBox="1"/>
          <p:nvPr/>
        </p:nvSpPr>
        <p:spPr>
          <a:xfrm>
            <a:off x="5469973" y="595666"/>
            <a:ext cx="73482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99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Resource Page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DA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4"/>
          <p:cNvGrpSpPr/>
          <p:nvPr/>
        </p:nvGrpSpPr>
        <p:grpSpPr>
          <a:xfrm>
            <a:off x="3578051" y="862533"/>
            <a:ext cx="13681249" cy="2190072"/>
            <a:chOff x="0" y="-47625"/>
            <a:chExt cx="3921181" cy="627696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3921180" cy="580071"/>
            </a:xfrm>
            <a:custGeom>
              <a:avLst/>
              <a:gdLst/>
              <a:ahLst/>
              <a:cxnLst/>
              <a:rect l="l" t="t" r="r" b="b"/>
              <a:pathLst>
                <a:path w="3921180" h="580071" extrusionOk="0">
                  <a:moveTo>
                    <a:pt x="16976" y="0"/>
                  </a:moveTo>
                  <a:lnTo>
                    <a:pt x="3904204" y="0"/>
                  </a:lnTo>
                  <a:cubicBezTo>
                    <a:pt x="3913580" y="0"/>
                    <a:pt x="3921180" y="7601"/>
                    <a:pt x="3921180" y="16976"/>
                  </a:cubicBezTo>
                  <a:lnTo>
                    <a:pt x="3921180" y="563095"/>
                  </a:lnTo>
                  <a:cubicBezTo>
                    <a:pt x="3921180" y="567597"/>
                    <a:pt x="3919392" y="571915"/>
                    <a:pt x="3916208" y="575099"/>
                  </a:cubicBezTo>
                  <a:cubicBezTo>
                    <a:pt x="3913024" y="578283"/>
                    <a:pt x="3908706" y="580071"/>
                    <a:pt x="3904204" y="580071"/>
                  </a:cubicBezTo>
                  <a:lnTo>
                    <a:pt x="16976" y="580071"/>
                  </a:lnTo>
                  <a:cubicBezTo>
                    <a:pt x="12474" y="580071"/>
                    <a:pt x="8156" y="578283"/>
                    <a:pt x="4972" y="575099"/>
                  </a:cubicBezTo>
                  <a:cubicBezTo>
                    <a:pt x="1789" y="571915"/>
                    <a:pt x="0" y="567597"/>
                    <a:pt x="0" y="563095"/>
                  </a:cubicBezTo>
                  <a:lnTo>
                    <a:pt x="0" y="16976"/>
                  </a:lnTo>
                  <a:cubicBezTo>
                    <a:pt x="0" y="12474"/>
                    <a:pt x="1789" y="8156"/>
                    <a:pt x="4972" y="4972"/>
                  </a:cubicBezTo>
                  <a:cubicBezTo>
                    <a:pt x="8156" y="1789"/>
                    <a:pt x="12474" y="0"/>
                    <a:pt x="16976" y="0"/>
                  </a:cubicBezTo>
                  <a:close/>
                </a:path>
              </a:pathLst>
            </a:custGeom>
            <a:solidFill>
              <a:srgbClr val="FFD93D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-47625"/>
              <a:ext cx="3921181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1028700" y="862533"/>
            <a:ext cx="2263601" cy="2190072"/>
            <a:chOff x="0" y="-47625"/>
            <a:chExt cx="648770" cy="627696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648770" cy="580071"/>
            </a:xfrm>
            <a:custGeom>
              <a:avLst/>
              <a:gdLst/>
              <a:ahLst/>
              <a:cxnLst/>
              <a:rect l="l" t="t" r="r" b="b"/>
              <a:pathLst>
                <a:path w="648770" h="580071" extrusionOk="0">
                  <a:moveTo>
                    <a:pt x="102605" y="0"/>
                  </a:moveTo>
                  <a:lnTo>
                    <a:pt x="546165" y="0"/>
                  </a:lnTo>
                  <a:cubicBezTo>
                    <a:pt x="602832" y="0"/>
                    <a:pt x="648770" y="45938"/>
                    <a:pt x="648770" y="102605"/>
                  </a:cubicBezTo>
                  <a:lnTo>
                    <a:pt x="648770" y="477466"/>
                  </a:lnTo>
                  <a:cubicBezTo>
                    <a:pt x="648770" y="534133"/>
                    <a:pt x="602832" y="580071"/>
                    <a:pt x="546165" y="580071"/>
                  </a:cubicBezTo>
                  <a:lnTo>
                    <a:pt x="102605" y="580071"/>
                  </a:lnTo>
                  <a:cubicBezTo>
                    <a:pt x="45938" y="580071"/>
                    <a:pt x="0" y="534133"/>
                    <a:pt x="0" y="477466"/>
                  </a:cubicBezTo>
                  <a:lnTo>
                    <a:pt x="0" y="102605"/>
                  </a:lnTo>
                  <a:cubicBezTo>
                    <a:pt x="0" y="45938"/>
                    <a:pt x="45938" y="0"/>
                    <a:pt x="102605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-47625"/>
              <a:ext cx="648770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1028700" y="3172188"/>
            <a:ext cx="7124437" cy="6086112"/>
            <a:chOff x="0" y="-47625"/>
            <a:chExt cx="2041934" cy="1744339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2041934" cy="1696714"/>
            </a:xfrm>
            <a:custGeom>
              <a:avLst/>
              <a:gdLst/>
              <a:ahLst/>
              <a:cxnLst/>
              <a:rect l="l" t="t" r="r" b="b"/>
              <a:pathLst>
                <a:path w="2041934" h="1696714" extrusionOk="0">
                  <a:moveTo>
                    <a:pt x="16300" y="0"/>
                  </a:moveTo>
                  <a:lnTo>
                    <a:pt x="2025634" y="0"/>
                  </a:lnTo>
                  <a:cubicBezTo>
                    <a:pt x="2029957" y="0"/>
                    <a:pt x="2034103" y="1717"/>
                    <a:pt x="2037160" y="4774"/>
                  </a:cubicBezTo>
                  <a:cubicBezTo>
                    <a:pt x="2040216" y="7831"/>
                    <a:pt x="2041934" y="11977"/>
                    <a:pt x="2041934" y="16300"/>
                  </a:cubicBezTo>
                  <a:lnTo>
                    <a:pt x="2041934" y="1680414"/>
                  </a:lnTo>
                  <a:cubicBezTo>
                    <a:pt x="2041934" y="1689417"/>
                    <a:pt x="2034636" y="1696714"/>
                    <a:pt x="2025634" y="1696714"/>
                  </a:cubicBezTo>
                  <a:lnTo>
                    <a:pt x="16300" y="1696714"/>
                  </a:lnTo>
                  <a:cubicBezTo>
                    <a:pt x="7298" y="1696714"/>
                    <a:pt x="0" y="1689417"/>
                    <a:pt x="0" y="1680414"/>
                  </a:cubicBezTo>
                  <a:lnTo>
                    <a:pt x="0" y="16300"/>
                  </a:lnTo>
                  <a:cubicBezTo>
                    <a:pt x="0" y="11977"/>
                    <a:pt x="1717" y="7831"/>
                    <a:pt x="4774" y="4774"/>
                  </a:cubicBezTo>
                  <a:cubicBezTo>
                    <a:pt x="7831" y="1717"/>
                    <a:pt x="11977" y="0"/>
                    <a:pt x="163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0" y="-47625"/>
              <a:ext cx="2041934" cy="17443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8438887" y="3172188"/>
            <a:ext cx="8820413" cy="2984971"/>
            <a:chOff x="0" y="-47625"/>
            <a:chExt cx="2528017" cy="855522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2528017" cy="807897"/>
            </a:xfrm>
            <a:custGeom>
              <a:avLst/>
              <a:gdLst/>
              <a:ahLst/>
              <a:cxnLst/>
              <a:rect l="l" t="t" r="r" b="b"/>
              <a:pathLst>
                <a:path w="2528017" h="807897" extrusionOk="0">
                  <a:moveTo>
                    <a:pt x="26332" y="0"/>
                  </a:moveTo>
                  <a:lnTo>
                    <a:pt x="2501685" y="0"/>
                  </a:lnTo>
                  <a:cubicBezTo>
                    <a:pt x="2508669" y="0"/>
                    <a:pt x="2515367" y="2774"/>
                    <a:pt x="2520305" y="7712"/>
                  </a:cubicBezTo>
                  <a:cubicBezTo>
                    <a:pt x="2525243" y="12651"/>
                    <a:pt x="2528017" y="19348"/>
                    <a:pt x="2528017" y="26332"/>
                  </a:cubicBezTo>
                  <a:lnTo>
                    <a:pt x="2528017" y="781565"/>
                  </a:lnTo>
                  <a:cubicBezTo>
                    <a:pt x="2528017" y="788549"/>
                    <a:pt x="2525243" y="795246"/>
                    <a:pt x="2520305" y="800184"/>
                  </a:cubicBezTo>
                  <a:cubicBezTo>
                    <a:pt x="2515367" y="805123"/>
                    <a:pt x="2508669" y="807897"/>
                    <a:pt x="2501685" y="807897"/>
                  </a:cubicBezTo>
                  <a:lnTo>
                    <a:pt x="26332" y="807897"/>
                  </a:lnTo>
                  <a:cubicBezTo>
                    <a:pt x="19348" y="807897"/>
                    <a:pt x="12651" y="805123"/>
                    <a:pt x="7712" y="800184"/>
                  </a:cubicBezTo>
                  <a:cubicBezTo>
                    <a:pt x="2774" y="795246"/>
                    <a:pt x="0" y="788549"/>
                    <a:pt x="0" y="781565"/>
                  </a:cubicBezTo>
                  <a:lnTo>
                    <a:pt x="0" y="26332"/>
                  </a:lnTo>
                  <a:cubicBezTo>
                    <a:pt x="0" y="19348"/>
                    <a:pt x="2774" y="12651"/>
                    <a:pt x="7712" y="7712"/>
                  </a:cubicBezTo>
                  <a:cubicBezTo>
                    <a:pt x="12651" y="2774"/>
                    <a:pt x="19348" y="0"/>
                    <a:pt x="26332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0" y="-47625"/>
              <a:ext cx="2528017" cy="855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14"/>
          <p:cNvGrpSpPr/>
          <p:nvPr/>
        </p:nvGrpSpPr>
        <p:grpSpPr>
          <a:xfrm>
            <a:off x="8438887" y="6273329"/>
            <a:ext cx="8820413" cy="2984971"/>
            <a:chOff x="0" y="-47625"/>
            <a:chExt cx="2528017" cy="855522"/>
          </a:xfrm>
        </p:grpSpPr>
        <p:sp>
          <p:nvSpPr>
            <p:cNvPr id="188" name="Google Shape;188;p14"/>
            <p:cNvSpPr/>
            <p:nvPr/>
          </p:nvSpPr>
          <p:spPr>
            <a:xfrm>
              <a:off x="0" y="0"/>
              <a:ext cx="2528017" cy="807897"/>
            </a:xfrm>
            <a:custGeom>
              <a:avLst/>
              <a:gdLst/>
              <a:ahLst/>
              <a:cxnLst/>
              <a:rect l="l" t="t" r="r" b="b"/>
              <a:pathLst>
                <a:path w="2528017" h="807897" extrusionOk="0">
                  <a:moveTo>
                    <a:pt x="26332" y="0"/>
                  </a:moveTo>
                  <a:lnTo>
                    <a:pt x="2501685" y="0"/>
                  </a:lnTo>
                  <a:cubicBezTo>
                    <a:pt x="2508669" y="0"/>
                    <a:pt x="2515367" y="2774"/>
                    <a:pt x="2520305" y="7712"/>
                  </a:cubicBezTo>
                  <a:cubicBezTo>
                    <a:pt x="2525243" y="12651"/>
                    <a:pt x="2528017" y="19348"/>
                    <a:pt x="2528017" y="26332"/>
                  </a:cubicBezTo>
                  <a:lnTo>
                    <a:pt x="2528017" y="781565"/>
                  </a:lnTo>
                  <a:cubicBezTo>
                    <a:pt x="2528017" y="788549"/>
                    <a:pt x="2525243" y="795246"/>
                    <a:pt x="2520305" y="800184"/>
                  </a:cubicBezTo>
                  <a:cubicBezTo>
                    <a:pt x="2515367" y="805123"/>
                    <a:pt x="2508669" y="807897"/>
                    <a:pt x="2501685" y="807897"/>
                  </a:cubicBezTo>
                  <a:lnTo>
                    <a:pt x="26332" y="807897"/>
                  </a:lnTo>
                  <a:cubicBezTo>
                    <a:pt x="19348" y="807897"/>
                    <a:pt x="12651" y="805123"/>
                    <a:pt x="7712" y="800184"/>
                  </a:cubicBezTo>
                  <a:cubicBezTo>
                    <a:pt x="2774" y="795246"/>
                    <a:pt x="0" y="788549"/>
                    <a:pt x="0" y="781565"/>
                  </a:cubicBezTo>
                  <a:lnTo>
                    <a:pt x="0" y="26332"/>
                  </a:lnTo>
                  <a:cubicBezTo>
                    <a:pt x="0" y="19348"/>
                    <a:pt x="2774" y="12651"/>
                    <a:pt x="7712" y="7712"/>
                  </a:cubicBezTo>
                  <a:cubicBezTo>
                    <a:pt x="12651" y="2774"/>
                    <a:pt x="19348" y="0"/>
                    <a:pt x="26332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0" y="-47625"/>
              <a:ext cx="2528017" cy="855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4"/>
          <p:cNvGrpSpPr/>
          <p:nvPr/>
        </p:nvGrpSpPr>
        <p:grpSpPr>
          <a:xfrm>
            <a:off x="1819132" y="4254974"/>
            <a:ext cx="1541088" cy="763121"/>
            <a:chOff x="0" y="-47625"/>
            <a:chExt cx="484380" cy="239857"/>
          </a:xfrm>
        </p:grpSpPr>
        <p:sp>
          <p:nvSpPr>
            <p:cNvPr id="191" name="Google Shape;191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D93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14"/>
          <p:cNvGrpSpPr/>
          <p:nvPr/>
        </p:nvGrpSpPr>
        <p:grpSpPr>
          <a:xfrm>
            <a:off x="3977594" y="4254974"/>
            <a:ext cx="1541088" cy="763121"/>
            <a:chOff x="0" y="-47625"/>
            <a:chExt cx="484380" cy="239857"/>
          </a:xfrm>
        </p:grpSpPr>
        <p:sp>
          <p:nvSpPr>
            <p:cNvPr id="194" name="Google Shape;194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D93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4"/>
          <p:cNvGrpSpPr/>
          <p:nvPr/>
        </p:nvGrpSpPr>
        <p:grpSpPr>
          <a:xfrm>
            <a:off x="1819132" y="5026202"/>
            <a:ext cx="1541088" cy="763121"/>
            <a:chOff x="0" y="-47625"/>
            <a:chExt cx="484380" cy="239857"/>
          </a:xfrm>
        </p:grpSpPr>
        <p:sp>
          <p:nvSpPr>
            <p:cNvPr id="197" name="Google Shape;197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6F61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14"/>
          <p:cNvGrpSpPr/>
          <p:nvPr/>
        </p:nvGrpSpPr>
        <p:grpSpPr>
          <a:xfrm>
            <a:off x="3977594" y="5026202"/>
            <a:ext cx="1541088" cy="763121"/>
            <a:chOff x="0" y="-47625"/>
            <a:chExt cx="484380" cy="239857"/>
          </a:xfrm>
        </p:grpSpPr>
        <p:sp>
          <p:nvSpPr>
            <p:cNvPr id="200" name="Google Shape;200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6F61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4"/>
          <p:cNvGrpSpPr/>
          <p:nvPr/>
        </p:nvGrpSpPr>
        <p:grpSpPr>
          <a:xfrm>
            <a:off x="1819132" y="5797429"/>
            <a:ext cx="1541088" cy="763121"/>
            <a:chOff x="0" y="-47625"/>
            <a:chExt cx="484380" cy="239857"/>
          </a:xfrm>
        </p:grpSpPr>
        <p:sp>
          <p:nvSpPr>
            <p:cNvPr id="203" name="Google Shape;203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43D374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4"/>
          <p:cNvGrpSpPr/>
          <p:nvPr/>
        </p:nvGrpSpPr>
        <p:grpSpPr>
          <a:xfrm>
            <a:off x="3977594" y="5797429"/>
            <a:ext cx="1541088" cy="763121"/>
            <a:chOff x="0" y="-47625"/>
            <a:chExt cx="484380" cy="239857"/>
          </a:xfrm>
        </p:grpSpPr>
        <p:sp>
          <p:nvSpPr>
            <p:cNvPr id="206" name="Google Shape;206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43D374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4"/>
          <p:cNvGrpSpPr/>
          <p:nvPr/>
        </p:nvGrpSpPr>
        <p:grpSpPr>
          <a:xfrm>
            <a:off x="1819132" y="6568656"/>
            <a:ext cx="1541088" cy="763121"/>
            <a:chOff x="0" y="-47625"/>
            <a:chExt cx="484380" cy="239857"/>
          </a:xfrm>
        </p:grpSpPr>
        <p:sp>
          <p:nvSpPr>
            <p:cNvPr id="209" name="Google Shape;209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D93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4"/>
          <p:cNvGrpSpPr/>
          <p:nvPr/>
        </p:nvGrpSpPr>
        <p:grpSpPr>
          <a:xfrm>
            <a:off x="3977594" y="6568656"/>
            <a:ext cx="1541088" cy="763121"/>
            <a:chOff x="0" y="-47625"/>
            <a:chExt cx="484380" cy="239857"/>
          </a:xfrm>
        </p:grpSpPr>
        <p:sp>
          <p:nvSpPr>
            <p:cNvPr id="212" name="Google Shape;212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D93D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4"/>
          <p:cNvGrpSpPr/>
          <p:nvPr/>
        </p:nvGrpSpPr>
        <p:grpSpPr>
          <a:xfrm>
            <a:off x="1819132" y="7339883"/>
            <a:ext cx="1541088" cy="763121"/>
            <a:chOff x="0" y="-47625"/>
            <a:chExt cx="484380" cy="239857"/>
          </a:xfrm>
        </p:grpSpPr>
        <p:sp>
          <p:nvSpPr>
            <p:cNvPr id="215" name="Google Shape;215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6F61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4"/>
          <p:cNvGrpSpPr/>
          <p:nvPr/>
        </p:nvGrpSpPr>
        <p:grpSpPr>
          <a:xfrm>
            <a:off x="3977594" y="7339883"/>
            <a:ext cx="1541088" cy="763121"/>
            <a:chOff x="0" y="-47625"/>
            <a:chExt cx="484380" cy="239857"/>
          </a:xfrm>
        </p:grpSpPr>
        <p:sp>
          <p:nvSpPr>
            <p:cNvPr id="218" name="Google Shape;218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FF6F61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4"/>
          <p:cNvGrpSpPr/>
          <p:nvPr/>
        </p:nvGrpSpPr>
        <p:grpSpPr>
          <a:xfrm>
            <a:off x="1819132" y="8113407"/>
            <a:ext cx="1541088" cy="763121"/>
            <a:chOff x="0" y="-47625"/>
            <a:chExt cx="484380" cy="239857"/>
          </a:xfrm>
        </p:grpSpPr>
        <p:sp>
          <p:nvSpPr>
            <p:cNvPr id="221" name="Google Shape;221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43D374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14"/>
          <p:cNvGrpSpPr/>
          <p:nvPr/>
        </p:nvGrpSpPr>
        <p:grpSpPr>
          <a:xfrm>
            <a:off x="3977594" y="8113407"/>
            <a:ext cx="1541088" cy="763121"/>
            <a:chOff x="0" y="-47625"/>
            <a:chExt cx="484380" cy="239857"/>
          </a:xfrm>
        </p:grpSpPr>
        <p:sp>
          <p:nvSpPr>
            <p:cNvPr id="224" name="Google Shape;224;p14"/>
            <p:cNvSpPr/>
            <p:nvPr/>
          </p:nvSpPr>
          <p:spPr>
            <a:xfrm>
              <a:off x="0" y="0"/>
              <a:ext cx="484380" cy="192232"/>
            </a:xfrm>
            <a:custGeom>
              <a:avLst/>
              <a:gdLst/>
              <a:ahLst/>
              <a:cxnLst/>
              <a:rect l="l" t="t" r="r" b="b"/>
              <a:pathLst>
                <a:path w="484380" h="192232" extrusionOk="0">
                  <a:moveTo>
                    <a:pt x="75355" y="0"/>
                  </a:moveTo>
                  <a:lnTo>
                    <a:pt x="409025" y="0"/>
                  </a:lnTo>
                  <a:cubicBezTo>
                    <a:pt x="450642" y="0"/>
                    <a:pt x="484380" y="33738"/>
                    <a:pt x="484380" y="75355"/>
                  </a:cubicBezTo>
                  <a:lnTo>
                    <a:pt x="484380" y="116877"/>
                  </a:lnTo>
                  <a:cubicBezTo>
                    <a:pt x="484380" y="158494"/>
                    <a:pt x="450642" y="192232"/>
                    <a:pt x="409025" y="192232"/>
                  </a:cubicBezTo>
                  <a:lnTo>
                    <a:pt x="75355" y="192232"/>
                  </a:lnTo>
                  <a:cubicBezTo>
                    <a:pt x="33738" y="192232"/>
                    <a:pt x="0" y="158494"/>
                    <a:pt x="0" y="116877"/>
                  </a:cubicBezTo>
                  <a:lnTo>
                    <a:pt x="0" y="75355"/>
                  </a:lnTo>
                  <a:cubicBezTo>
                    <a:pt x="0" y="33738"/>
                    <a:pt x="33738" y="0"/>
                    <a:pt x="75355" y="0"/>
                  </a:cubicBezTo>
                  <a:close/>
                </a:path>
              </a:pathLst>
            </a:custGeom>
            <a:solidFill>
              <a:srgbClr val="43D374"/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/>
            <p:cNvSpPr txBox="1"/>
            <p:nvPr/>
          </p:nvSpPr>
          <p:spPr>
            <a:xfrm>
              <a:off x="0" y="-47625"/>
              <a:ext cx="484380" cy="239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4"/>
          <p:cNvSpPr/>
          <p:nvPr/>
        </p:nvSpPr>
        <p:spPr>
          <a:xfrm>
            <a:off x="15040328" y="4083202"/>
            <a:ext cx="1301014" cy="1576264"/>
          </a:xfrm>
          <a:custGeom>
            <a:avLst/>
            <a:gdLst/>
            <a:ahLst/>
            <a:cxnLst/>
            <a:rect l="l" t="t" r="r" b="b"/>
            <a:pathLst>
              <a:path w="1301014" h="1576264" extrusionOk="0">
                <a:moveTo>
                  <a:pt x="0" y="0"/>
                </a:moveTo>
                <a:lnTo>
                  <a:pt x="1301013" y="0"/>
                </a:lnTo>
                <a:lnTo>
                  <a:pt x="1301013" y="1576264"/>
                </a:lnTo>
                <a:lnTo>
                  <a:pt x="0" y="1576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9603"/>
            </a:stretch>
          </a:blipFill>
          <a:ln>
            <a:noFill/>
          </a:ln>
        </p:spPr>
      </p:sp>
      <p:sp>
        <p:nvSpPr>
          <p:cNvPr id="227" name="Google Shape;227;p14"/>
          <p:cNvSpPr/>
          <p:nvPr/>
        </p:nvSpPr>
        <p:spPr>
          <a:xfrm rot="-907270">
            <a:off x="14905718" y="7219581"/>
            <a:ext cx="1570232" cy="1507423"/>
          </a:xfrm>
          <a:custGeom>
            <a:avLst/>
            <a:gdLst/>
            <a:ahLst/>
            <a:cxnLst/>
            <a:rect l="l" t="t" r="r" b="b"/>
            <a:pathLst>
              <a:path w="1570232" h="1507423" extrusionOk="0">
                <a:moveTo>
                  <a:pt x="0" y="0"/>
                </a:moveTo>
                <a:lnTo>
                  <a:pt x="1570233" y="0"/>
                </a:lnTo>
                <a:lnTo>
                  <a:pt x="1570233" y="1507423"/>
                </a:lnTo>
                <a:lnTo>
                  <a:pt x="0" y="1507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8" name="Google Shape;228;p14"/>
          <p:cNvSpPr txBox="1"/>
          <p:nvPr/>
        </p:nvSpPr>
        <p:spPr>
          <a:xfrm>
            <a:off x="6170371" y="1433494"/>
            <a:ext cx="8496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HOMEROOM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1632373" y="1534718"/>
            <a:ext cx="1056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8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1474054" y="1271500"/>
            <a:ext cx="13731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 i="0" u="none" strike="noStrike" cap="none">
                <a:solidFill>
                  <a:srgbClr val="FF6F61"/>
                </a:solidFill>
                <a:latin typeface="Barlow"/>
                <a:ea typeface="Barlow"/>
                <a:cs typeface="Barlow"/>
                <a:sym typeface="Barlow"/>
              </a:rPr>
              <a:t>MONTH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1632349" y="2580575"/>
            <a:ext cx="10563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 i="0" u="none" strike="noStrike" cap="none">
                <a:solidFill>
                  <a:srgbClr val="FF6F61"/>
                </a:solidFill>
                <a:latin typeface="Barlow"/>
                <a:ea typeface="Barlow"/>
                <a:cs typeface="Barlow"/>
                <a:sym typeface="Barlow"/>
              </a:rPr>
              <a:t>DAY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1564339" y="3843952"/>
            <a:ext cx="605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What we’ll explore today 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3420568" y="4639922"/>
            <a:ext cx="496679" cy="2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5683315" y="4639922"/>
            <a:ext cx="16794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Homeroom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5" name="Google Shape;235;p14"/>
          <p:cNvSpPr txBox="1"/>
          <p:nvPr/>
        </p:nvSpPr>
        <p:spPr>
          <a:xfrm>
            <a:off x="2086336" y="4627524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8:00</a:t>
            </a:r>
            <a:endParaRPr/>
          </a:p>
        </p:txBody>
      </p:sp>
      <p:sp>
        <p:nvSpPr>
          <p:cNvPr id="236" name="Google Shape;236;p14"/>
          <p:cNvSpPr txBox="1"/>
          <p:nvPr/>
        </p:nvSpPr>
        <p:spPr>
          <a:xfrm>
            <a:off x="2086336" y="5398751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9:00</a:t>
            </a:r>
            <a:endParaRPr/>
          </a:p>
        </p:txBody>
      </p:sp>
      <p:sp>
        <p:nvSpPr>
          <p:cNvPr id="237" name="Google Shape;237;p14"/>
          <p:cNvSpPr txBox="1"/>
          <p:nvPr/>
        </p:nvSpPr>
        <p:spPr>
          <a:xfrm>
            <a:off x="2086336" y="6169978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10:00</a:t>
            </a:r>
            <a:endParaRPr/>
          </a:p>
        </p:txBody>
      </p:sp>
      <p:sp>
        <p:nvSpPr>
          <p:cNvPr id="238" name="Google Shape;238;p14"/>
          <p:cNvSpPr txBox="1"/>
          <p:nvPr/>
        </p:nvSpPr>
        <p:spPr>
          <a:xfrm>
            <a:off x="2086336" y="6941205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11:00</a:t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2086336" y="7712432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12:00</a:t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2086336" y="8485956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1:00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4244798" y="4627524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9:00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4244798" y="5398751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10:00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4244798" y="6169978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11:00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4244798" y="6941205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12:00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4244798" y="7712432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1:00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4244798" y="8485956"/>
            <a:ext cx="1006680" cy="264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2:00</a:t>
            </a:r>
            <a:endParaRPr/>
          </a:p>
        </p:txBody>
      </p:sp>
      <p:sp>
        <p:nvSpPr>
          <p:cNvPr id="247" name="Google Shape;247;p14"/>
          <p:cNvSpPr txBox="1"/>
          <p:nvPr/>
        </p:nvSpPr>
        <p:spPr>
          <a:xfrm>
            <a:off x="5683315" y="5411150"/>
            <a:ext cx="16794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Reading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5683315" y="6182377"/>
            <a:ext cx="16794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Math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5683315" y="6953604"/>
            <a:ext cx="16794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Lunch Break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5683315" y="7724831"/>
            <a:ext cx="16794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Science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5683315" y="8498355"/>
            <a:ext cx="1679400" cy="2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Art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3420568" y="5411150"/>
            <a:ext cx="496679" cy="2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3420568" y="6182377"/>
            <a:ext cx="496679" cy="2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/>
          </a:p>
        </p:txBody>
      </p:sp>
      <p:sp>
        <p:nvSpPr>
          <p:cNvPr id="254" name="Google Shape;254;p14"/>
          <p:cNvSpPr txBox="1"/>
          <p:nvPr/>
        </p:nvSpPr>
        <p:spPr>
          <a:xfrm>
            <a:off x="3420568" y="6953604"/>
            <a:ext cx="496679" cy="2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3420568" y="7724831"/>
            <a:ext cx="496679" cy="2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/>
          </a:p>
        </p:txBody>
      </p:sp>
      <p:sp>
        <p:nvSpPr>
          <p:cNvPr id="256" name="Google Shape;256;p14"/>
          <p:cNvSpPr txBox="1"/>
          <p:nvPr/>
        </p:nvSpPr>
        <p:spPr>
          <a:xfrm>
            <a:off x="3420568" y="8498355"/>
            <a:ext cx="496679" cy="2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8391339" y="3843952"/>
            <a:ext cx="605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Class reminders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9388539" y="4438227"/>
            <a:ext cx="50559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Add any important notes students need to remember for the day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9388539" y="7538853"/>
            <a:ext cx="50559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Add a fun riddle, brain teaser, or puzzle to spark student thinking</a:t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8418189" y="6947734"/>
            <a:ext cx="60531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Puzzle of the day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DAFF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25"/>
          <p:cNvGrpSpPr/>
          <p:nvPr/>
        </p:nvGrpSpPr>
        <p:grpSpPr>
          <a:xfrm>
            <a:off x="1028700" y="862533"/>
            <a:ext cx="16230600" cy="2190072"/>
            <a:chOff x="0" y="-47625"/>
            <a:chExt cx="4651850" cy="627696"/>
          </a:xfrm>
        </p:grpSpPr>
        <p:sp>
          <p:nvSpPr>
            <p:cNvPr id="492" name="Google Shape;492;p25"/>
            <p:cNvSpPr/>
            <p:nvPr/>
          </p:nvSpPr>
          <p:spPr>
            <a:xfrm>
              <a:off x="0" y="0"/>
              <a:ext cx="4651849" cy="580071"/>
            </a:xfrm>
            <a:custGeom>
              <a:avLst/>
              <a:gdLst/>
              <a:ahLst/>
              <a:cxnLst/>
              <a:rect l="l" t="t" r="r" b="b"/>
              <a:pathLst>
                <a:path w="4651849" h="580071" extrusionOk="0">
                  <a:moveTo>
                    <a:pt x="14310" y="0"/>
                  </a:moveTo>
                  <a:lnTo>
                    <a:pt x="4637539" y="0"/>
                  </a:lnTo>
                  <a:cubicBezTo>
                    <a:pt x="4641335" y="0"/>
                    <a:pt x="4644975" y="1508"/>
                    <a:pt x="4647658" y="4191"/>
                  </a:cubicBezTo>
                  <a:cubicBezTo>
                    <a:pt x="4650342" y="6875"/>
                    <a:pt x="4651849" y="10515"/>
                    <a:pt x="4651849" y="14310"/>
                  </a:cubicBezTo>
                  <a:lnTo>
                    <a:pt x="4651849" y="565761"/>
                  </a:lnTo>
                  <a:cubicBezTo>
                    <a:pt x="4651849" y="569557"/>
                    <a:pt x="4650342" y="573196"/>
                    <a:pt x="4647658" y="575880"/>
                  </a:cubicBezTo>
                  <a:cubicBezTo>
                    <a:pt x="4644975" y="578564"/>
                    <a:pt x="4641335" y="580071"/>
                    <a:pt x="4637539" y="580071"/>
                  </a:cubicBezTo>
                  <a:lnTo>
                    <a:pt x="14310" y="580071"/>
                  </a:lnTo>
                  <a:cubicBezTo>
                    <a:pt x="10515" y="580071"/>
                    <a:pt x="6875" y="578564"/>
                    <a:pt x="4191" y="575880"/>
                  </a:cubicBezTo>
                  <a:cubicBezTo>
                    <a:pt x="1508" y="573196"/>
                    <a:pt x="0" y="569557"/>
                    <a:pt x="0" y="565761"/>
                  </a:cubicBezTo>
                  <a:lnTo>
                    <a:pt x="0" y="14310"/>
                  </a:lnTo>
                  <a:cubicBezTo>
                    <a:pt x="0" y="10515"/>
                    <a:pt x="1508" y="6875"/>
                    <a:pt x="4191" y="4191"/>
                  </a:cubicBezTo>
                  <a:cubicBezTo>
                    <a:pt x="6875" y="1508"/>
                    <a:pt x="10515" y="0"/>
                    <a:pt x="1431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5"/>
            <p:cNvSpPr txBox="1"/>
            <p:nvPr/>
          </p:nvSpPr>
          <p:spPr>
            <a:xfrm>
              <a:off x="0" y="-47625"/>
              <a:ext cx="4651850" cy="627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4" name="Google Shape;494;p25"/>
          <p:cNvSpPr/>
          <p:nvPr/>
        </p:nvSpPr>
        <p:spPr>
          <a:xfrm>
            <a:off x="9710118" y="3531494"/>
            <a:ext cx="5936609" cy="3011480"/>
          </a:xfrm>
          <a:custGeom>
            <a:avLst/>
            <a:gdLst/>
            <a:ahLst/>
            <a:cxnLst/>
            <a:rect l="l" t="t" r="r" b="b"/>
            <a:pathLst>
              <a:path w="5936609" h="3011480" extrusionOk="0">
                <a:moveTo>
                  <a:pt x="0" y="0"/>
                </a:moveTo>
                <a:lnTo>
                  <a:pt x="5936609" y="0"/>
                </a:lnTo>
                <a:lnTo>
                  <a:pt x="5936609" y="3011480"/>
                </a:lnTo>
                <a:lnTo>
                  <a:pt x="0" y="30114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5" name="Google Shape;495;p25"/>
          <p:cNvSpPr txBox="1"/>
          <p:nvPr/>
        </p:nvSpPr>
        <p:spPr>
          <a:xfrm>
            <a:off x="1676246" y="1478719"/>
            <a:ext cx="149355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i="0" u="none" strike="noStrike" cap="none">
                <a:solidFill>
                  <a:srgbClr val="000000"/>
                </a:solidFill>
                <a:latin typeface="Concert One"/>
                <a:ea typeface="Concert One"/>
                <a:cs typeface="Concert One"/>
                <a:sym typeface="Concert One"/>
              </a:rPr>
              <a:t>AWESOME JOB TODAY! </a:t>
            </a:r>
            <a:endParaRPr>
              <a:latin typeface="Concert One"/>
              <a:ea typeface="Concert One"/>
              <a:cs typeface="Concert One"/>
              <a:sym typeface="Concert One"/>
            </a:endParaRPr>
          </a:p>
        </p:txBody>
      </p:sp>
      <p:pic>
        <p:nvPicPr>
          <p:cNvPr id="496" name="Google Shape;49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4075" y="6299100"/>
            <a:ext cx="8455127" cy="31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525" y="3579590"/>
            <a:ext cx="8455125" cy="537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703</Words>
  <Application>Microsoft Office PowerPoint</Application>
  <PresentationFormat>Custom</PresentationFormat>
  <Paragraphs>196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Concert One</vt:lpstr>
      <vt:lpstr>Calibri</vt:lpstr>
      <vt:lpstr>Nunito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Ramdani</dc:creator>
  <cp:lastModifiedBy>Muhammad Ramdani</cp:lastModifiedBy>
  <cp:revision>135</cp:revision>
  <dcterms:modified xsi:type="dcterms:W3CDTF">2026-09-17T17:25:15Z</dcterms:modified>
</cp:coreProperties>
</file>