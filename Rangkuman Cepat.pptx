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72" r:id="rId3"/>
    <p:sldId id="263" r:id="rId4"/>
    <p:sldId id="275" r:id="rId5"/>
    <p:sldId id="259" r:id="rId6"/>
    <p:sldId id="258" r:id="rId7"/>
    <p:sldId id="271" r:id="rId8"/>
    <p:sldId id="260" r:id="rId9"/>
    <p:sldId id="261" r:id="rId10"/>
    <p:sldId id="262" r:id="rId11"/>
    <p:sldId id="264" r:id="rId12"/>
    <p:sldId id="265" r:id="rId13"/>
    <p:sldId id="267" r:id="rId14"/>
    <p:sldId id="270" r:id="rId15"/>
    <p:sldId id="266" r:id="rId16"/>
    <p:sldId id="269" r:id="rId17"/>
    <p:sldId id="257" r:id="rId18"/>
    <p:sldId id="268" r:id="rId19"/>
  </p:sldIdLst>
  <p:sldSz cx="18288000" cy="10287000"/>
  <p:notesSz cx="6858000" cy="9144000"/>
  <p:embeddedFontLst>
    <p:embeddedFont>
      <p:font typeface="Barlow" panose="00000500000000000000" pitchFamily="2" charset="0"/>
      <p:regular r:id="rId21"/>
      <p:bold r:id="rId22"/>
      <p:italic r:id="rId23"/>
      <p:boldItalic r:id="rId24"/>
    </p:embeddedFont>
    <p:embeddedFont>
      <p:font typeface="Concert One" pitchFamily="2" charset="0"/>
      <p:regular r:id="rId25"/>
    </p:embeddedFont>
    <p:embeddedFont>
      <p:font typeface="Nunito" pitchFamily="2" charset="0"/>
      <p:regular r:id="rId26"/>
      <p:bold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90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>
          <a:extLst>
            <a:ext uri="{FF2B5EF4-FFF2-40B4-BE49-F238E27FC236}">
              <a16:creationId xmlns:a16="http://schemas.microsoft.com/office/drawing/2014/main" id="{41650A15-C084-1BEA-5CEE-704E76A86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>
            <a:extLst>
              <a:ext uri="{FF2B5EF4-FFF2-40B4-BE49-F238E27FC236}">
                <a16:creationId xmlns:a16="http://schemas.microsoft.com/office/drawing/2014/main" id="{46D66BCE-9225-A7C3-7C11-136805306A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:notes">
            <a:extLst>
              <a:ext uri="{FF2B5EF4-FFF2-40B4-BE49-F238E27FC236}">
                <a16:creationId xmlns:a16="http://schemas.microsoft.com/office/drawing/2014/main" id="{21A23780-30B3-227F-265A-B4B114906A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716965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>
          <a:extLst>
            <a:ext uri="{FF2B5EF4-FFF2-40B4-BE49-F238E27FC236}">
              <a16:creationId xmlns:a16="http://schemas.microsoft.com/office/drawing/2014/main" id="{DB450F88-C0A9-549A-AB48-7C25ADD43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8:notes">
            <a:extLst>
              <a:ext uri="{FF2B5EF4-FFF2-40B4-BE49-F238E27FC236}">
                <a16:creationId xmlns:a16="http://schemas.microsoft.com/office/drawing/2014/main" id="{2A602CD5-DBC2-79A5-FF34-517E09C847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8:notes">
            <a:extLst>
              <a:ext uri="{FF2B5EF4-FFF2-40B4-BE49-F238E27FC236}">
                <a16:creationId xmlns:a16="http://schemas.microsoft.com/office/drawing/2014/main" id="{70C1A566-6F4B-C520-5A97-ECEF45BC88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1899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0" name="Google Shape;50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7FDAFF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3"/>
          <p:cNvGrpSpPr/>
          <p:nvPr/>
        </p:nvGrpSpPr>
        <p:grpSpPr>
          <a:xfrm>
            <a:off x="9144000" y="3200776"/>
            <a:ext cx="8115385" cy="4087882"/>
            <a:chOff x="0" y="-47625"/>
            <a:chExt cx="2325925" cy="1171615"/>
          </a:xfrm>
        </p:grpSpPr>
        <p:sp>
          <p:nvSpPr>
            <p:cNvPr id="17" name="Google Shape;17;p3"/>
            <p:cNvSpPr/>
            <p:nvPr/>
          </p:nvSpPr>
          <p:spPr>
            <a:xfrm>
              <a:off x="0" y="0"/>
              <a:ext cx="2325925" cy="1123990"/>
            </a:xfrm>
            <a:custGeom>
              <a:avLst/>
              <a:gdLst/>
              <a:ahLst/>
              <a:cxnLst/>
              <a:rect l="l" t="t" r="r" b="b"/>
              <a:pathLst>
                <a:path w="2325925" h="1123990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095370"/>
                  </a:lnTo>
                  <a:cubicBezTo>
                    <a:pt x="2325925" y="1111176"/>
                    <a:pt x="2313111" y="1123990"/>
                    <a:pt x="2297305" y="1123990"/>
                  </a:cubicBezTo>
                  <a:lnTo>
                    <a:pt x="28620" y="1123990"/>
                  </a:lnTo>
                  <a:cubicBezTo>
                    <a:pt x="12813" y="1123990"/>
                    <a:pt x="0" y="1111176"/>
                    <a:pt x="0" y="1095370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 txBox="1"/>
            <p:nvPr/>
          </p:nvSpPr>
          <p:spPr>
            <a:xfrm>
              <a:off x="0" y="-47625"/>
              <a:ext cx="2325900" cy="11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" name="Google Shape;19;p3"/>
          <p:cNvGrpSpPr/>
          <p:nvPr/>
        </p:nvGrpSpPr>
        <p:grpSpPr>
          <a:xfrm>
            <a:off x="9144000" y="1380398"/>
            <a:ext cx="8115385" cy="1723978"/>
            <a:chOff x="0" y="-47625"/>
            <a:chExt cx="2325925" cy="494104"/>
          </a:xfrm>
        </p:grpSpPr>
        <p:sp>
          <p:nvSpPr>
            <p:cNvPr id="20" name="Google Shape;20;p3"/>
            <p:cNvSpPr/>
            <p:nvPr/>
          </p:nvSpPr>
          <p:spPr>
            <a:xfrm>
              <a:off x="0" y="0"/>
              <a:ext cx="2325925" cy="446479"/>
            </a:xfrm>
            <a:custGeom>
              <a:avLst/>
              <a:gdLst/>
              <a:ahLst/>
              <a:cxnLst/>
              <a:rect l="l" t="t" r="r" b="b"/>
              <a:pathLst>
                <a:path w="2325925" h="446479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417859"/>
                  </a:lnTo>
                  <a:cubicBezTo>
                    <a:pt x="2325925" y="433666"/>
                    <a:pt x="2313111" y="446479"/>
                    <a:pt x="2297305" y="446479"/>
                  </a:cubicBezTo>
                  <a:lnTo>
                    <a:pt x="28620" y="446479"/>
                  </a:lnTo>
                  <a:cubicBezTo>
                    <a:pt x="12813" y="446479"/>
                    <a:pt x="0" y="433666"/>
                    <a:pt x="0" y="417859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 txBox="1"/>
            <p:nvPr/>
          </p:nvSpPr>
          <p:spPr>
            <a:xfrm>
              <a:off x="0" y="-47625"/>
              <a:ext cx="2325900" cy="49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" name="Google Shape;22;p3"/>
          <p:cNvGrpSpPr/>
          <p:nvPr/>
        </p:nvGrpSpPr>
        <p:grpSpPr>
          <a:xfrm>
            <a:off x="9144000" y="7385033"/>
            <a:ext cx="3934658" cy="1452973"/>
            <a:chOff x="0" y="-47625"/>
            <a:chExt cx="1127700" cy="416432"/>
          </a:xfrm>
        </p:grpSpPr>
        <p:sp>
          <p:nvSpPr>
            <p:cNvPr id="23" name="Google Shape;23;p3"/>
            <p:cNvSpPr/>
            <p:nvPr/>
          </p:nvSpPr>
          <p:spPr>
            <a:xfrm>
              <a:off x="0" y="0"/>
              <a:ext cx="1127582" cy="368807"/>
            </a:xfrm>
            <a:custGeom>
              <a:avLst/>
              <a:gdLst/>
              <a:ahLst/>
              <a:cxnLst/>
              <a:rect l="l" t="t" r="r" b="b"/>
              <a:pathLst>
                <a:path w="1127582" h="368807" extrusionOk="0">
                  <a:moveTo>
                    <a:pt x="59035" y="0"/>
                  </a:moveTo>
                  <a:lnTo>
                    <a:pt x="1068547" y="0"/>
                  </a:lnTo>
                  <a:cubicBezTo>
                    <a:pt x="1084204" y="0"/>
                    <a:pt x="1099220" y="6220"/>
                    <a:pt x="1110291" y="17291"/>
                  </a:cubicBezTo>
                  <a:cubicBezTo>
                    <a:pt x="1121362" y="28362"/>
                    <a:pt x="1127582" y="43378"/>
                    <a:pt x="1127582" y="59035"/>
                  </a:cubicBezTo>
                  <a:lnTo>
                    <a:pt x="1127582" y="309772"/>
                  </a:lnTo>
                  <a:cubicBezTo>
                    <a:pt x="1127582" y="325429"/>
                    <a:pt x="1121362" y="340445"/>
                    <a:pt x="1110291" y="351516"/>
                  </a:cubicBezTo>
                  <a:cubicBezTo>
                    <a:pt x="1099220" y="362588"/>
                    <a:pt x="1084204" y="368807"/>
                    <a:pt x="1068547" y="368807"/>
                  </a:cubicBezTo>
                  <a:lnTo>
                    <a:pt x="59035" y="368807"/>
                  </a:lnTo>
                  <a:cubicBezTo>
                    <a:pt x="43378" y="368807"/>
                    <a:pt x="28362" y="362588"/>
                    <a:pt x="17291" y="351516"/>
                  </a:cubicBezTo>
                  <a:cubicBezTo>
                    <a:pt x="6220" y="340445"/>
                    <a:pt x="0" y="325429"/>
                    <a:pt x="0" y="309772"/>
                  </a:cubicBezTo>
                  <a:lnTo>
                    <a:pt x="0" y="59035"/>
                  </a:lnTo>
                  <a:cubicBezTo>
                    <a:pt x="0" y="43378"/>
                    <a:pt x="6220" y="28362"/>
                    <a:pt x="17291" y="17291"/>
                  </a:cubicBezTo>
                  <a:cubicBezTo>
                    <a:pt x="28362" y="6220"/>
                    <a:pt x="43378" y="0"/>
                    <a:pt x="59035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 txBox="1"/>
            <p:nvPr/>
          </p:nvSpPr>
          <p:spPr>
            <a:xfrm>
              <a:off x="0" y="-47625"/>
              <a:ext cx="11277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" name="Google Shape;25;p3"/>
          <p:cNvGrpSpPr/>
          <p:nvPr/>
        </p:nvGrpSpPr>
        <p:grpSpPr>
          <a:xfrm>
            <a:off x="13325094" y="7385033"/>
            <a:ext cx="3934658" cy="1452973"/>
            <a:chOff x="0" y="-47625"/>
            <a:chExt cx="1127700" cy="416432"/>
          </a:xfrm>
        </p:grpSpPr>
        <p:sp>
          <p:nvSpPr>
            <p:cNvPr id="26" name="Google Shape;26;p3"/>
            <p:cNvSpPr/>
            <p:nvPr/>
          </p:nvSpPr>
          <p:spPr>
            <a:xfrm>
              <a:off x="0" y="0"/>
              <a:ext cx="1127582" cy="368807"/>
            </a:xfrm>
            <a:custGeom>
              <a:avLst/>
              <a:gdLst/>
              <a:ahLst/>
              <a:cxnLst/>
              <a:rect l="l" t="t" r="r" b="b"/>
              <a:pathLst>
                <a:path w="1127582" h="368807" extrusionOk="0">
                  <a:moveTo>
                    <a:pt x="59035" y="0"/>
                  </a:moveTo>
                  <a:lnTo>
                    <a:pt x="1068547" y="0"/>
                  </a:lnTo>
                  <a:cubicBezTo>
                    <a:pt x="1084204" y="0"/>
                    <a:pt x="1099220" y="6220"/>
                    <a:pt x="1110291" y="17291"/>
                  </a:cubicBezTo>
                  <a:cubicBezTo>
                    <a:pt x="1121362" y="28362"/>
                    <a:pt x="1127582" y="43378"/>
                    <a:pt x="1127582" y="59035"/>
                  </a:cubicBezTo>
                  <a:lnTo>
                    <a:pt x="1127582" y="309772"/>
                  </a:lnTo>
                  <a:cubicBezTo>
                    <a:pt x="1127582" y="325429"/>
                    <a:pt x="1121362" y="340445"/>
                    <a:pt x="1110291" y="351516"/>
                  </a:cubicBezTo>
                  <a:cubicBezTo>
                    <a:pt x="1099220" y="362588"/>
                    <a:pt x="1084204" y="368807"/>
                    <a:pt x="1068547" y="368807"/>
                  </a:cubicBezTo>
                  <a:lnTo>
                    <a:pt x="59035" y="368807"/>
                  </a:lnTo>
                  <a:cubicBezTo>
                    <a:pt x="43378" y="368807"/>
                    <a:pt x="28362" y="362588"/>
                    <a:pt x="17291" y="351516"/>
                  </a:cubicBezTo>
                  <a:cubicBezTo>
                    <a:pt x="6220" y="340445"/>
                    <a:pt x="0" y="325429"/>
                    <a:pt x="0" y="309772"/>
                  </a:cubicBezTo>
                  <a:lnTo>
                    <a:pt x="0" y="59035"/>
                  </a:lnTo>
                  <a:cubicBezTo>
                    <a:pt x="0" y="43378"/>
                    <a:pt x="6220" y="28362"/>
                    <a:pt x="17291" y="17291"/>
                  </a:cubicBezTo>
                  <a:cubicBezTo>
                    <a:pt x="28362" y="6220"/>
                    <a:pt x="43378" y="0"/>
                    <a:pt x="59035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 txBox="1"/>
            <p:nvPr/>
          </p:nvSpPr>
          <p:spPr>
            <a:xfrm>
              <a:off x="0" y="-47625"/>
              <a:ext cx="11277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" name="Google Shape;28;p3"/>
          <p:cNvSpPr/>
          <p:nvPr/>
        </p:nvSpPr>
        <p:spPr>
          <a:xfrm>
            <a:off x="11008648" y="1824323"/>
            <a:ext cx="1208891" cy="1002280"/>
          </a:xfrm>
          <a:custGeom>
            <a:avLst/>
            <a:gdLst/>
            <a:ahLst/>
            <a:cxnLst/>
            <a:rect l="l" t="t" r="r" b="b"/>
            <a:pathLst>
              <a:path w="1208891" h="1002280" extrusionOk="0">
                <a:moveTo>
                  <a:pt x="0" y="0"/>
                </a:moveTo>
                <a:lnTo>
                  <a:pt x="1208891" y="0"/>
                </a:lnTo>
                <a:lnTo>
                  <a:pt x="1208891" y="1002280"/>
                </a:lnTo>
                <a:lnTo>
                  <a:pt x="0" y="10022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9" name="Google Shape;29;p3"/>
          <p:cNvSpPr/>
          <p:nvPr/>
        </p:nvSpPr>
        <p:spPr>
          <a:xfrm>
            <a:off x="1028700" y="1245808"/>
            <a:ext cx="7200100" cy="7795384"/>
          </a:xfrm>
          <a:custGeom>
            <a:avLst/>
            <a:gdLst/>
            <a:ahLst/>
            <a:cxnLst/>
            <a:rect l="l" t="t" r="r" b="b"/>
            <a:pathLst>
              <a:path w="7200100" h="7795384" extrusionOk="0">
                <a:moveTo>
                  <a:pt x="0" y="0"/>
                </a:moveTo>
                <a:lnTo>
                  <a:pt x="7200100" y="0"/>
                </a:lnTo>
                <a:lnTo>
                  <a:pt x="7200100" y="7795384"/>
                </a:lnTo>
                <a:lnTo>
                  <a:pt x="0" y="7795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0" name="Google Shape;30;p3"/>
          <p:cNvSpPr txBox="1"/>
          <p:nvPr/>
        </p:nvSpPr>
        <p:spPr>
          <a:xfrm>
            <a:off x="12347313" y="1953988"/>
            <a:ext cx="3047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LITTLE HAVEN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PRIMARY SCHOOL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1" name="Google Shape;31;p3"/>
          <p:cNvSpPr txBox="1">
            <a:spLocks noGrp="1"/>
          </p:cNvSpPr>
          <p:nvPr>
            <p:ph type="title"/>
          </p:nvPr>
        </p:nvSpPr>
        <p:spPr>
          <a:xfrm>
            <a:off x="10216250" y="3868475"/>
            <a:ext cx="5970900" cy="297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ncert One"/>
              <a:buNone/>
              <a:defRPr sz="8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32" name="Google Shape;32;p3"/>
          <p:cNvSpPr txBox="1">
            <a:spLocks noGrp="1"/>
          </p:cNvSpPr>
          <p:nvPr>
            <p:ph type="title" idx="2"/>
          </p:nvPr>
        </p:nvSpPr>
        <p:spPr>
          <a:xfrm>
            <a:off x="9532125" y="7843325"/>
            <a:ext cx="315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None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title" idx="3"/>
          </p:nvPr>
        </p:nvSpPr>
        <p:spPr>
          <a:xfrm>
            <a:off x="13713225" y="7843325"/>
            <a:ext cx="3158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None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"/>
              <a:buNone/>
              <a:defRPr sz="20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bg>
      <p:bgPr>
        <a:solidFill>
          <a:srgbClr val="7FDAFF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35;p4"/>
          <p:cNvGrpSpPr/>
          <p:nvPr/>
        </p:nvGrpSpPr>
        <p:grpSpPr>
          <a:xfrm>
            <a:off x="3578051" y="862532"/>
            <a:ext cx="13681808" cy="2190094"/>
            <a:chOff x="0" y="-47625"/>
            <a:chExt cx="3921300" cy="627696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 txBox="1"/>
            <p:nvPr/>
          </p:nvSpPr>
          <p:spPr>
            <a:xfrm>
              <a:off x="0" y="-47625"/>
              <a:ext cx="39213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4"/>
          <p:cNvGrpSpPr/>
          <p:nvPr/>
        </p:nvGrpSpPr>
        <p:grpSpPr>
          <a:xfrm>
            <a:off x="1028700" y="862532"/>
            <a:ext cx="2264077" cy="2190094"/>
            <a:chOff x="0" y="-47625"/>
            <a:chExt cx="648900" cy="627696"/>
          </a:xfrm>
        </p:grpSpPr>
        <p:sp>
          <p:nvSpPr>
            <p:cNvPr id="39" name="Google Shape;39;p4"/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4"/>
            <p:cNvSpPr txBox="1"/>
            <p:nvPr/>
          </p:nvSpPr>
          <p:spPr>
            <a:xfrm>
              <a:off x="0" y="-47625"/>
              <a:ext cx="6489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" name="Google Shape;41;p4"/>
          <p:cNvGrpSpPr/>
          <p:nvPr/>
        </p:nvGrpSpPr>
        <p:grpSpPr>
          <a:xfrm>
            <a:off x="1028700" y="3172187"/>
            <a:ext cx="7124512" cy="6086173"/>
            <a:chOff x="0" y="-47625"/>
            <a:chExt cx="2041934" cy="1744339"/>
          </a:xfrm>
        </p:grpSpPr>
        <p:sp>
          <p:nvSpPr>
            <p:cNvPr id="42" name="Google Shape;42;p4"/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4"/>
            <p:cNvSpPr txBox="1"/>
            <p:nvPr/>
          </p:nvSpPr>
          <p:spPr>
            <a:xfrm>
              <a:off x="0" y="-47625"/>
              <a:ext cx="2041800" cy="174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" name="Google Shape;44;p4"/>
          <p:cNvGrpSpPr/>
          <p:nvPr/>
        </p:nvGrpSpPr>
        <p:grpSpPr>
          <a:xfrm>
            <a:off x="8438887" y="3172187"/>
            <a:ext cx="8820794" cy="2985274"/>
            <a:chOff x="0" y="-47625"/>
            <a:chExt cx="2528100" cy="855600"/>
          </a:xfrm>
        </p:grpSpPr>
        <p:sp>
          <p:nvSpPr>
            <p:cNvPr id="45" name="Google Shape;45;p4"/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4"/>
            <p:cNvSpPr txBox="1"/>
            <p:nvPr/>
          </p:nvSpPr>
          <p:spPr>
            <a:xfrm>
              <a:off x="0" y="-47625"/>
              <a:ext cx="2528100" cy="85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" name="Google Shape;47;p4"/>
          <p:cNvGrpSpPr/>
          <p:nvPr/>
        </p:nvGrpSpPr>
        <p:grpSpPr>
          <a:xfrm>
            <a:off x="8438887" y="6273328"/>
            <a:ext cx="8820794" cy="2985274"/>
            <a:chOff x="0" y="-47625"/>
            <a:chExt cx="2528100" cy="855600"/>
          </a:xfrm>
        </p:grpSpPr>
        <p:sp>
          <p:nvSpPr>
            <p:cNvPr id="48" name="Google Shape;48;p4"/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4"/>
            <p:cNvSpPr txBox="1"/>
            <p:nvPr/>
          </p:nvSpPr>
          <p:spPr>
            <a:xfrm>
              <a:off x="0" y="-47625"/>
              <a:ext cx="2528100" cy="85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" name="Google Shape;50;p4"/>
          <p:cNvSpPr txBox="1">
            <a:spLocks noGrp="1"/>
          </p:cNvSpPr>
          <p:nvPr>
            <p:ph type="title"/>
          </p:nvPr>
        </p:nvSpPr>
        <p:spPr>
          <a:xfrm>
            <a:off x="4023100" y="1310975"/>
            <a:ext cx="12791700" cy="143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Concert One"/>
              <a:buNone/>
              <a:defRPr sz="8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body" idx="1"/>
          </p:nvPr>
        </p:nvSpPr>
        <p:spPr>
          <a:xfrm>
            <a:off x="1598075" y="3752713"/>
            <a:ext cx="5960400" cy="492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2"/>
          </p:nvPr>
        </p:nvSpPr>
        <p:spPr>
          <a:xfrm>
            <a:off x="9041525" y="3752725"/>
            <a:ext cx="7681800" cy="19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body" idx="3"/>
          </p:nvPr>
        </p:nvSpPr>
        <p:spPr>
          <a:xfrm>
            <a:off x="9041525" y="6833125"/>
            <a:ext cx="7681800" cy="19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FFD93D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5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56" name="Google Shape;56;p5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5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" name="Google Shape;58;p5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59" name="Google Shape;59;p5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5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61;p5"/>
          <p:cNvSpPr/>
          <p:nvPr/>
        </p:nvSpPr>
        <p:spPr>
          <a:xfrm>
            <a:off x="1028700" y="1028700"/>
            <a:ext cx="7137308" cy="8229600"/>
          </a:xfrm>
          <a:custGeom>
            <a:avLst/>
            <a:gdLst/>
            <a:ahLst/>
            <a:cxnLst/>
            <a:rect l="l" t="t" r="r" b="b"/>
            <a:pathLst>
              <a:path w="7137308" h="8229600" extrusionOk="0">
                <a:moveTo>
                  <a:pt x="0" y="0"/>
                </a:moveTo>
                <a:lnTo>
                  <a:pt x="7137308" y="0"/>
                </a:lnTo>
                <a:lnTo>
                  <a:pt x="7137308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bg>
      <p:bgPr>
        <a:solidFill>
          <a:srgbClr val="FFD93D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6"/>
          <p:cNvGrpSpPr/>
          <p:nvPr/>
        </p:nvGrpSpPr>
        <p:grpSpPr>
          <a:xfrm>
            <a:off x="1028700" y="862532"/>
            <a:ext cx="7829631" cy="2190094"/>
            <a:chOff x="0" y="-47625"/>
            <a:chExt cx="2244026" cy="627696"/>
          </a:xfrm>
        </p:grpSpPr>
        <p:sp>
          <p:nvSpPr>
            <p:cNvPr id="64" name="Google Shape;64;p6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6"/>
            <p:cNvSpPr txBox="1"/>
            <p:nvPr/>
          </p:nvSpPr>
          <p:spPr>
            <a:xfrm>
              <a:off x="0" y="-47625"/>
              <a:ext cx="22440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" name="Google Shape;66;p6"/>
          <p:cNvGrpSpPr/>
          <p:nvPr/>
        </p:nvGrpSpPr>
        <p:grpSpPr>
          <a:xfrm>
            <a:off x="9144000" y="862532"/>
            <a:ext cx="8115385" cy="3533760"/>
            <a:chOff x="0" y="-47625"/>
            <a:chExt cx="2325925" cy="1012800"/>
          </a:xfrm>
        </p:grpSpPr>
        <p:sp>
          <p:nvSpPr>
            <p:cNvPr id="67" name="Google Shape;67;p6"/>
            <p:cNvSpPr/>
            <p:nvPr/>
          </p:nvSpPr>
          <p:spPr>
            <a:xfrm>
              <a:off x="0" y="0"/>
              <a:ext cx="2325925" cy="965032"/>
            </a:xfrm>
            <a:custGeom>
              <a:avLst/>
              <a:gdLst/>
              <a:ahLst/>
              <a:cxnLst/>
              <a:rect l="l" t="t" r="r" b="b"/>
              <a:pathLst>
                <a:path w="2325925" h="965032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936412"/>
                  </a:lnTo>
                  <a:cubicBezTo>
                    <a:pt x="2325925" y="952218"/>
                    <a:pt x="2313111" y="965032"/>
                    <a:pt x="2297305" y="965032"/>
                  </a:cubicBezTo>
                  <a:lnTo>
                    <a:pt x="28620" y="965032"/>
                  </a:lnTo>
                  <a:cubicBezTo>
                    <a:pt x="12813" y="965032"/>
                    <a:pt x="0" y="952218"/>
                    <a:pt x="0" y="936412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6"/>
            <p:cNvSpPr txBox="1"/>
            <p:nvPr/>
          </p:nvSpPr>
          <p:spPr>
            <a:xfrm>
              <a:off x="0" y="-47625"/>
              <a:ext cx="2325900" cy="101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" name="Google Shape;69;p6"/>
          <p:cNvGrpSpPr/>
          <p:nvPr/>
        </p:nvGrpSpPr>
        <p:grpSpPr>
          <a:xfrm>
            <a:off x="9144000" y="4515340"/>
            <a:ext cx="8115385" cy="4743009"/>
            <a:chOff x="0" y="-47625"/>
            <a:chExt cx="2325925" cy="1359379"/>
          </a:xfrm>
        </p:grpSpPr>
        <p:sp>
          <p:nvSpPr>
            <p:cNvPr id="70" name="Google Shape;70;p6"/>
            <p:cNvSpPr/>
            <p:nvPr/>
          </p:nvSpPr>
          <p:spPr>
            <a:xfrm>
              <a:off x="0" y="0"/>
              <a:ext cx="2325925" cy="1311754"/>
            </a:xfrm>
            <a:custGeom>
              <a:avLst/>
              <a:gdLst/>
              <a:ahLst/>
              <a:cxnLst/>
              <a:rect l="l" t="t" r="r" b="b"/>
              <a:pathLst>
                <a:path w="2325925" h="1311754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283134"/>
                  </a:lnTo>
                  <a:cubicBezTo>
                    <a:pt x="2325925" y="1298940"/>
                    <a:pt x="2313111" y="1311754"/>
                    <a:pt x="2297305" y="1311754"/>
                  </a:cubicBezTo>
                  <a:lnTo>
                    <a:pt x="28620" y="1311754"/>
                  </a:lnTo>
                  <a:cubicBezTo>
                    <a:pt x="12813" y="1311754"/>
                    <a:pt x="0" y="1298940"/>
                    <a:pt x="0" y="1283134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6"/>
            <p:cNvSpPr txBox="1"/>
            <p:nvPr/>
          </p:nvSpPr>
          <p:spPr>
            <a:xfrm>
              <a:off x="0" y="-47625"/>
              <a:ext cx="2325900" cy="135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2" name="Google Shape;72;p6"/>
          <p:cNvSpPr/>
          <p:nvPr/>
        </p:nvSpPr>
        <p:spPr>
          <a:xfrm>
            <a:off x="14935945" y="5867478"/>
            <a:ext cx="1751855" cy="2204852"/>
          </a:xfrm>
          <a:custGeom>
            <a:avLst/>
            <a:gdLst/>
            <a:ahLst/>
            <a:cxnLst/>
            <a:rect l="l" t="t" r="r" b="b"/>
            <a:pathLst>
              <a:path w="1751855" h="2204852" extrusionOk="0">
                <a:moveTo>
                  <a:pt x="0" y="0"/>
                </a:moveTo>
                <a:lnTo>
                  <a:pt x="1751855" y="0"/>
                </a:lnTo>
                <a:lnTo>
                  <a:pt x="1751855" y="2204852"/>
                </a:lnTo>
                <a:lnTo>
                  <a:pt x="0" y="22048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3" name="Google Shape;73;p6"/>
          <p:cNvSpPr/>
          <p:nvPr/>
        </p:nvSpPr>
        <p:spPr>
          <a:xfrm rot="-1463078">
            <a:off x="14790933" y="1970667"/>
            <a:ext cx="2039586" cy="1483336"/>
          </a:xfrm>
          <a:custGeom>
            <a:avLst/>
            <a:gdLst/>
            <a:ahLst/>
            <a:cxnLst/>
            <a:rect l="l" t="t" r="r" b="b"/>
            <a:pathLst>
              <a:path w="2041367" h="1484631" extrusionOk="0">
                <a:moveTo>
                  <a:pt x="0" y="0"/>
                </a:moveTo>
                <a:lnTo>
                  <a:pt x="2041367" y="0"/>
                </a:lnTo>
                <a:lnTo>
                  <a:pt x="2041367" y="1484631"/>
                </a:lnTo>
                <a:lnTo>
                  <a:pt x="0" y="14846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" name="Google Shape;74;p6"/>
          <p:cNvSpPr>
            <a:spLocks noGrp="1"/>
          </p:cNvSpPr>
          <p:nvPr>
            <p:ph type="pic" idx="2"/>
          </p:nvPr>
        </p:nvSpPr>
        <p:spPr>
          <a:xfrm>
            <a:off x="1074325" y="3311750"/>
            <a:ext cx="7739100" cy="5946600"/>
          </a:xfrm>
          <a:prstGeom prst="roundRect">
            <a:avLst>
              <a:gd name="adj" fmla="val 4796"/>
            </a:avLst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bg>
      <p:bgPr>
        <a:solidFill>
          <a:srgbClr val="43D374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7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77" name="Google Shape;77;p7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7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80" name="Google Shape;80;p7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7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7"/>
          <p:cNvSpPr/>
          <p:nvPr/>
        </p:nvSpPr>
        <p:spPr>
          <a:xfrm>
            <a:off x="1028700" y="1028700"/>
            <a:ext cx="7325788" cy="11192176"/>
          </a:xfrm>
          <a:custGeom>
            <a:avLst/>
            <a:gdLst/>
            <a:ahLst/>
            <a:cxnLst/>
            <a:rect l="l" t="t" r="r" b="b"/>
            <a:pathLst>
              <a:path w="7325788" h="11192176" extrusionOk="0">
                <a:moveTo>
                  <a:pt x="0" y="0"/>
                </a:moveTo>
                <a:lnTo>
                  <a:pt x="7325788" y="0"/>
                </a:lnTo>
                <a:lnTo>
                  <a:pt x="7325788" y="11192176"/>
                </a:lnTo>
                <a:lnTo>
                  <a:pt x="0" y="11192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83" name="Google Shape;83;p7"/>
          <p:cNvGrpSpPr/>
          <p:nvPr/>
        </p:nvGrpSpPr>
        <p:grpSpPr>
          <a:xfrm rot="-256012">
            <a:off x="1646031" y="5221983"/>
            <a:ext cx="2181498" cy="1979319"/>
            <a:chOff x="0" y="0"/>
            <a:chExt cx="2908747" cy="2639167"/>
          </a:xfrm>
        </p:grpSpPr>
        <p:sp>
          <p:nvSpPr>
            <p:cNvPr id="84" name="Google Shape;84;p7"/>
            <p:cNvSpPr/>
            <p:nvPr/>
          </p:nvSpPr>
          <p:spPr>
            <a:xfrm>
              <a:off x="0" y="0"/>
              <a:ext cx="1426574" cy="1351354"/>
            </a:xfrm>
            <a:custGeom>
              <a:avLst/>
              <a:gdLst/>
              <a:ahLst/>
              <a:cxnLst/>
              <a:rect l="l" t="t" r="r" b="b"/>
              <a:pathLst>
                <a:path w="1426574" h="1351354" extrusionOk="0">
                  <a:moveTo>
                    <a:pt x="0" y="0"/>
                  </a:moveTo>
                  <a:lnTo>
                    <a:pt x="1426574" y="0"/>
                  </a:lnTo>
                  <a:lnTo>
                    <a:pt x="1426574" y="1351354"/>
                  </a:lnTo>
                  <a:lnTo>
                    <a:pt x="0" y="135135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85" name="Google Shape;85;p7"/>
            <p:cNvSpPr/>
            <p:nvPr/>
          </p:nvSpPr>
          <p:spPr>
            <a:xfrm>
              <a:off x="969834" y="1017531"/>
              <a:ext cx="1938913" cy="1621636"/>
            </a:xfrm>
            <a:custGeom>
              <a:avLst/>
              <a:gdLst/>
              <a:ahLst/>
              <a:cxnLst/>
              <a:rect l="l" t="t" r="r" b="b"/>
              <a:pathLst>
                <a:path w="1938913" h="1621636" extrusionOk="0">
                  <a:moveTo>
                    <a:pt x="0" y="0"/>
                  </a:moveTo>
                  <a:lnTo>
                    <a:pt x="1938913" y="0"/>
                  </a:lnTo>
                  <a:lnTo>
                    <a:pt x="1938913" y="1621636"/>
                  </a:lnTo>
                  <a:lnTo>
                    <a:pt x="0" y="162163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rgbClr val="43D374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8"/>
          <p:cNvGrpSpPr/>
          <p:nvPr/>
        </p:nvGrpSpPr>
        <p:grpSpPr>
          <a:xfrm>
            <a:off x="1028700" y="862532"/>
            <a:ext cx="7829631" cy="2190094"/>
            <a:chOff x="0" y="-47625"/>
            <a:chExt cx="2244026" cy="627696"/>
          </a:xfrm>
        </p:grpSpPr>
        <p:sp>
          <p:nvSpPr>
            <p:cNvPr id="88" name="Google Shape;88;p8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8"/>
            <p:cNvSpPr txBox="1"/>
            <p:nvPr/>
          </p:nvSpPr>
          <p:spPr>
            <a:xfrm>
              <a:off x="0" y="-47625"/>
              <a:ext cx="22440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8"/>
          <p:cNvGrpSpPr/>
          <p:nvPr/>
        </p:nvGrpSpPr>
        <p:grpSpPr>
          <a:xfrm>
            <a:off x="1028700" y="3172187"/>
            <a:ext cx="7829631" cy="2604264"/>
            <a:chOff x="0" y="-47625"/>
            <a:chExt cx="2244026" cy="746400"/>
          </a:xfrm>
        </p:grpSpPr>
        <p:sp>
          <p:nvSpPr>
            <p:cNvPr id="91" name="Google Shape;91;p8"/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 txBox="1"/>
            <p:nvPr/>
          </p:nvSpPr>
          <p:spPr>
            <a:xfrm>
              <a:off x="0" y="-47625"/>
              <a:ext cx="2244000" cy="7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" name="Google Shape;93;p8"/>
          <p:cNvGrpSpPr/>
          <p:nvPr/>
        </p:nvGrpSpPr>
        <p:grpSpPr>
          <a:xfrm>
            <a:off x="1028700" y="5895744"/>
            <a:ext cx="7829631" cy="3362589"/>
            <a:chOff x="0" y="-47625"/>
            <a:chExt cx="2244026" cy="963741"/>
          </a:xfrm>
        </p:grpSpPr>
        <p:sp>
          <p:nvSpPr>
            <p:cNvPr id="94" name="Google Shape;94;p8"/>
            <p:cNvSpPr/>
            <p:nvPr/>
          </p:nvSpPr>
          <p:spPr>
            <a:xfrm>
              <a:off x="0" y="0"/>
              <a:ext cx="2244026" cy="916116"/>
            </a:xfrm>
            <a:custGeom>
              <a:avLst/>
              <a:gdLst/>
              <a:ahLst/>
              <a:cxnLst/>
              <a:rect l="l" t="t" r="r" b="b"/>
              <a:pathLst>
                <a:path w="2244026" h="916116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886452"/>
                  </a:lnTo>
                  <a:cubicBezTo>
                    <a:pt x="2244026" y="894319"/>
                    <a:pt x="2240901" y="901865"/>
                    <a:pt x="2235338" y="907428"/>
                  </a:cubicBezTo>
                  <a:cubicBezTo>
                    <a:pt x="2229774" y="912991"/>
                    <a:pt x="2222229" y="916116"/>
                    <a:pt x="2214362" y="916116"/>
                  </a:cubicBezTo>
                  <a:lnTo>
                    <a:pt x="29664" y="916116"/>
                  </a:lnTo>
                  <a:cubicBezTo>
                    <a:pt x="21797" y="916116"/>
                    <a:pt x="14252" y="912991"/>
                    <a:pt x="8688" y="907428"/>
                  </a:cubicBezTo>
                  <a:cubicBezTo>
                    <a:pt x="3125" y="901865"/>
                    <a:pt x="0" y="894319"/>
                    <a:pt x="0" y="886452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8"/>
            <p:cNvSpPr txBox="1"/>
            <p:nvPr/>
          </p:nvSpPr>
          <p:spPr>
            <a:xfrm>
              <a:off x="0" y="-47625"/>
              <a:ext cx="2244000" cy="96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" name="Google Shape;96;p8"/>
          <p:cNvSpPr txBox="1"/>
          <p:nvPr/>
        </p:nvSpPr>
        <p:spPr>
          <a:xfrm>
            <a:off x="1600200" y="391061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Our goal: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7" name="Google Shape;97;p8"/>
          <p:cNvSpPr txBox="1"/>
          <p:nvPr/>
        </p:nvSpPr>
        <p:spPr>
          <a:xfrm>
            <a:off x="1600200" y="678484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think: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8" name="Google Shape;98;p8"/>
          <p:cNvSpPr>
            <a:spLocks noGrp="1"/>
          </p:cNvSpPr>
          <p:nvPr>
            <p:ph type="pic" idx="2"/>
          </p:nvPr>
        </p:nvSpPr>
        <p:spPr>
          <a:xfrm>
            <a:off x="9184125" y="1049000"/>
            <a:ext cx="8128800" cy="8166900"/>
          </a:xfrm>
          <a:prstGeom prst="roundRect">
            <a:avLst>
              <a:gd name="adj" fmla="val 2690"/>
            </a:avLst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bg>
      <p:bgPr>
        <a:solidFill>
          <a:srgbClr val="7FDAFF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0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126" name="Google Shape;126;p10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0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8" name="Google Shape;128;p10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129" name="Google Shape;129;p10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0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1" name="Google Shape;131;p10"/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bg>
      <p:bgPr>
        <a:solidFill>
          <a:srgbClr val="FF6F6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1"/>
          <p:cNvGrpSpPr/>
          <p:nvPr/>
        </p:nvGrpSpPr>
        <p:grpSpPr>
          <a:xfrm>
            <a:off x="9144000" y="2815579"/>
            <a:ext cx="8115385" cy="2917237"/>
            <a:chOff x="0" y="-47625"/>
            <a:chExt cx="2325925" cy="836100"/>
          </a:xfrm>
        </p:grpSpPr>
        <p:sp>
          <p:nvSpPr>
            <p:cNvPr id="134" name="Google Shape;134;p11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1"/>
            <p:cNvSpPr txBox="1"/>
            <p:nvPr/>
          </p:nvSpPr>
          <p:spPr>
            <a:xfrm>
              <a:off x="0" y="-47625"/>
              <a:ext cx="2325900" cy="83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" name="Google Shape;136;p11"/>
          <p:cNvGrpSpPr/>
          <p:nvPr/>
        </p:nvGrpSpPr>
        <p:grpSpPr>
          <a:xfrm>
            <a:off x="9144000" y="5852292"/>
            <a:ext cx="8115385" cy="1452973"/>
            <a:chOff x="0" y="-47625"/>
            <a:chExt cx="2325925" cy="416432"/>
          </a:xfrm>
        </p:grpSpPr>
        <p:sp>
          <p:nvSpPr>
            <p:cNvPr id="137" name="Google Shape;137;p11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1"/>
            <p:cNvSpPr txBox="1"/>
            <p:nvPr/>
          </p:nvSpPr>
          <p:spPr>
            <a:xfrm>
              <a:off x="0" y="-47625"/>
              <a:ext cx="2325900" cy="41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p11"/>
          <p:cNvSpPr/>
          <p:nvPr/>
        </p:nvSpPr>
        <p:spPr>
          <a:xfrm>
            <a:off x="1485661" y="810251"/>
            <a:ext cx="6129578" cy="8666498"/>
          </a:xfrm>
          <a:custGeom>
            <a:avLst/>
            <a:gdLst/>
            <a:ahLst/>
            <a:cxnLst/>
            <a:rect l="l" t="t" r="r" b="b"/>
            <a:pathLst>
              <a:path w="6129578" h="8666498" extrusionOk="0">
                <a:moveTo>
                  <a:pt x="0" y="0"/>
                </a:moveTo>
                <a:lnTo>
                  <a:pt x="6129577" y="0"/>
                </a:lnTo>
                <a:lnTo>
                  <a:pt x="6129577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bg>
      <p:bgPr>
        <a:solidFill>
          <a:srgbClr val="7FDA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" name="Google Shape;141;p12"/>
          <p:cNvGrpSpPr/>
          <p:nvPr/>
        </p:nvGrpSpPr>
        <p:grpSpPr>
          <a:xfrm>
            <a:off x="1028700" y="862532"/>
            <a:ext cx="16230766" cy="2190094"/>
            <a:chOff x="0" y="-47625"/>
            <a:chExt cx="4651849" cy="627696"/>
          </a:xfrm>
        </p:grpSpPr>
        <p:sp>
          <p:nvSpPr>
            <p:cNvPr id="142" name="Google Shape;142;p12"/>
            <p:cNvSpPr/>
            <p:nvPr/>
          </p:nvSpPr>
          <p:spPr>
            <a:xfrm>
              <a:off x="0" y="0"/>
              <a:ext cx="4651849" cy="580071"/>
            </a:xfrm>
            <a:custGeom>
              <a:avLst/>
              <a:gdLst/>
              <a:ahLst/>
              <a:cxnLst/>
              <a:rect l="l" t="t" r="r" b="b"/>
              <a:pathLst>
                <a:path w="4651849" h="580071" extrusionOk="0">
                  <a:moveTo>
                    <a:pt x="14310" y="0"/>
                  </a:moveTo>
                  <a:lnTo>
                    <a:pt x="4637539" y="0"/>
                  </a:lnTo>
                  <a:cubicBezTo>
                    <a:pt x="4641335" y="0"/>
                    <a:pt x="4644975" y="1508"/>
                    <a:pt x="4647658" y="4191"/>
                  </a:cubicBezTo>
                  <a:cubicBezTo>
                    <a:pt x="4650342" y="6875"/>
                    <a:pt x="4651849" y="10515"/>
                    <a:pt x="4651849" y="14310"/>
                  </a:cubicBezTo>
                  <a:lnTo>
                    <a:pt x="4651849" y="565761"/>
                  </a:lnTo>
                  <a:cubicBezTo>
                    <a:pt x="4651849" y="569557"/>
                    <a:pt x="4650342" y="573196"/>
                    <a:pt x="4647658" y="575880"/>
                  </a:cubicBezTo>
                  <a:cubicBezTo>
                    <a:pt x="4644975" y="578564"/>
                    <a:pt x="4641335" y="580071"/>
                    <a:pt x="4637539" y="580071"/>
                  </a:cubicBezTo>
                  <a:lnTo>
                    <a:pt x="14310" y="580071"/>
                  </a:lnTo>
                  <a:cubicBezTo>
                    <a:pt x="10515" y="580071"/>
                    <a:pt x="6875" y="578564"/>
                    <a:pt x="4191" y="575880"/>
                  </a:cubicBezTo>
                  <a:cubicBezTo>
                    <a:pt x="1508" y="573196"/>
                    <a:pt x="0" y="569557"/>
                    <a:pt x="0" y="565761"/>
                  </a:cubicBezTo>
                  <a:lnTo>
                    <a:pt x="0" y="14310"/>
                  </a:lnTo>
                  <a:cubicBezTo>
                    <a:pt x="0" y="10515"/>
                    <a:pt x="1508" y="6875"/>
                    <a:pt x="4191" y="4191"/>
                  </a:cubicBezTo>
                  <a:cubicBezTo>
                    <a:pt x="6875" y="1508"/>
                    <a:pt x="10515" y="0"/>
                    <a:pt x="1431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2"/>
            <p:cNvSpPr txBox="1"/>
            <p:nvPr/>
          </p:nvSpPr>
          <p:spPr>
            <a:xfrm>
              <a:off x="0" y="-47625"/>
              <a:ext cx="4651800" cy="62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4" name="Google Shape;144;p12"/>
          <p:cNvSpPr/>
          <p:nvPr/>
        </p:nvSpPr>
        <p:spPr>
          <a:xfrm>
            <a:off x="9710118" y="3531494"/>
            <a:ext cx="5936609" cy="3011480"/>
          </a:xfrm>
          <a:custGeom>
            <a:avLst/>
            <a:gdLst/>
            <a:ahLst/>
            <a:cxnLst/>
            <a:rect l="l" t="t" r="r" b="b"/>
            <a:pathLst>
              <a:path w="5936609" h="3011480" extrusionOk="0">
                <a:moveTo>
                  <a:pt x="0" y="0"/>
                </a:moveTo>
                <a:lnTo>
                  <a:pt x="5936609" y="0"/>
                </a:lnTo>
                <a:lnTo>
                  <a:pt x="5936609" y="3011480"/>
                </a:lnTo>
                <a:lnTo>
                  <a:pt x="0" y="30114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145" name="Google Shape;145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34075" y="6299100"/>
            <a:ext cx="8455127" cy="317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4525" y="3579590"/>
            <a:ext cx="8455125" cy="5370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740530"/>
            <a:ext cx="8229600" cy="14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Concert One"/>
              <a:buNone/>
              <a:defRPr sz="7000" i="0" u="none" strike="noStrike" cap="none">
                <a:solidFill>
                  <a:schemeClr val="dk1"/>
                </a:solidFill>
                <a:latin typeface="Concert One"/>
                <a:ea typeface="Concert One"/>
                <a:cs typeface="Concert One"/>
                <a:sym typeface="Concert One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283617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–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»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arlow"/>
              <a:buChar char="•"/>
              <a:defRPr sz="2000" i="0" u="none" strike="noStrike" cap="none">
                <a:solidFill>
                  <a:schemeClr val="dk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3"/>
          <p:cNvGrpSpPr/>
          <p:nvPr/>
        </p:nvGrpSpPr>
        <p:grpSpPr>
          <a:xfrm>
            <a:off x="577516" y="3200777"/>
            <a:ext cx="16681784" cy="4087839"/>
            <a:chOff x="0" y="-47625"/>
            <a:chExt cx="2325925" cy="1171615"/>
          </a:xfrm>
        </p:grpSpPr>
        <p:sp>
          <p:nvSpPr>
            <p:cNvPr id="152" name="Google Shape;152;p13"/>
            <p:cNvSpPr/>
            <p:nvPr/>
          </p:nvSpPr>
          <p:spPr>
            <a:xfrm>
              <a:off x="0" y="0"/>
              <a:ext cx="2325925" cy="1123990"/>
            </a:xfrm>
            <a:custGeom>
              <a:avLst/>
              <a:gdLst/>
              <a:ahLst/>
              <a:cxnLst/>
              <a:rect l="l" t="t" r="r" b="b"/>
              <a:pathLst>
                <a:path w="2325925" h="1123990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095370"/>
                  </a:lnTo>
                  <a:cubicBezTo>
                    <a:pt x="2325925" y="1111176"/>
                    <a:pt x="2313111" y="1123990"/>
                    <a:pt x="2297305" y="1123990"/>
                  </a:cubicBezTo>
                  <a:lnTo>
                    <a:pt x="28620" y="1123990"/>
                  </a:lnTo>
                  <a:cubicBezTo>
                    <a:pt x="12813" y="1123990"/>
                    <a:pt x="0" y="1111176"/>
                    <a:pt x="0" y="1095370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3"/>
            <p:cNvSpPr txBox="1"/>
            <p:nvPr/>
          </p:nvSpPr>
          <p:spPr>
            <a:xfrm>
              <a:off x="0" y="-47625"/>
              <a:ext cx="2325925" cy="11716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13"/>
          <p:cNvGrpSpPr/>
          <p:nvPr/>
        </p:nvGrpSpPr>
        <p:grpSpPr>
          <a:xfrm>
            <a:off x="4860758" y="1463482"/>
            <a:ext cx="8115300" cy="1723961"/>
            <a:chOff x="0" y="-47625"/>
            <a:chExt cx="2325925" cy="494104"/>
          </a:xfrm>
        </p:grpSpPr>
        <p:sp>
          <p:nvSpPr>
            <p:cNvPr id="155" name="Google Shape;155;p13"/>
            <p:cNvSpPr/>
            <p:nvPr/>
          </p:nvSpPr>
          <p:spPr>
            <a:xfrm>
              <a:off x="0" y="0"/>
              <a:ext cx="2325925" cy="446479"/>
            </a:xfrm>
            <a:custGeom>
              <a:avLst/>
              <a:gdLst/>
              <a:ahLst/>
              <a:cxnLst/>
              <a:rect l="l" t="t" r="r" b="b"/>
              <a:pathLst>
                <a:path w="2325925" h="446479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417859"/>
                  </a:lnTo>
                  <a:cubicBezTo>
                    <a:pt x="2325925" y="433666"/>
                    <a:pt x="2313111" y="446479"/>
                    <a:pt x="2297305" y="446479"/>
                  </a:cubicBezTo>
                  <a:lnTo>
                    <a:pt x="28620" y="446479"/>
                  </a:lnTo>
                  <a:cubicBezTo>
                    <a:pt x="12813" y="446479"/>
                    <a:pt x="0" y="433666"/>
                    <a:pt x="0" y="417859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3"/>
            <p:cNvSpPr txBox="1"/>
            <p:nvPr/>
          </p:nvSpPr>
          <p:spPr>
            <a:xfrm>
              <a:off x="0" y="-47625"/>
              <a:ext cx="2325925" cy="4941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5" name="Google Shape;165;p13"/>
          <p:cNvSpPr txBox="1"/>
          <p:nvPr/>
        </p:nvSpPr>
        <p:spPr>
          <a:xfrm>
            <a:off x="903314" y="4929943"/>
            <a:ext cx="16030188" cy="14287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05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Rangkuman</a:t>
            </a:r>
            <a:r>
              <a:rPr lang="en-US" sz="11605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</a:t>
            </a:r>
            <a:r>
              <a:rPr lang="en-US" sz="11605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Cepat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66" name="Google Shape;166;p13"/>
          <p:cNvSpPr txBox="1"/>
          <p:nvPr/>
        </p:nvSpPr>
        <p:spPr>
          <a:xfrm>
            <a:off x="6074190" y="2252329"/>
            <a:ext cx="61396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Fullstack</a:t>
            </a:r>
            <a:r>
              <a:rPr lang="en-US" sz="30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30 </a:t>
            </a:r>
            <a:r>
              <a:rPr lang="en-US" sz="30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hari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>
          <a:extLst>
            <a:ext uri="{FF2B5EF4-FFF2-40B4-BE49-F238E27FC236}">
              <a16:creationId xmlns:a16="http://schemas.microsoft.com/office/drawing/2014/main" id="{09EFF501-0C3B-2FFB-158E-CD0C2F3A5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4">
            <a:extLst>
              <a:ext uri="{FF2B5EF4-FFF2-40B4-BE49-F238E27FC236}">
                <a16:creationId xmlns:a16="http://schemas.microsoft.com/office/drawing/2014/main" id="{FBD862A4-1517-4EFF-22E3-AE7DCBBF5C94}"/>
              </a:ext>
            </a:extLst>
          </p:cNvPr>
          <p:cNvGrpSpPr/>
          <p:nvPr/>
        </p:nvGrpSpPr>
        <p:grpSpPr>
          <a:xfrm>
            <a:off x="3578051" y="862533"/>
            <a:ext cx="13681249" cy="2190072"/>
            <a:chOff x="0" y="-47625"/>
            <a:chExt cx="3921181" cy="627696"/>
          </a:xfrm>
        </p:grpSpPr>
        <p:sp>
          <p:nvSpPr>
            <p:cNvPr id="176" name="Google Shape;176;p14">
              <a:extLst>
                <a:ext uri="{FF2B5EF4-FFF2-40B4-BE49-F238E27FC236}">
                  <a16:creationId xmlns:a16="http://schemas.microsoft.com/office/drawing/2014/main" id="{16BC9FFE-D348-F912-2D89-ED48276FF300}"/>
                </a:ext>
              </a:extLst>
            </p:cNvPr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4">
              <a:extLst>
                <a:ext uri="{FF2B5EF4-FFF2-40B4-BE49-F238E27FC236}">
                  <a16:creationId xmlns:a16="http://schemas.microsoft.com/office/drawing/2014/main" id="{0E4645C1-B37F-99E8-4D3A-489C1556A14D}"/>
                </a:ext>
              </a:extLst>
            </p:cNvPr>
            <p:cNvSpPr txBox="1"/>
            <p:nvPr/>
          </p:nvSpPr>
          <p:spPr>
            <a:xfrm>
              <a:off x="0" y="-47625"/>
              <a:ext cx="3921181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>
            <a:extLst>
              <a:ext uri="{FF2B5EF4-FFF2-40B4-BE49-F238E27FC236}">
                <a16:creationId xmlns:a16="http://schemas.microsoft.com/office/drawing/2014/main" id="{C446729C-07BF-86BC-2615-423048966BAB}"/>
              </a:ext>
            </a:extLst>
          </p:cNvPr>
          <p:cNvGrpSpPr/>
          <p:nvPr/>
        </p:nvGrpSpPr>
        <p:grpSpPr>
          <a:xfrm>
            <a:off x="1028700" y="862533"/>
            <a:ext cx="2263601" cy="2190072"/>
            <a:chOff x="0" y="-47625"/>
            <a:chExt cx="648770" cy="627696"/>
          </a:xfrm>
        </p:grpSpPr>
        <p:sp>
          <p:nvSpPr>
            <p:cNvPr id="179" name="Google Shape;179;p14">
              <a:extLst>
                <a:ext uri="{FF2B5EF4-FFF2-40B4-BE49-F238E27FC236}">
                  <a16:creationId xmlns:a16="http://schemas.microsoft.com/office/drawing/2014/main" id="{68888EE6-D47A-E6C8-236E-6EDA0B26BD46}"/>
                </a:ext>
              </a:extLst>
            </p:cNvPr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4">
              <a:extLst>
                <a:ext uri="{FF2B5EF4-FFF2-40B4-BE49-F238E27FC236}">
                  <a16:creationId xmlns:a16="http://schemas.microsoft.com/office/drawing/2014/main" id="{371CAEB9-FFB9-44AB-4F44-A3AA4F5FF5C9}"/>
                </a:ext>
              </a:extLst>
            </p:cNvPr>
            <p:cNvSpPr txBox="1"/>
            <p:nvPr/>
          </p:nvSpPr>
          <p:spPr>
            <a:xfrm>
              <a:off x="0" y="-47625"/>
              <a:ext cx="64877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>
            <a:extLst>
              <a:ext uri="{FF2B5EF4-FFF2-40B4-BE49-F238E27FC236}">
                <a16:creationId xmlns:a16="http://schemas.microsoft.com/office/drawing/2014/main" id="{CED457DA-57AD-950E-9551-385AA6277987}"/>
              </a:ext>
            </a:extLst>
          </p:cNvPr>
          <p:cNvGrpSpPr/>
          <p:nvPr/>
        </p:nvGrpSpPr>
        <p:grpSpPr>
          <a:xfrm>
            <a:off x="1028700" y="3172188"/>
            <a:ext cx="7124437" cy="6086112"/>
            <a:chOff x="0" y="-47625"/>
            <a:chExt cx="2041934" cy="1744339"/>
          </a:xfrm>
        </p:grpSpPr>
        <p:sp>
          <p:nvSpPr>
            <p:cNvPr id="182" name="Google Shape;182;p14">
              <a:extLst>
                <a:ext uri="{FF2B5EF4-FFF2-40B4-BE49-F238E27FC236}">
                  <a16:creationId xmlns:a16="http://schemas.microsoft.com/office/drawing/2014/main" id="{D090EA79-80E4-9917-F226-27C6D619696A}"/>
                </a:ext>
              </a:extLst>
            </p:cNvPr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4">
              <a:extLst>
                <a:ext uri="{FF2B5EF4-FFF2-40B4-BE49-F238E27FC236}">
                  <a16:creationId xmlns:a16="http://schemas.microsoft.com/office/drawing/2014/main" id="{82056A03-E4B3-DAAD-89F1-09F574E6CF49}"/>
                </a:ext>
              </a:extLst>
            </p:cNvPr>
            <p:cNvSpPr txBox="1"/>
            <p:nvPr/>
          </p:nvSpPr>
          <p:spPr>
            <a:xfrm>
              <a:off x="0" y="-47625"/>
              <a:ext cx="2041934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>
            <a:extLst>
              <a:ext uri="{FF2B5EF4-FFF2-40B4-BE49-F238E27FC236}">
                <a16:creationId xmlns:a16="http://schemas.microsoft.com/office/drawing/2014/main" id="{FD0049C4-8099-FC5B-1EF3-0775750A60C8}"/>
              </a:ext>
            </a:extLst>
          </p:cNvPr>
          <p:cNvGrpSpPr/>
          <p:nvPr/>
        </p:nvGrpSpPr>
        <p:grpSpPr>
          <a:xfrm>
            <a:off x="8438887" y="3172188"/>
            <a:ext cx="8820413" cy="2984971"/>
            <a:chOff x="0" y="-47625"/>
            <a:chExt cx="2528017" cy="855522"/>
          </a:xfrm>
        </p:grpSpPr>
        <p:sp>
          <p:nvSpPr>
            <p:cNvPr id="185" name="Google Shape;185;p14">
              <a:extLst>
                <a:ext uri="{FF2B5EF4-FFF2-40B4-BE49-F238E27FC236}">
                  <a16:creationId xmlns:a16="http://schemas.microsoft.com/office/drawing/2014/main" id="{A664FD0F-AE44-ED87-D0F0-91BED6E40AA7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4">
              <a:extLst>
                <a:ext uri="{FF2B5EF4-FFF2-40B4-BE49-F238E27FC236}">
                  <a16:creationId xmlns:a16="http://schemas.microsoft.com/office/drawing/2014/main" id="{2CABCC6A-C061-17CE-983F-6E6C450B7968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4">
            <a:extLst>
              <a:ext uri="{FF2B5EF4-FFF2-40B4-BE49-F238E27FC236}">
                <a16:creationId xmlns:a16="http://schemas.microsoft.com/office/drawing/2014/main" id="{91A4450B-2AD8-8AB0-C321-F97A12AAC490}"/>
              </a:ext>
            </a:extLst>
          </p:cNvPr>
          <p:cNvGrpSpPr/>
          <p:nvPr/>
        </p:nvGrpSpPr>
        <p:grpSpPr>
          <a:xfrm>
            <a:off x="8438887" y="6273329"/>
            <a:ext cx="8820413" cy="2984971"/>
            <a:chOff x="0" y="-47625"/>
            <a:chExt cx="2528017" cy="855522"/>
          </a:xfrm>
        </p:grpSpPr>
        <p:sp>
          <p:nvSpPr>
            <p:cNvPr id="188" name="Google Shape;188;p14">
              <a:extLst>
                <a:ext uri="{FF2B5EF4-FFF2-40B4-BE49-F238E27FC236}">
                  <a16:creationId xmlns:a16="http://schemas.microsoft.com/office/drawing/2014/main" id="{EA65D756-E8ED-1875-0A9C-3B779B663567}"/>
                </a:ext>
              </a:extLst>
            </p:cNvPr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4">
              <a:extLst>
                <a:ext uri="{FF2B5EF4-FFF2-40B4-BE49-F238E27FC236}">
                  <a16:creationId xmlns:a16="http://schemas.microsoft.com/office/drawing/2014/main" id="{B704C03E-965E-A153-0F04-8B48BD2C3BE4}"/>
                </a:ext>
              </a:extLst>
            </p:cNvPr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14">
            <a:extLst>
              <a:ext uri="{FF2B5EF4-FFF2-40B4-BE49-F238E27FC236}">
                <a16:creationId xmlns:a16="http://schemas.microsoft.com/office/drawing/2014/main" id="{0FED0486-4CAF-817A-6E20-33E137106D4A}"/>
              </a:ext>
            </a:extLst>
          </p:cNvPr>
          <p:cNvGrpSpPr/>
          <p:nvPr/>
        </p:nvGrpSpPr>
        <p:grpSpPr>
          <a:xfrm>
            <a:off x="1322595" y="4288798"/>
            <a:ext cx="3268294" cy="763121"/>
            <a:chOff x="0" y="-47625"/>
            <a:chExt cx="484380" cy="239857"/>
          </a:xfrm>
        </p:grpSpPr>
        <p:sp>
          <p:nvSpPr>
            <p:cNvPr id="191" name="Google Shape;191;p14">
              <a:extLst>
                <a:ext uri="{FF2B5EF4-FFF2-40B4-BE49-F238E27FC236}">
                  <a16:creationId xmlns:a16="http://schemas.microsoft.com/office/drawing/2014/main" id="{E78A716A-0804-02FE-4C24-432C766871A3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4">
              <a:extLst>
                <a:ext uri="{FF2B5EF4-FFF2-40B4-BE49-F238E27FC236}">
                  <a16:creationId xmlns:a16="http://schemas.microsoft.com/office/drawing/2014/main" id="{7B896BE2-CB51-161B-4F22-6F58909035AB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4">
            <a:extLst>
              <a:ext uri="{FF2B5EF4-FFF2-40B4-BE49-F238E27FC236}">
                <a16:creationId xmlns:a16="http://schemas.microsoft.com/office/drawing/2014/main" id="{26517D48-AF0C-3245-1E2B-29E5B63769D5}"/>
              </a:ext>
            </a:extLst>
          </p:cNvPr>
          <p:cNvGrpSpPr/>
          <p:nvPr/>
        </p:nvGrpSpPr>
        <p:grpSpPr>
          <a:xfrm>
            <a:off x="1322594" y="5007276"/>
            <a:ext cx="3268293" cy="763121"/>
            <a:chOff x="0" y="-47625"/>
            <a:chExt cx="484380" cy="239857"/>
          </a:xfrm>
        </p:grpSpPr>
        <p:sp>
          <p:nvSpPr>
            <p:cNvPr id="197" name="Google Shape;197;p14">
              <a:extLst>
                <a:ext uri="{FF2B5EF4-FFF2-40B4-BE49-F238E27FC236}">
                  <a16:creationId xmlns:a16="http://schemas.microsoft.com/office/drawing/2014/main" id="{7E2E2C26-D46F-B417-6069-67F3E9E06514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4">
              <a:extLst>
                <a:ext uri="{FF2B5EF4-FFF2-40B4-BE49-F238E27FC236}">
                  <a16:creationId xmlns:a16="http://schemas.microsoft.com/office/drawing/2014/main" id="{C96B4A91-5360-5874-725A-140E7ABF329F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2" name="Google Shape;202;p14">
            <a:extLst>
              <a:ext uri="{FF2B5EF4-FFF2-40B4-BE49-F238E27FC236}">
                <a16:creationId xmlns:a16="http://schemas.microsoft.com/office/drawing/2014/main" id="{806B3C2C-8F7D-9CFC-A34E-C74659B7B85B}"/>
              </a:ext>
            </a:extLst>
          </p:cNvPr>
          <p:cNvGrpSpPr/>
          <p:nvPr/>
        </p:nvGrpSpPr>
        <p:grpSpPr>
          <a:xfrm>
            <a:off x="1295913" y="5796994"/>
            <a:ext cx="3268292" cy="763121"/>
            <a:chOff x="0" y="-47625"/>
            <a:chExt cx="484380" cy="239857"/>
          </a:xfrm>
        </p:grpSpPr>
        <p:sp>
          <p:nvSpPr>
            <p:cNvPr id="203" name="Google Shape;203;p14">
              <a:extLst>
                <a:ext uri="{FF2B5EF4-FFF2-40B4-BE49-F238E27FC236}">
                  <a16:creationId xmlns:a16="http://schemas.microsoft.com/office/drawing/2014/main" id="{0BD66BFF-7B77-F4AA-408D-0C304FB3438E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>
              <a:extLst>
                <a:ext uri="{FF2B5EF4-FFF2-40B4-BE49-F238E27FC236}">
                  <a16:creationId xmlns:a16="http://schemas.microsoft.com/office/drawing/2014/main" id="{36EE80CB-C9FA-C872-429D-3EF3F61F4726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4">
            <a:extLst>
              <a:ext uri="{FF2B5EF4-FFF2-40B4-BE49-F238E27FC236}">
                <a16:creationId xmlns:a16="http://schemas.microsoft.com/office/drawing/2014/main" id="{AEF52647-F93C-3AB7-7C4E-122F3F1CBC23}"/>
              </a:ext>
            </a:extLst>
          </p:cNvPr>
          <p:cNvGrpSpPr/>
          <p:nvPr/>
        </p:nvGrpSpPr>
        <p:grpSpPr>
          <a:xfrm>
            <a:off x="1306551" y="6568438"/>
            <a:ext cx="3250264" cy="763121"/>
            <a:chOff x="0" y="-47625"/>
            <a:chExt cx="484380" cy="239857"/>
          </a:xfrm>
        </p:grpSpPr>
        <p:sp>
          <p:nvSpPr>
            <p:cNvPr id="209" name="Google Shape;209;p14">
              <a:extLst>
                <a:ext uri="{FF2B5EF4-FFF2-40B4-BE49-F238E27FC236}">
                  <a16:creationId xmlns:a16="http://schemas.microsoft.com/office/drawing/2014/main" id="{A7F52A43-45DC-A378-1C30-BEC7271F7EE7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4">
              <a:extLst>
                <a:ext uri="{FF2B5EF4-FFF2-40B4-BE49-F238E27FC236}">
                  <a16:creationId xmlns:a16="http://schemas.microsoft.com/office/drawing/2014/main" id="{F6BFC199-1C92-161F-D85B-C13F0A8BE4E2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4">
            <a:extLst>
              <a:ext uri="{FF2B5EF4-FFF2-40B4-BE49-F238E27FC236}">
                <a16:creationId xmlns:a16="http://schemas.microsoft.com/office/drawing/2014/main" id="{1E497908-D5EE-D9CA-2FFE-7FC17CB3716F}"/>
              </a:ext>
            </a:extLst>
          </p:cNvPr>
          <p:cNvGrpSpPr/>
          <p:nvPr/>
        </p:nvGrpSpPr>
        <p:grpSpPr>
          <a:xfrm>
            <a:off x="1348695" y="7317720"/>
            <a:ext cx="3268291" cy="763121"/>
            <a:chOff x="0" y="-47625"/>
            <a:chExt cx="484380" cy="239857"/>
          </a:xfrm>
        </p:grpSpPr>
        <p:sp>
          <p:nvSpPr>
            <p:cNvPr id="215" name="Google Shape;215;p14">
              <a:extLst>
                <a:ext uri="{FF2B5EF4-FFF2-40B4-BE49-F238E27FC236}">
                  <a16:creationId xmlns:a16="http://schemas.microsoft.com/office/drawing/2014/main" id="{9A7E3AEC-0337-7C3F-1F7E-78BE0F016721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4">
              <a:extLst>
                <a:ext uri="{FF2B5EF4-FFF2-40B4-BE49-F238E27FC236}">
                  <a16:creationId xmlns:a16="http://schemas.microsoft.com/office/drawing/2014/main" id="{E8B3B34F-D856-28E6-FCC1-56CF815796BF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14">
            <a:extLst>
              <a:ext uri="{FF2B5EF4-FFF2-40B4-BE49-F238E27FC236}">
                <a16:creationId xmlns:a16="http://schemas.microsoft.com/office/drawing/2014/main" id="{93B46534-CB52-2351-B430-A18FDA71732B}"/>
              </a:ext>
            </a:extLst>
          </p:cNvPr>
          <p:cNvGrpSpPr/>
          <p:nvPr/>
        </p:nvGrpSpPr>
        <p:grpSpPr>
          <a:xfrm>
            <a:off x="1399713" y="8126917"/>
            <a:ext cx="3250264" cy="763121"/>
            <a:chOff x="0" y="-47625"/>
            <a:chExt cx="484380" cy="239857"/>
          </a:xfrm>
        </p:grpSpPr>
        <p:sp>
          <p:nvSpPr>
            <p:cNvPr id="221" name="Google Shape;221;p14">
              <a:extLst>
                <a:ext uri="{FF2B5EF4-FFF2-40B4-BE49-F238E27FC236}">
                  <a16:creationId xmlns:a16="http://schemas.microsoft.com/office/drawing/2014/main" id="{04B260F9-BBCB-80B0-2600-AB7D86F223B2}"/>
                </a:ext>
              </a:extLst>
            </p:cNvPr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4">
              <a:extLst>
                <a:ext uri="{FF2B5EF4-FFF2-40B4-BE49-F238E27FC236}">
                  <a16:creationId xmlns:a16="http://schemas.microsoft.com/office/drawing/2014/main" id="{D93D9252-27E6-B255-A1A0-AB5D83DAD508}"/>
                </a:ext>
              </a:extLst>
            </p:cNvPr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14">
            <a:extLst>
              <a:ext uri="{FF2B5EF4-FFF2-40B4-BE49-F238E27FC236}">
                <a16:creationId xmlns:a16="http://schemas.microsoft.com/office/drawing/2014/main" id="{1C035C16-A138-E5F2-7577-284B61847731}"/>
              </a:ext>
            </a:extLst>
          </p:cNvPr>
          <p:cNvSpPr txBox="1"/>
          <p:nvPr/>
        </p:nvSpPr>
        <p:spPr>
          <a:xfrm>
            <a:off x="4764504" y="1433494"/>
            <a:ext cx="10716127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dirty="0">
                <a:latin typeface="Concert One"/>
                <a:ea typeface="Concert One"/>
                <a:cs typeface="Concert One"/>
                <a:sym typeface="Concert One"/>
              </a:rPr>
              <a:t>HARI PERTAMA 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29" name="Google Shape;229;p14">
            <a:extLst>
              <a:ext uri="{FF2B5EF4-FFF2-40B4-BE49-F238E27FC236}">
                <a16:creationId xmlns:a16="http://schemas.microsoft.com/office/drawing/2014/main" id="{AD2AF66B-8000-6DAD-2E20-655A0F39550C}"/>
              </a:ext>
            </a:extLst>
          </p:cNvPr>
          <p:cNvSpPr txBox="1"/>
          <p:nvPr/>
        </p:nvSpPr>
        <p:spPr>
          <a:xfrm>
            <a:off x="1632373" y="1534718"/>
            <a:ext cx="10563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 dirty="0">
                <a:latin typeface="Concert One"/>
                <a:ea typeface="Concert One"/>
                <a:cs typeface="Concert One"/>
                <a:sym typeface="Concert One"/>
              </a:rPr>
              <a:t>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1" name="Google Shape;231;p14">
            <a:extLst>
              <a:ext uri="{FF2B5EF4-FFF2-40B4-BE49-F238E27FC236}">
                <a16:creationId xmlns:a16="http://schemas.microsoft.com/office/drawing/2014/main" id="{B747792C-4036-95EB-62FC-BC0896094580}"/>
              </a:ext>
            </a:extLst>
          </p:cNvPr>
          <p:cNvSpPr txBox="1"/>
          <p:nvPr/>
        </p:nvSpPr>
        <p:spPr>
          <a:xfrm>
            <a:off x="1632350" y="1233957"/>
            <a:ext cx="10563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 dirty="0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DAY</a:t>
            </a:r>
            <a:endParaRPr dirty="0"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232;p14">
            <a:extLst>
              <a:ext uri="{FF2B5EF4-FFF2-40B4-BE49-F238E27FC236}">
                <a16:creationId xmlns:a16="http://schemas.microsoft.com/office/drawing/2014/main" id="{02779E1E-76EE-71D5-2692-8F9D05D5AB47}"/>
              </a:ext>
            </a:extLst>
          </p:cNvPr>
          <p:cNvSpPr txBox="1"/>
          <p:nvPr/>
        </p:nvSpPr>
        <p:spPr>
          <a:xfrm>
            <a:off x="1564339" y="384395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Urutan</a:t>
            </a: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Daily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5" name="Google Shape;235;p14">
            <a:extLst>
              <a:ext uri="{FF2B5EF4-FFF2-40B4-BE49-F238E27FC236}">
                <a16:creationId xmlns:a16="http://schemas.microsoft.com/office/drawing/2014/main" id="{2D03622A-BB8A-1AF7-5B24-2DA0C3C543FB}"/>
              </a:ext>
            </a:extLst>
          </p:cNvPr>
          <p:cNvSpPr txBox="1"/>
          <p:nvPr/>
        </p:nvSpPr>
        <p:spPr>
          <a:xfrm>
            <a:off x="1553463" y="4658089"/>
            <a:ext cx="2806557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1.Buat Folder Project</a:t>
            </a:r>
            <a:endParaRPr sz="2000" dirty="0"/>
          </a:p>
        </p:txBody>
      </p:sp>
      <p:sp>
        <p:nvSpPr>
          <p:cNvPr id="236" name="Google Shape;236;p14">
            <a:extLst>
              <a:ext uri="{FF2B5EF4-FFF2-40B4-BE49-F238E27FC236}">
                <a16:creationId xmlns:a16="http://schemas.microsoft.com/office/drawing/2014/main" id="{4D015054-BF64-5609-01E3-B6768FAF5D81}"/>
              </a:ext>
            </a:extLst>
          </p:cNvPr>
          <p:cNvSpPr txBox="1"/>
          <p:nvPr/>
        </p:nvSpPr>
        <p:spPr>
          <a:xfrm>
            <a:off x="1524224" y="5340167"/>
            <a:ext cx="280655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2.Jadikan Git Repo</a:t>
            </a:r>
            <a:endParaRPr sz="2000" dirty="0"/>
          </a:p>
        </p:txBody>
      </p:sp>
      <p:sp>
        <p:nvSpPr>
          <p:cNvPr id="237" name="Google Shape;237;p14">
            <a:extLst>
              <a:ext uri="{FF2B5EF4-FFF2-40B4-BE49-F238E27FC236}">
                <a16:creationId xmlns:a16="http://schemas.microsoft.com/office/drawing/2014/main" id="{3854C3E1-32A9-CC5A-C02E-AE3F29323162}"/>
              </a:ext>
            </a:extLst>
          </p:cNvPr>
          <p:cNvSpPr txBox="1"/>
          <p:nvPr/>
        </p:nvSpPr>
        <p:spPr>
          <a:xfrm>
            <a:off x="1553462" y="6165017"/>
            <a:ext cx="2806556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3.Buat .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gitignore</a:t>
            </a:r>
            <a:endParaRPr sz="2000" dirty="0"/>
          </a:p>
        </p:txBody>
      </p:sp>
      <p:sp>
        <p:nvSpPr>
          <p:cNvPr id="238" name="Google Shape;238;p14">
            <a:extLst>
              <a:ext uri="{FF2B5EF4-FFF2-40B4-BE49-F238E27FC236}">
                <a16:creationId xmlns:a16="http://schemas.microsoft.com/office/drawing/2014/main" id="{3499F191-B6C4-AB10-2290-6DF60E3DE29A}"/>
              </a:ext>
            </a:extLst>
          </p:cNvPr>
          <p:cNvSpPr txBox="1"/>
          <p:nvPr/>
        </p:nvSpPr>
        <p:spPr>
          <a:xfrm>
            <a:off x="1572385" y="6952182"/>
            <a:ext cx="26781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4.BuatREADME</a:t>
            </a:r>
            <a:endParaRPr sz="2000" dirty="0"/>
          </a:p>
        </p:txBody>
      </p:sp>
      <p:sp>
        <p:nvSpPr>
          <p:cNvPr id="239" name="Google Shape;239;p14">
            <a:extLst>
              <a:ext uri="{FF2B5EF4-FFF2-40B4-BE49-F238E27FC236}">
                <a16:creationId xmlns:a16="http://schemas.microsoft.com/office/drawing/2014/main" id="{72CF8017-21AC-9FDE-E187-D7567E50A9F6}"/>
              </a:ext>
            </a:extLst>
          </p:cNvPr>
          <p:cNvSpPr txBox="1"/>
          <p:nvPr/>
        </p:nvSpPr>
        <p:spPr>
          <a:xfrm>
            <a:off x="1564339" y="7677420"/>
            <a:ext cx="2678168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5.Hubungkan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</a:t>
            </a: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000" dirty="0"/>
          </a:p>
        </p:txBody>
      </p:sp>
      <p:sp>
        <p:nvSpPr>
          <p:cNvPr id="240" name="Google Shape;240;p14">
            <a:extLst>
              <a:ext uri="{FF2B5EF4-FFF2-40B4-BE49-F238E27FC236}">
                <a16:creationId xmlns:a16="http://schemas.microsoft.com/office/drawing/2014/main" id="{A13723C4-3FFE-566E-B4D3-CBF2B851A34B}"/>
              </a:ext>
            </a:extLst>
          </p:cNvPr>
          <p:cNvSpPr txBox="1"/>
          <p:nvPr/>
        </p:nvSpPr>
        <p:spPr>
          <a:xfrm>
            <a:off x="1572385" y="8430818"/>
            <a:ext cx="2842794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6.Commit &amp; push </a:t>
            </a:r>
            <a:r>
              <a:rPr lang="en-US" sz="2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endParaRPr sz="2000" dirty="0"/>
          </a:p>
        </p:txBody>
      </p:sp>
      <p:sp>
        <p:nvSpPr>
          <p:cNvPr id="257" name="Google Shape;257;p14">
            <a:extLst>
              <a:ext uri="{FF2B5EF4-FFF2-40B4-BE49-F238E27FC236}">
                <a16:creationId xmlns:a16="http://schemas.microsoft.com/office/drawing/2014/main" id="{260B6634-BA60-CAEA-CDF5-8CE00210408F}"/>
              </a:ext>
            </a:extLst>
          </p:cNvPr>
          <p:cNvSpPr txBox="1"/>
          <p:nvPr/>
        </p:nvSpPr>
        <p:spPr>
          <a:xfrm>
            <a:off x="9822543" y="4439584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" name="Google Shape;257;p14">
            <a:extLst>
              <a:ext uri="{FF2B5EF4-FFF2-40B4-BE49-F238E27FC236}">
                <a16:creationId xmlns:a16="http://schemas.microsoft.com/office/drawing/2014/main" id="{0EE3E748-3E4E-B78A-3107-965EA44F0B3B}"/>
              </a:ext>
            </a:extLst>
          </p:cNvPr>
          <p:cNvSpPr txBox="1"/>
          <p:nvPr/>
        </p:nvSpPr>
        <p:spPr>
          <a:xfrm>
            <a:off x="8438887" y="678294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Folder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7" name="Google Shape;257;p14">
            <a:extLst>
              <a:ext uri="{FF2B5EF4-FFF2-40B4-BE49-F238E27FC236}">
                <a16:creationId xmlns:a16="http://schemas.microsoft.com/office/drawing/2014/main" id="{B6DD535D-81BB-28D5-CE30-7E1E4AB0E3F6}"/>
              </a:ext>
            </a:extLst>
          </p:cNvPr>
          <p:cNvSpPr txBox="1"/>
          <p:nvPr/>
        </p:nvSpPr>
        <p:spPr>
          <a:xfrm>
            <a:off x="13901225" y="6752785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9" name="Google Shape;257;p14">
            <a:extLst>
              <a:ext uri="{FF2B5EF4-FFF2-40B4-BE49-F238E27FC236}">
                <a16:creationId xmlns:a16="http://schemas.microsoft.com/office/drawing/2014/main" id="{A0B75014-CAED-9CA8-2FA7-DA578ED855B9}"/>
              </a:ext>
            </a:extLst>
          </p:cNvPr>
          <p:cNvSpPr txBox="1"/>
          <p:nvPr/>
        </p:nvSpPr>
        <p:spPr>
          <a:xfrm>
            <a:off x="13901226" y="8288979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 HUB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1" name="Google Shape;257;p14">
            <a:extLst>
              <a:ext uri="{FF2B5EF4-FFF2-40B4-BE49-F238E27FC236}">
                <a16:creationId xmlns:a16="http://schemas.microsoft.com/office/drawing/2014/main" id="{8936D899-8754-E5E3-C709-5B7A3217B334}"/>
              </a:ext>
            </a:extLst>
          </p:cNvPr>
          <p:cNvSpPr txBox="1"/>
          <p:nvPr/>
        </p:nvSpPr>
        <p:spPr>
          <a:xfrm>
            <a:off x="8283301" y="8303597"/>
            <a:ext cx="2823412" cy="393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React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CCFDF825-DABC-8D5A-3E58-E41C94207F64}"/>
              </a:ext>
            </a:extLst>
          </p:cNvPr>
          <p:cNvSpPr/>
          <p:nvPr/>
        </p:nvSpPr>
        <p:spPr>
          <a:xfrm>
            <a:off x="12092558" y="6737606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7629C8E2-5D65-6D08-7051-50BC3EEAA18C}"/>
              </a:ext>
            </a:extLst>
          </p:cNvPr>
          <p:cNvSpPr/>
          <p:nvPr/>
        </p:nvSpPr>
        <p:spPr>
          <a:xfrm>
            <a:off x="15070615" y="7124596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14" name="Arrow: Left 13">
            <a:extLst>
              <a:ext uri="{FF2B5EF4-FFF2-40B4-BE49-F238E27FC236}">
                <a16:creationId xmlns:a16="http://schemas.microsoft.com/office/drawing/2014/main" id="{382D7FD4-D417-9AB2-9D8F-AE1AF44A115A}"/>
              </a:ext>
            </a:extLst>
          </p:cNvPr>
          <p:cNvSpPr/>
          <p:nvPr/>
        </p:nvSpPr>
        <p:spPr>
          <a:xfrm>
            <a:off x="12140051" y="8212919"/>
            <a:ext cx="978408" cy="48463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90372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90DA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20"/>
          <p:cNvGrpSpPr/>
          <p:nvPr/>
        </p:nvGrpSpPr>
        <p:grpSpPr>
          <a:xfrm>
            <a:off x="1010227" y="4726104"/>
            <a:ext cx="5226008" cy="4532196"/>
            <a:chOff x="0" y="-47625"/>
            <a:chExt cx="1497825" cy="1298972"/>
          </a:xfrm>
        </p:grpSpPr>
        <p:sp>
          <p:nvSpPr>
            <p:cNvPr id="374" name="Google Shape;374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0"/>
          <p:cNvGrpSpPr/>
          <p:nvPr/>
        </p:nvGrpSpPr>
        <p:grpSpPr>
          <a:xfrm>
            <a:off x="6530996" y="4726104"/>
            <a:ext cx="5226008" cy="4532196"/>
            <a:chOff x="0" y="-47625"/>
            <a:chExt cx="1497825" cy="1298972"/>
          </a:xfrm>
        </p:grpSpPr>
        <p:sp>
          <p:nvSpPr>
            <p:cNvPr id="377" name="Google Shape;377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" name="Google Shape;379;p20"/>
          <p:cNvGrpSpPr/>
          <p:nvPr/>
        </p:nvGrpSpPr>
        <p:grpSpPr>
          <a:xfrm>
            <a:off x="12033292" y="4726104"/>
            <a:ext cx="5226008" cy="4532196"/>
            <a:chOff x="0" y="-47625"/>
            <a:chExt cx="1497825" cy="1298972"/>
          </a:xfrm>
        </p:grpSpPr>
        <p:sp>
          <p:nvSpPr>
            <p:cNvPr id="380" name="Google Shape;380;p20"/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/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" name="Google Shape;382;p20"/>
          <p:cNvGrpSpPr/>
          <p:nvPr/>
        </p:nvGrpSpPr>
        <p:grpSpPr>
          <a:xfrm>
            <a:off x="1028700" y="862532"/>
            <a:ext cx="8115385" cy="2190094"/>
            <a:chOff x="0" y="-47625"/>
            <a:chExt cx="2325925" cy="627696"/>
          </a:xfrm>
        </p:grpSpPr>
        <p:sp>
          <p:nvSpPr>
            <p:cNvPr id="383" name="Google Shape;383;p20"/>
            <p:cNvSpPr/>
            <p:nvPr/>
          </p:nvSpPr>
          <p:spPr>
            <a:xfrm>
              <a:off x="0" y="0"/>
              <a:ext cx="2325925" cy="580071"/>
            </a:xfrm>
            <a:custGeom>
              <a:avLst/>
              <a:gdLst/>
              <a:ahLst/>
              <a:cxnLst/>
              <a:rect l="l" t="t" r="r" b="b"/>
              <a:pathLst>
                <a:path w="2325925" h="580071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551451"/>
                  </a:lnTo>
                  <a:cubicBezTo>
                    <a:pt x="2325925" y="567258"/>
                    <a:pt x="2313111" y="580071"/>
                    <a:pt x="2297305" y="580071"/>
                  </a:cubicBezTo>
                  <a:lnTo>
                    <a:pt x="28620" y="580071"/>
                  </a:lnTo>
                  <a:cubicBezTo>
                    <a:pt x="12813" y="580071"/>
                    <a:pt x="0" y="567258"/>
                    <a:pt x="0" y="551451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/>
            <p:cNvSpPr txBox="1"/>
            <p:nvPr/>
          </p:nvSpPr>
          <p:spPr>
            <a:xfrm>
              <a:off x="0" y="-47625"/>
              <a:ext cx="2325925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20"/>
          <p:cNvGrpSpPr/>
          <p:nvPr/>
        </p:nvGrpSpPr>
        <p:grpSpPr>
          <a:xfrm>
            <a:off x="9429750" y="862533"/>
            <a:ext cx="7829550" cy="2190072"/>
            <a:chOff x="0" y="-47625"/>
            <a:chExt cx="2244026" cy="627696"/>
          </a:xfrm>
        </p:grpSpPr>
        <p:sp>
          <p:nvSpPr>
            <p:cNvPr id="386" name="Google Shape;386;p20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8" name="Google Shape;388;p20"/>
          <p:cNvSpPr txBox="1"/>
          <p:nvPr/>
        </p:nvSpPr>
        <p:spPr>
          <a:xfrm>
            <a:off x="2573139" y="1653128"/>
            <a:ext cx="5026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89" name="Google Shape;389;p20"/>
          <p:cNvSpPr txBox="1"/>
          <p:nvPr/>
        </p:nvSpPr>
        <p:spPr>
          <a:xfrm>
            <a:off x="10081055" y="1837787"/>
            <a:ext cx="6526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 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390" name="Google Shape;390;p20"/>
          <p:cNvGrpSpPr/>
          <p:nvPr/>
        </p:nvGrpSpPr>
        <p:grpSpPr>
          <a:xfrm>
            <a:off x="1010227" y="3167711"/>
            <a:ext cx="5226008" cy="1452959"/>
            <a:chOff x="0" y="-47625"/>
            <a:chExt cx="1497825" cy="416432"/>
          </a:xfrm>
        </p:grpSpPr>
        <p:sp>
          <p:nvSpPr>
            <p:cNvPr id="391" name="Google Shape;391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20"/>
          <p:cNvGrpSpPr/>
          <p:nvPr/>
        </p:nvGrpSpPr>
        <p:grpSpPr>
          <a:xfrm>
            <a:off x="6521856" y="3167711"/>
            <a:ext cx="5226008" cy="1452959"/>
            <a:chOff x="0" y="-47625"/>
            <a:chExt cx="1497825" cy="416432"/>
          </a:xfrm>
        </p:grpSpPr>
        <p:sp>
          <p:nvSpPr>
            <p:cNvPr id="394" name="Google Shape;394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/>
          <p:cNvGrpSpPr/>
          <p:nvPr/>
        </p:nvGrpSpPr>
        <p:grpSpPr>
          <a:xfrm>
            <a:off x="12033292" y="3167711"/>
            <a:ext cx="5226008" cy="1452959"/>
            <a:chOff x="0" y="-47625"/>
            <a:chExt cx="1497825" cy="416432"/>
          </a:xfrm>
        </p:grpSpPr>
        <p:sp>
          <p:nvSpPr>
            <p:cNvPr id="397" name="Google Shape;397;p20"/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/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0"/>
          <p:cNvSpPr txBox="1"/>
          <p:nvPr/>
        </p:nvSpPr>
        <p:spPr>
          <a:xfrm>
            <a:off x="1422359" y="3677054"/>
            <a:ext cx="440174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1.Buat Folder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0" name="Google Shape;400;p20"/>
          <p:cNvSpPr txBox="1"/>
          <p:nvPr/>
        </p:nvSpPr>
        <p:spPr>
          <a:xfrm>
            <a:off x="6643780" y="3454054"/>
            <a:ext cx="4982159" cy="110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2.Jadikan Folder Git Repo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1" name="Google Shape;401;p20"/>
          <p:cNvSpPr txBox="1"/>
          <p:nvPr/>
        </p:nvSpPr>
        <p:spPr>
          <a:xfrm>
            <a:off x="12368218" y="3700339"/>
            <a:ext cx="455603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3.Buat File .</a:t>
            </a:r>
            <a:r>
              <a:rPr lang="en-US" sz="3599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gitignore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2" name="Google Shape;402;p20"/>
          <p:cNvSpPr txBox="1"/>
          <p:nvPr/>
        </p:nvSpPr>
        <p:spPr>
          <a:xfrm>
            <a:off x="1588525" y="6146400"/>
            <a:ext cx="4069500" cy="184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Buka Terminal</a:t>
            </a:r>
          </a:p>
          <a:p>
            <a:pPr marL="514350" indent="-514350">
              <a:lnSpc>
                <a:spcPct val="115000"/>
              </a:lnSpc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Buka Git bash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 err="1">
                <a:latin typeface="Barlow"/>
                <a:ea typeface="Barlow"/>
                <a:cs typeface="Barlow"/>
                <a:sym typeface="Barlow"/>
              </a:rPr>
              <a:t>Mkdir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 fullstack-30hari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Cd fullstack-30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Hari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" name="Google Shape;402;p20">
            <a:extLst>
              <a:ext uri="{FF2B5EF4-FFF2-40B4-BE49-F238E27FC236}">
                <a16:creationId xmlns:a16="http://schemas.microsoft.com/office/drawing/2014/main" id="{A366B5EC-5BD2-6334-EC90-97A9A96A458C}"/>
              </a:ext>
            </a:extLst>
          </p:cNvPr>
          <p:cNvSpPr txBox="1"/>
          <p:nvPr/>
        </p:nvSpPr>
        <p:spPr>
          <a:xfrm>
            <a:off x="6955428" y="6189439"/>
            <a:ext cx="4069500" cy="184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Buka Terminal</a:t>
            </a:r>
          </a:p>
          <a:p>
            <a:pPr marL="514350" lvl="0" indent="-514350">
              <a:lnSpc>
                <a:spcPct val="115000"/>
              </a:lnSpc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Init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Status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Cd fullstack-30</a:t>
            </a: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Hari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" name="Google Shape;402;p20">
            <a:extLst>
              <a:ext uri="{FF2B5EF4-FFF2-40B4-BE49-F238E27FC236}">
                <a16:creationId xmlns:a16="http://schemas.microsoft.com/office/drawing/2014/main" id="{6742F08E-0CF9-4583-2E84-BB5AB804B4D3}"/>
              </a:ext>
            </a:extLst>
          </p:cNvPr>
          <p:cNvSpPr txBox="1"/>
          <p:nvPr/>
        </p:nvSpPr>
        <p:spPr>
          <a:xfrm>
            <a:off x="12611484" y="6071950"/>
            <a:ext cx="4069500" cy="1782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Buat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File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Didalam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project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Isinya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ID" sz="2800" dirty="0" err="1"/>
              <a:t>node_modules</a:t>
            </a:r>
            <a:r>
              <a:rPr lang="en-ID" sz="2800" dirty="0"/>
              <a:t>/ </a:t>
            </a:r>
            <a:r>
              <a:rPr lang="en-ID" sz="2800" dirty="0" err="1"/>
              <a:t>dist</a:t>
            </a:r>
            <a:r>
              <a:rPr lang="en-ID" sz="2800" dirty="0"/>
              <a:t>/ .env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F90DA"/>
        </a:solidFill>
        <a:effectLst/>
      </p:bgPr>
    </p:bg>
    <p:spTree>
      <p:nvGrpSpPr>
        <p:cNvPr id="1" name="Shape 372">
          <a:extLst>
            <a:ext uri="{FF2B5EF4-FFF2-40B4-BE49-F238E27FC236}">
              <a16:creationId xmlns:a16="http://schemas.microsoft.com/office/drawing/2014/main" id="{7D0596A4-DB57-7CD4-506F-F4927B6A3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oogle Shape;373;p20">
            <a:extLst>
              <a:ext uri="{FF2B5EF4-FFF2-40B4-BE49-F238E27FC236}">
                <a16:creationId xmlns:a16="http://schemas.microsoft.com/office/drawing/2014/main" id="{FCCDFE77-CCF4-4610-5EF8-D7FCD1D29981}"/>
              </a:ext>
            </a:extLst>
          </p:cNvPr>
          <p:cNvGrpSpPr/>
          <p:nvPr/>
        </p:nvGrpSpPr>
        <p:grpSpPr>
          <a:xfrm>
            <a:off x="1010227" y="4726104"/>
            <a:ext cx="5226008" cy="4532196"/>
            <a:chOff x="0" y="-47625"/>
            <a:chExt cx="1497825" cy="1298972"/>
          </a:xfrm>
        </p:grpSpPr>
        <p:sp>
          <p:nvSpPr>
            <p:cNvPr id="374" name="Google Shape;374;p20">
              <a:extLst>
                <a:ext uri="{FF2B5EF4-FFF2-40B4-BE49-F238E27FC236}">
                  <a16:creationId xmlns:a16="http://schemas.microsoft.com/office/drawing/2014/main" id="{6628337B-809F-C6F6-C0ED-28182FF05A86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0">
              <a:extLst>
                <a:ext uri="{FF2B5EF4-FFF2-40B4-BE49-F238E27FC236}">
                  <a16:creationId xmlns:a16="http://schemas.microsoft.com/office/drawing/2014/main" id="{0895297F-81D4-9161-87E3-981DC5DF5703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0">
            <a:extLst>
              <a:ext uri="{FF2B5EF4-FFF2-40B4-BE49-F238E27FC236}">
                <a16:creationId xmlns:a16="http://schemas.microsoft.com/office/drawing/2014/main" id="{B1153F2F-7B2E-FFB9-02FA-4C596915B202}"/>
              </a:ext>
            </a:extLst>
          </p:cNvPr>
          <p:cNvGrpSpPr/>
          <p:nvPr/>
        </p:nvGrpSpPr>
        <p:grpSpPr>
          <a:xfrm>
            <a:off x="6530996" y="4726104"/>
            <a:ext cx="5226008" cy="4532196"/>
            <a:chOff x="0" y="-47625"/>
            <a:chExt cx="1497825" cy="1298972"/>
          </a:xfrm>
        </p:grpSpPr>
        <p:sp>
          <p:nvSpPr>
            <p:cNvPr id="377" name="Google Shape;377;p20">
              <a:extLst>
                <a:ext uri="{FF2B5EF4-FFF2-40B4-BE49-F238E27FC236}">
                  <a16:creationId xmlns:a16="http://schemas.microsoft.com/office/drawing/2014/main" id="{9FFF24B9-9351-B73B-4313-8A248F5A6610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0">
              <a:extLst>
                <a:ext uri="{FF2B5EF4-FFF2-40B4-BE49-F238E27FC236}">
                  <a16:creationId xmlns:a16="http://schemas.microsoft.com/office/drawing/2014/main" id="{B55687CC-4043-466E-CCFB-942982D9738B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9" name="Google Shape;379;p20">
            <a:extLst>
              <a:ext uri="{FF2B5EF4-FFF2-40B4-BE49-F238E27FC236}">
                <a16:creationId xmlns:a16="http://schemas.microsoft.com/office/drawing/2014/main" id="{A65DB7DC-4215-E425-8FCA-60A84CC448AD}"/>
              </a:ext>
            </a:extLst>
          </p:cNvPr>
          <p:cNvGrpSpPr/>
          <p:nvPr/>
        </p:nvGrpSpPr>
        <p:grpSpPr>
          <a:xfrm>
            <a:off x="12033292" y="4726104"/>
            <a:ext cx="5226008" cy="4532196"/>
            <a:chOff x="0" y="-47625"/>
            <a:chExt cx="1497825" cy="1298972"/>
          </a:xfrm>
        </p:grpSpPr>
        <p:sp>
          <p:nvSpPr>
            <p:cNvPr id="380" name="Google Shape;380;p20">
              <a:extLst>
                <a:ext uri="{FF2B5EF4-FFF2-40B4-BE49-F238E27FC236}">
                  <a16:creationId xmlns:a16="http://schemas.microsoft.com/office/drawing/2014/main" id="{33BC94B4-502D-C1A5-3831-E11241A9A769}"/>
                </a:ext>
              </a:extLst>
            </p:cNvPr>
            <p:cNvSpPr/>
            <p:nvPr/>
          </p:nvSpPr>
          <p:spPr>
            <a:xfrm>
              <a:off x="0" y="0"/>
              <a:ext cx="1497825" cy="1251347"/>
            </a:xfrm>
            <a:custGeom>
              <a:avLst/>
              <a:gdLst/>
              <a:ahLst/>
              <a:cxnLst/>
              <a:rect l="l" t="t" r="r" b="b"/>
              <a:pathLst>
                <a:path w="1497825" h="125134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1206904"/>
                  </a:lnTo>
                  <a:cubicBezTo>
                    <a:pt x="1497825" y="1218691"/>
                    <a:pt x="1493143" y="1229995"/>
                    <a:pt x="1484808" y="1238330"/>
                  </a:cubicBezTo>
                  <a:cubicBezTo>
                    <a:pt x="1476474" y="1246665"/>
                    <a:pt x="1465169" y="1251347"/>
                    <a:pt x="1453383" y="1251347"/>
                  </a:cubicBezTo>
                  <a:lnTo>
                    <a:pt x="44443" y="1251347"/>
                  </a:lnTo>
                  <a:cubicBezTo>
                    <a:pt x="32656" y="1251347"/>
                    <a:pt x="21352" y="1246665"/>
                    <a:pt x="13017" y="1238330"/>
                  </a:cubicBezTo>
                  <a:cubicBezTo>
                    <a:pt x="4682" y="1229995"/>
                    <a:pt x="0" y="1218691"/>
                    <a:pt x="0" y="1206904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20">
              <a:extLst>
                <a:ext uri="{FF2B5EF4-FFF2-40B4-BE49-F238E27FC236}">
                  <a16:creationId xmlns:a16="http://schemas.microsoft.com/office/drawing/2014/main" id="{A7BCF0AA-3FFB-3F3B-28A8-0F7ACD9443B5}"/>
                </a:ext>
              </a:extLst>
            </p:cNvPr>
            <p:cNvSpPr txBox="1"/>
            <p:nvPr/>
          </p:nvSpPr>
          <p:spPr>
            <a:xfrm>
              <a:off x="0" y="-47625"/>
              <a:ext cx="1497825" cy="12989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2" name="Google Shape;382;p20">
            <a:extLst>
              <a:ext uri="{FF2B5EF4-FFF2-40B4-BE49-F238E27FC236}">
                <a16:creationId xmlns:a16="http://schemas.microsoft.com/office/drawing/2014/main" id="{C407C03C-6ECD-D8DA-D1F4-D7B9CF6588AA}"/>
              </a:ext>
            </a:extLst>
          </p:cNvPr>
          <p:cNvGrpSpPr/>
          <p:nvPr/>
        </p:nvGrpSpPr>
        <p:grpSpPr>
          <a:xfrm>
            <a:off x="1028700" y="862532"/>
            <a:ext cx="8115385" cy="2190094"/>
            <a:chOff x="0" y="-47625"/>
            <a:chExt cx="2325925" cy="627696"/>
          </a:xfrm>
        </p:grpSpPr>
        <p:sp>
          <p:nvSpPr>
            <p:cNvPr id="383" name="Google Shape;383;p20">
              <a:extLst>
                <a:ext uri="{FF2B5EF4-FFF2-40B4-BE49-F238E27FC236}">
                  <a16:creationId xmlns:a16="http://schemas.microsoft.com/office/drawing/2014/main" id="{6D066462-BAFD-F8FA-9681-29B5051D3198}"/>
                </a:ext>
              </a:extLst>
            </p:cNvPr>
            <p:cNvSpPr/>
            <p:nvPr/>
          </p:nvSpPr>
          <p:spPr>
            <a:xfrm>
              <a:off x="0" y="0"/>
              <a:ext cx="2325925" cy="580071"/>
            </a:xfrm>
            <a:custGeom>
              <a:avLst/>
              <a:gdLst/>
              <a:ahLst/>
              <a:cxnLst/>
              <a:rect l="l" t="t" r="r" b="b"/>
              <a:pathLst>
                <a:path w="2325925" h="580071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551451"/>
                  </a:lnTo>
                  <a:cubicBezTo>
                    <a:pt x="2325925" y="567258"/>
                    <a:pt x="2313111" y="580071"/>
                    <a:pt x="2297305" y="580071"/>
                  </a:cubicBezTo>
                  <a:lnTo>
                    <a:pt x="28620" y="580071"/>
                  </a:lnTo>
                  <a:cubicBezTo>
                    <a:pt x="12813" y="580071"/>
                    <a:pt x="0" y="567258"/>
                    <a:pt x="0" y="551451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20">
              <a:extLst>
                <a:ext uri="{FF2B5EF4-FFF2-40B4-BE49-F238E27FC236}">
                  <a16:creationId xmlns:a16="http://schemas.microsoft.com/office/drawing/2014/main" id="{ED22AF82-4001-93B9-E70D-484B49A5C88C}"/>
                </a:ext>
              </a:extLst>
            </p:cNvPr>
            <p:cNvSpPr txBox="1"/>
            <p:nvPr/>
          </p:nvSpPr>
          <p:spPr>
            <a:xfrm>
              <a:off x="0" y="-47625"/>
              <a:ext cx="2325925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5" name="Google Shape;385;p20">
            <a:extLst>
              <a:ext uri="{FF2B5EF4-FFF2-40B4-BE49-F238E27FC236}">
                <a16:creationId xmlns:a16="http://schemas.microsoft.com/office/drawing/2014/main" id="{89778A5F-6F17-62A1-5036-EECC8D121FD7}"/>
              </a:ext>
            </a:extLst>
          </p:cNvPr>
          <p:cNvGrpSpPr/>
          <p:nvPr/>
        </p:nvGrpSpPr>
        <p:grpSpPr>
          <a:xfrm>
            <a:off x="9429750" y="862533"/>
            <a:ext cx="7829550" cy="2190072"/>
            <a:chOff x="0" y="-47625"/>
            <a:chExt cx="2244026" cy="627696"/>
          </a:xfrm>
        </p:grpSpPr>
        <p:sp>
          <p:nvSpPr>
            <p:cNvPr id="386" name="Google Shape;386;p20">
              <a:extLst>
                <a:ext uri="{FF2B5EF4-FFF2-40B4-BE49-F238E27FC236}">
                  <a16:creationId xmlns:a16="http://schemas.microsoft.com/office/drawing/2014/main" id="{F4BFAD28-4801-E428-08F2-20EE40D89A4E}"/>
                </a:ext>
              </a:extLst>
            </p:cNvPr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>
              <a:extLst>
                <a:ext uri="{FF2B5EF4-FFF2-40B4-BE49-F238E27FC236}">
                  <a16:creationId xmlns:a16="http://schemas.microsoft.com/office/drawing/2014/main" id="{492EB0F0-625B-6F92-189A-9A2C255E4737}"/>
                </a:ext>
              </a:extLst>
            </p:cNvPr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8" name="Google Shape;388;p20">
            <a:extLst>
              <a:ext uri="{FF2B5EF4-FFF2-40B4-BE49-F238E27FC236}">
                <a16:creationId xmlns:a16="http://schemas.microsoft.com/office/drawing/2014/main" id="{93F12044-CB83-E1C8-64F6-EEAE53783F3A}"/>
              </a:ext>
            </a:extLst>
          </p:cNvPr>
          <p:cNvSpPr txBox="1"/>
          <p:nvPr/>
        </p:nvSpPr>
        <p:spPr>
          <a:xfrm>
            <a:off x="2573139" y="1653128"/>
            <a:ext cx="5026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 dirty="0" err="1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Tahapan</a:t>
            </a:r>
            <a:r>
              <a:rPr lang="en-US" sz="7500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 1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89" name="Google Shape;389;p20">
            <a:extLst>
              <a:ext uri="{FF2B5EF4-FFF2-40B4-BE49-F238E27FC236}">
                <a16:creationId xmlns:a16="http://schemas.microsoft.com/office/drawing/2014/main" id="{EE2109DC-17FD-DFFE-7881-9893A8089F37}"/>
              </a:ext>
            </a:extLst>
          </p:cNvPr>
          <p:cNvSpPr txBox="1"/>
          <p:nvPr/>
        </p:nvSpPr>
        <p:spPr>
          <a:xfrm>
            <a:off x="10081055" y="1837787"/>
            <a:ext cx="6526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Set up Project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grpSp>
        <p:nvGrpSpPr>
          <p:cNvPr id="390" name="Google Shape;390;p20">
            <a:extLst>
              <a:ext uri="{FF2B5EF4-FFF2-40B4-BE49-F238E27FC236}">
                <a16:creationId xmlns:a16="http://schemas.microsoft.com/office/drawing/2014/main" id="{E911473A-7CB8-D053-5404-06DC3412B22C}"/>
              </a:ext>
            </a:extLst>
          </p:cNvPr>
          <p:cNvGrpSpPr/>
          <p:nvPr/>
        </p:nvGrpSpPr>
        <p:grpSpPr>
          <a:xfrm>
            <a:off x="1010227" y="3167711"/>
            <a:ext cx="5226008" cy="1452959"/>
            <a:chOff x="0" y="-47625"/>
            <a:chExt cx="1497825" cy="416432"/>
          </a:xfrm>
        </p:grpSpPr>
        <p:sp>
          <p:nvSpPr>
            <p:cNvPr id="391" name="Google Shape;391;p20">
              <a:extLst>
                <a:ext uri="{FF2B5EF4-FFF2-40B4-BE49-F238E27FC236}">
                  <a16:creationId xmlns:a16="http://schemas.microsoft.com/office/drawing/2014/main" id="{E40B5538-A37F-9849-3EF3-6B943EB0BAF1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FF6F61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0">
              <a:extLst>
                <a:ext uri="{FF2B5EF4-FFF2-40B4-BE49-F238E27FC236}">
                  <a16:creationId xmlns:a16="http://schemas.microsoft.com/office/drawing/2014/main" id="{C8A0E4F9-94CF-D43F-CAFE-5B9626EB3850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3" name="Google Shape;393;p20">
            <a:extLst>
              <a:ext uri="{FF2B5EF4-FFF2-40B4-BE49-F238E27FC236}">
                <a16:creationId xmlns:a16="http://schemas.microsoft.com/office/drawing/2014/main" id="{6F23DFEC-62F4-4DBF-C513-152FC6EFB90F}"/>
              </a:ext>
            </a:extLst>
          </p:cNvPr>
          <p:cNvGrpSpPr/>
          <p:nvPr/>
        </p:nvGrpSpPr>
        <p:grpSpPr>
          <a:xfrm>
            <a:off x="6521856" y="3167711"/>
            <a:ext cx="5226008" cy="1452959"/>
            <a:chOff x="0" y="-47625"/>
            <a:chExt cx="1497825" cy="416432"/>
          </a:xfrm>
        </p:grpSpPr>
        <p:sp>
          <p:nvSpPr>
            <p:cNvPr id="394" name="Google Shape;394;p20">
              <a:extLst>
                <a:ext uri="{FF2B5EF4-FFF2-40B4-BE49-F238E27FC236}">
                  <a16:creationId xmlns:a16="http://schemas.microsoft.com/office/drawing/2014/main" id="{B34B5361-CA13-1C97-E6E0-BCA377CF903F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0">
              <a:extLst>
                <a:ext uri="{FF2B5EF4-FFF2-40B4-BE49-F238E27FC236}">
                  <a16:creationId xmlns:a16="http://schemas.microsoft.com/office/drawing/2014/main" id="{3B86DFA1-A5A3-9E9E-CDCE-D74D89BCEAFA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20">
            <a:extLst>
              <a:ext uri="{FF2B5EF4-FFF2-40B4-BE49-F238E27FC236}">
                <a16:creationId xmlns:a16="http://schemas.microsoft.com/office/drawing/2014/main" id="{D6DCFF85-BE6D-57BA-3402-7B317BB0CB26}"/>
              </a:ext>
            </a:extLst>
          </p:cNvPr>
          <p:cNvGrpSpPr/>
          <p:nvPr/>
        </p:nvGrpSpPr>
        <p:grpSpPr>
          <a:xfrm>
            <a:off x="12033292" y="3167711"/>
            <a:ext cx="5226008" cy="1452959"/>
            <a:chOff x="0" y="-47625"/>
            <a:chExt cx="1497825" cy="416432"/>
          </a:xfrm>
        </p:grpSpPr>
        <p:sp>
          <p:nvSpPr>
            <p:cNvPr id="397" name="Google Shape;397;p20">
              <a:extLst>
                <a:ext uri="{FF2B5EF4-FFF2-40B4-BE49-F238E27FC236}">
                  <a16:creationId xmlns:a16="http://schemas.microsoft.com/office/drawing/2014/main" id="{7F0DFEFD-538B-C6A2-4DB4-1353F20AFDD0}"/>
                </a:ext>
              </a:extLst>
            </p:cNvPr>
            <p:cNvSpPr/>
            <p:nvPr/>
          </p:nvSpPr>
          <p:spPr>
            <a:xfrm>
              <a:off x="0" y="0"/>
              <a:ext cx="1497825" cy="368807"/>
            </a:xfrm>
            <a:custGeom>
              <a:avLst/>
              <a:gdLst/>
              <a:ahLst/>
              <a:cxnLst/>
              <a:rect l="l" t="t" r="r" b="b"/>
              <a:pathLst>
                <a:path w="1497825" h="368807" extrusionOk="0">
                  <a:moveTo>
                    <a:pt x="44443" y="0"/>
                  </a:moveTo>
                  <a:lnTo>
                    <a:pt x="1453383" y="0"/>
                  </a:lnTo>
                  <a:cubicBezTo>
                    <a:pt x="1477928" y="0"/>
                    <a:pt x="1497825" y="19898"/>
                    <a:pt x="1497825" y="44443"/>
                  </a:cubicBezTo>
                  <a:lnTo>
                    <a:pt x="1497825" y="324365"/>
                  </a:lnTo>
                  <a:cubicBezTo>
                    <a:pt x="1497825" y="348910"/>
                    <a:pt x="1477928" y="368807"/>
                    <a:pt x="1453383" y="368807"/>
                  </a:cubicBezTo>
                  <a:lnTo>
                    <a:pt x="44443" y="368807"/>
                  </a:lnTo>
                  <a:cubicBezTo>
                    <a:pt x="32656" y="368807"/>
                    <a:pt x="21352" y="364125"/>
                    <a:pt x="13017" y="355790"/>
                  </a:cubicBezTo>
                  <a:cubicBezTo>
                    <a:pt x="4682" y="347456"/>
                    <a:pt x="0" y="336152"/>
                    <a:pt x="0" y="324365"/>
                  </a:cubicBezTo>
                  <a:lnTo>
                    <a:pt x="0" y="44443"/>
                  </a:lnTo>
                  <a:cubicBezTo>
                    <a:pt x="0" y="32656"/>
                    <a:pt x="4682" y="21352"/>
                    <a:pt x="13017" y="13017"/>
                  </a:cubicBezTo>
                  <a:cubicBezTo>
                    <a:pt x="21352" y="4682"/>
                    <a:pt x="32656" y="0"/>
                    <a:pt x="44443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>
              <a:extLst>
                <a:ext uri="{FF2B5EF4-FFF2-40B4-BE49-F238E27FC236}">
                  <a16:creationId xmlns:a16="http://schemas.microsoft.com/office/drawing/2014/main" id="{66047DC9-0AF5-A02F-7ED2-43F0441D81DE}"/>
                </a:ext>
              </a:extLst>
            </p:cNvPr>
            <p:cNvSpPr txBox="1"/>
            <p:nvPr/>
          </p:nvSpPr>
          <p:spPr>
            <a:xfrm>
              <a:off x="0" y="-47625"/>
              <a:ext cx="14978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0">
            <a:extLst>
              <a:ext uri="{FF2B5EF4-FFF2-40B4-BE49-F238E27FC236}">
                <a16:creationId xmlns:a16="http://schemas.microsoft.com/office/drawing/2014/main" id="{A3495EB2-E8CA-9877-C331-D5CAC1DCA296}"/>
              </a:ext>
            </a:extLst>
          </p:cNvPr>
          <p:cNvSpPr txBox="1"/>
          <p:nvPr/>
        </p:nvSpPr>
        <p:spPr>
          <a:xfrm>
            <a:off x="1422359" y="3677054"/>
            <a:ext cx="440174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dirty="0">
                <a:latin typeface="Concert One"/>
                <a:ea typeface="Concert One"/>
                <a:cs typeface="Concert One"/>
                <a:sym typeface="Concert One"/>
              </a:rPr>
              <a:t>4</a:t>
            </a: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.Buat File README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0" name="Google Shape;400;p20">
            <a:extLst>
              <a:ext uri="{FF2B5EF4-FFF2-40B4-BE49-F238E27FC236}">
                <a16:creationId xmlns:a16="http://schemas.microsoft.com/office/drawing/2014/main" id="{12448255-FBF3-515F-7EEA-C946419A29BF}"/>
              </a:ext>
            </a:extLst>
          </p:cNvPr>
          <p:cNvSpPr txBox="1"/>
          <p:nvPr/>
        </p:nvSpPr>
        <p:spPr>
          <a:xfrm>
            <a:off x="6643780" y="3454054"/>
            <a:ext cx="4982159" cy="1107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5.Hubungkan Dengan GitHub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1" name="Google Shape;401;p20">
            <a:extLst>
              <a:ext uri="{FF2B5EF4-FFF2-40B4-BE49-F238E27FC236}">
                <a16:creationId xmlns:a16="http://schemas.microsoft.com/office/drawing/2014/main" id="{3ACA7627-AA32-6AFA-908B-4B242F8D5630}"/>
              </a:ext>
            </a:extLst>
          </p:cNvPr>
          <p:cNvSpPr txBox="1"/>
          <p:nvPr/>
        </p:nvSpPr>
        <p:spPr>
          <a:xfrm>
            <a:off x="12368218" y="3700339"/>
            <a:ext cx="4556033" cy="553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dirty="0">
                <a:latin typeface="Concert One"/>
                <a:ea typeface="Concert One"/>
                <a:cs typeface="Concert One"/>
                <a:sym typeface="Concert One"/>
              </a:rPr>
              <a:t>6</a:t>
            </a:r>
            <a:r>
              <a:rPr lang="en-US" sz="3599" i="0" u="none" strike="noStrike" cap="none" dirty="0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.Commit &amp; Push</a:t>
            </a:r>
            <a:endParaRPr dirty="0"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02" name="Google Shape;402;p20">
            <a:extLst>
              <a:ext uri="{FF2B5EF4-FFF2-40B4-BE49-F238E27FC236}">
                <a16:creationId xmlns:a16="http://schemas.microsoft.com/office/drawing/2014/main" id="{6231F309-2A86-1AFD-480D-57CAB248EB40}"/>
              </a:ext>
            </a:extLst>
          </p:cNvPr>
          <p:cNvSpPr txBox="1"/>
          <p:nvPr/>
        </p:nvSpPr>
        <p:spPr>
          <a:xfrm>
            <a:off x="1588480" y="5373917"/>
            <a:ext cx="4069500" cy="92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 Dengan Target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ketentuan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" name="Google Shape;402;p20">
            <a:extLst>
              <a:ext uri="{FF2B5EF4-FFF2-40B4-BE49-F238E27FC236}">
                <a16:creationId xmlns:a16="http://schemas.microsoft.com/office/drawing/2014/main" id="{7D8A5033-1C18-B8CC-6ABA-BA4543EABA2B}"/>
              </a:ext>
            </a:extLst>
          </p:cNvPr>
          <p:cNvSpPr txBox="1"/>
          <p:nvPr/>
        </p:nvSpPr>
        <p:spPr>
          <a:xfrm>
            <a:off x="6955428" y="5373917"/>
            <a:ext cx="4069500" cy="920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Remote File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dengan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github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5" name="Google Shape;402;p20">
            <a:extLst>
              <a:ext uri="{FF2B5EF4-FFF2-40B4-BE49-F238E27FC236}">
                <a16:creationId xmlns:a16="http://schemas.microsoft.com/office/drawing/2014/main" id="{D413CCA7-A8D9-D34C-2006-C755456887C5}"/>
              </a:ext>
            </a:extLst>
          </p:cNvPr>
          <p:cNvSpPr txBox="1"/>
          <p:nvPr/>
        </p:nvSpPr>
        <p:spPr>
          <a:xfrm>
            <a:off x="12538355" y="5293259"/>
            <a:ext cx="4069500" cy="2300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Status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add .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Git commit –m “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isi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  <a:r>
              <a:rPr lang="en-US" sz="2600" i="0" u="none" strike="noStrike" cap="none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komen</a:t>
            </a:r>
            <a:r>
              <a:rPr lang="en-US" sz="2600" i="0" u="none" strike="noStrike" cap="none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”</a:t>
            </a:r>
          </a:p>
          <a:p>
            <a:pPr marL="514350" marR="0" lvl="0" indent="-5143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2600" dirty="0">
                <a:latin typeface="Barlow"/>
                <a:ea typeface="Barlow"/>
                <a:cs typeface="Barlow"/>
                <a:sym typeface="Barlow"/>
              </a:rPr>
              <a:t>Git push origin main</a:t>
            </a:r>
            <a:endParaRPr lang="en-US" sz="2600" i="0" u="none" strike="noStrike" cap="none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  <p:extLst>
      <p:ext uri="{BB962C8B-B14F-4D97-AF65-F5344CB8AC3E}">
        <p14:creationId xmlns:p14="http://schemas.microsoft.com/office/powerpoint/2010/main" val="3570704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Google Shape;279;p16"/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280" name="Google Shape;280;p16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16"/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" name="Google Shape;282;p16"/>
          <p:cNvGrpSpPr/>
          <p:nvPr/>
        </p:nvGrpSpPr>
        <p:grpSpPr>
          <a:xfrm>
            <a:off x="9144000" y="5852293"/>
            <a:ext cx="8115300" cy="1452959"/>
            <a:chOff x="0" y="-47625"/>
            <a:chExt cx="2325925" cy="416432"/>
          </a:xfrm>
        </p:grpSpPr>
        <p:sp>
          <p:nvSpPr>
            <p:cNvPr id="283" name="Google Shape;283;p16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6"/>
            <p:cNvSpPr txBox="1"/>
            <p:nvPr/>
          </p:nvSpPr>
          <p:spPr>
            <a:xfrm>
              <a:off x="0" y="-47625"/>
              <a:ext cx="23259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5" name="Google Shape;285;p16"/>
          <p:cNvSpPr/>
          <p:nvPr/>
        </p:nvSpPr>
        <p:spPr>
          <a:xfrm>
            <a:off x="1028700" y="1028700"/>
            <a:ext cx="7137308" cy="8229600"/>
          </a:xfrm>
          <a:custGeom>
            <a:avLst/>
            <a:gdLst/>
            <a:ahLst/>
            <a:cxnLst/>
            <a:rect l="l" t="t" r="r" b="b"/>
            <a:pathLst>
              <a:path w="7137308" h="8229600" extrusionOk="0">
                <a:moveTo>
                  <a:pt x="0" y="0"/>
                </a:moveTo>
                <a:lnTo>
                  <a:pt x="7137308" y="0"/>
                </a:lnTo>
                <a:lnTo>
                  <a:pt x="7137308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86" name="Google Shape;286;p16"/>
          <p:cNvSpPr txBox="1"/>
          <p:nvPr/>
        </p:nvSpPr>
        <p:spPr>
          <a:xfrm>
            <a:off x="9554960" y="3584003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READING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87" name="Google Shape;287;p16"/>
          <p:cNvSpPr txBox="1"/>
          <p:nvPr/>
        </p:nvSpPr>
        <p:spPr>
          <a:xfrm>
            <a:off x="11082255" y="6380091"/>
            <a:ext cx="4238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Let’s explore stories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61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Google Shape;266;p15"/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267" name="Google Shape;267;p15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5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9" name="Google Shape;269;p15"/>
          <p:cNvGrpSpPr/>
          <p:nvPr/>
        </p:nvGrpSpPr>
        <p:grpSpPr>
          <a:xfrm>
            <a:off x="1028700" y="3172188"/>
            <a:ext cx="7829550" cy="6086112"/>
            <a:chOff x="0" y="-47625"/>
            <a:chExt cx="2244026" cy="1744339"/>
          </a:xfrm>
        </p:grpSpPr>
        <p:sp>
          <p:nvSpPr>
            <p:cNvPr id="270" name="Google Shape;270;p15"/>
            <p:cNvSpPr/>
            <p:nvPr/>
          </p:nvSpPr>
          <p:spPr>
            <a:xfrm>
              <a:off x="0" y="0"/>
              <a:ext cx="2244026" cy="1696714"/>
            </a:xfrm>
            <a:custGeom>
              <a:avLst/>
              <a:gdLst/>
              <a:ahLst/>
              <a:cxnLst/>
              <a:rect l="l" t="t" r="r" b="b"/>
              <a:pathLst>
                <a:path w="2244026" h="1696714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1667050"/>
                  </a:lnTo>
                  <a:cubicBezTo>
                    <a:pt x="2244026" y="1674918"/>
                    <a:pt x="2240901" y="1682463"/>
                    <a:pt x="2235338" y="1688026"/>
                  </a:cubicBezTo>
                  <a:cubicBezTo>
                    <a:pt x="2229774" y="1693589"/>
                    <a:pt x="2222229" y="1696714"/>
                    <a:pt x="2214362" y="1696714"/>
                  </a:cubicBezTo>
                  <a:lnTo>
                    <a:pt x="29664" y="1696714"/>
                  </a:lnTo>
                  <a:cubicBezTo>
                    <a:pt x="21797" y="1696714"/>
                    <a:pt x="14252" y="1693589"/>
                    <a:pt x="8688" y="1688026"/>
                  </a:cubicBezTo>
                  <a:cubicBezTo>
                    <a:pt x="3125" y="1682463"/>
                    <a:pt x="0" y="1674918"/>
                    <a:pt x="0" y="1667050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5"/>
            <p:cNvSpPr txBox="1"/>
            <p:nvPr/>
          </p:nvSpPr>
          <p:spPr>
            <a:xfrm>
              <a:off x="0" y="-47625"/>
              <a:ext cx="2244026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73" name="Google Shape;273;p15"/>
          <p:cNvSpPr txBox="1"/>
          <p:nvPr/>
        </p:nvSpPr>
        <p:spPr>
          <a:xfrm>
            <a:off x="1556250" y="1567850"/>
            <a:ext cx="6774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warm up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74" name="Google Shape;274;p15"/>
          <p:cNvSpPr txBox="1"/>
          <p:nvPr/>
        </p:nvSpPr>
        <p:spPr>
          <a:xfrm>
            <a:off x="2095753" y="4682018"/>
            <a:ext cx="5695500" cy="31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Add a short physical or interactive activity to help students get ready for the day. You can include a timer or visual elements, too.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DD7F4F4-EC00-26AF-BAD8-B98E6624CB87}"/>
              </a:ext>
            </a:extLst>
          </p:cNvPr>
          <p:cNvPicPr>
            <a:picLocks noGrp="1" noChangeAspect="1"/>
          </p:cNvPicPr>
          <p:nvPr>
            <p:ph type="pic" idx="2"/>
          </p:nvPr>
        </p:nvPicPr>
        <p:blipFill>
          <a:blip r:embed="rId2"/>
          <a:srcRect t="3870" b="3870"/>
          <a:stretch>
            <a:fillRect/>
          </a:stretch>
        </p:blipFill>
        <p:spPr>
          <a:prstGeom prst="roundRect">
            <a:avLst>
              <a:gd name="adj" fmla="val 4796"/>
            </a:avLst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3098691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2" name="Google Shape;292;p17"/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293" name="Google Shape;293;p17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43D374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17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17"/>
          <p:cNvGrpSpPr/>
          <p:nvPr/>
        </p:nvGrpSpPr>
        <p:grpSpPr>
          <a:xfrm>
            <a:off x="9144000" y="862533"/>
            <a:ext cx="8115300" cy="3533225"/>
            <a:chOff x="0" y="-47625"/>
            <a:chExt cx="2325925" cy="1012657"/>
          </a:xfrm>
        </p:grpSpPr>
        <p:sp>
          <p:nvSpPr>
            <p:cNvPr id="296" name="Google Shape;296;p17"/>
            <p:cNvSpPr/>
            <p:nvPr/>
          </p:nvSpPr>
          <p:spPr>
            <a:xfrm>
              <a:off x="0" y="0"/>
              <a:ext cx="2325925" cy="965032"/>
            </a:xfrm>
            <a:custGeom>
              <a:avLst/>
              <a:gdLst/>
              <a:ahLst/>
              <a:cxnLst/>
              <a:rect l="l" t="t" r="r" b="b"/>
              <a:pathLst>
                <a:path w="2325925" h="965032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936412"/>
                  </a:lnTo>
                  <a:cubicBezTo>
                    <a:pt x="2325925" y="952218"/>
                    <a:pt x="2313111" y="965032"/>
                    <a:pt x="2297305" y="965032"/>
                  </a:cubicBezTo>
                  <a:lnTo>
                    <a:pt x="28620" y="965032"/>
                  </a:lnTo>
                  <a:cubicBezTo>
                    <a:pt x="12813" y="965032"/>
                    <a:pt x="0" y="952218"/>
                    <a:pt x="0" y="936412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17"/>
            <p:cNvSpPr txBox="1"/>
            <p:nvPr/>
          </p:nvSpPr>
          <p:spPr>
            <a:xfrm>
              <a:off x="0" y="-47625"/>
              <a:ext cx="2325925" cy="101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17"/>
          <p:cNvGrpSpPr/>
          <p:nvPr/>
        </p:nvGrpSpPr>
        <p:grpSpPr>
          <a:xfrm>
            <a:off x="9144000" y="4515341"/>
            <a:ext cx="8115300" cy="4742959"/>
            <a:chOff x="0" y="-47625"/>
            <a:chExt cx="2325925" cy="1359379"/>
          </a:xfrm>
        </p:grpSpPr>
        <p:sp>
          <p:nvSpPr>
            <p:cNvPr id="299" name="Google Shape;299;p17"/>
            <p:cNvSpPr/>
            <p:nvPr/>
          </p:nvSpPr>
          <p:spPr>
            <a:xfrm>
              <a:off x="0" y="0"/>
              <a:ext cx="2325925" cy="1311754"/>
            </a:xfrm>
            <a:custGeom>
              <a:avLst/>
              <a:gdLst/>
              <a:ahLst/>
              <a:cxnLst/>
              <a:rect l="l" t="t" r="r" b="b"/>
              <a:pathLst>
                <a:path w="2325925" h="1311754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283134"/>
                  </a:lnTo>
                  <a:cubicBezTo>
                    <a:pt x="2325925" y="1298940"/>
                    <a:pt x="2313111" y="1311754"/>
                    <a:pt x="2297305" y="1311754"/>
                  </a:cubicBezTo>
                  <a:lnTo>
                    <a:pt x="28620" y="1311754"/>
                  </a:lnTo>
                  <a:cubicBezTo>
                    <a:pt x="12813" y="1311754"/>
                    <a:pt x="0" y="1298940"/>
                    <a:pt x="0" y="1283134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17"/>
            <p:cNvSpPr txBox="1"/>
            <p:nvPr/>
          </p:nvSpPr>
          <p:spPr>
            <a:xfrm>
              <a:off x="0" y="-47625"/>
              <a:ext cx="2325925" cy="13593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1" name="Google Shape;301;p17"/>
          <p:cNvSpPr/>
          <p:nvPr/>
        </p:nvSpPr>
        <p:spPr>
          <a:xfrm>
            <a:off x="1028700" y="3338355"/>
            <a:ext cx="7829550" cy="5919945"/>
          </a:xfrm>
          <a:custGeom>
            <a:avLst/>
            <a:gdLst/>
            <a:ahLst/>
            <a:cxnLst/>
            <a:rect l="l" t="t" r="r" b="b"/>
            <a:pathLst>
              <a:path w="1213002" h="917154" extrusionOk="0">
                <a:moveTo>
                  <a:pt x="29664" y="0"/>
                </a:moveTo>
                <a:lnTo>
                  <a:pt x="1183338" y="0"/>
                </a:lnTo>
                <a:cubicBezTo>
                  <a:pt x="1191205" y="0"/>
                  <a:pt x="1198751" y="3125"/>
                  <a:pt x="1204314" y="8688"/>
                </a:cubicBezTo>
                <a:cubicBezTo>
                  <a:pt x="1209877" y="14252"/>
                  <a:pt x="1213002" y="21797"/>
                  <a:pt x="1213002" y="29664"/>
                </a:cubicBezTo>
                <a:lnTo>
                  <a:pt x="1213002" y="887490"/>
                </a:lnTo>
                <a:cubicBezTo>
                  <a:pt x="1213002" y="895358"/>
                  <a:pt x="1209877" y="902903"/>
                  <a:pt x="1204314" y="908466"/>
                </a:cubicBezTo>
                <a:cubicBezTo>
                  <a:pt x="1198751" y="914029"/>
                  <a:pt x="1191205" y="917154"/>
                  <a:pt x="1183338" y="917154"/>
                </a:cubicBezTo>
                <a:lnTo>
                  <a:pt x="29664" y="917154"/>
                </a:lnTo>
                <a:cubicBezTo>
                  <a:pt x="21797" y="917154"/>
                  <a:pt x="14252" y="914029"/>
                  <a:pt x="8688" y="908466"/>
                </a:cubicBezTo>
                <a:cubicBezTo>
                  <a:pt x="3125" y="902903"/>
                  <a:pt x="0" y="895358"/>
                  <a:pt x="0" y="887490"/>
                </a:cubicBezTo>
                <a:lnTo>
                  <a:pt x="0" y="29664"/>
                </a:lnTo>
                <a:cubicBezTo>
                  <a:pt x="0" y="21797"/>
                  <a:pt x="3125" y="14252"/>
                  <a:pt x="8688" y="8688"/>
                </a:cubicBezTo>
                <a:cubicBezTo>
                  <a:pt x="14252" y="3125"/>
                  <a:pt x="21797" y="0"/>
                  <a:pt x="29664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6635" r="-14826" b="-7229"/>
            </a:stretch>
          </a:blipFill>
          <a:ln w="8572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7"/>
          <p:cNvSpPr txBox="1"/>
          <p:nvPr/>
        </p:nvSpPr>
        <p:spPr>
          <a:xfrm>
            <a:off x="9715500" y="2065583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New words: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03" name="Google Shape;303;p17"/>
          <p:cNvSpPr txBox="1"/>
          <p:nvPr/>
        </p:nvSpPr>
        <p:spPr>
          <a:xfrm>
            <a:off x="9715500" y="5864336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think: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04" name="Google Shape;304;p17"/>
          <p:cNvSpPr/>
          <p:nvPr/>
        </p:nvSpPr>
        <p:spPr>
          <a:xfrm>
            <a:off x="14935945" y="5867478"/>
            <a:ext cx="1751855" cy="2204852"/>
          </a:xfrm>
          <a:custGeom>
            <a:avLst/>
            <a:gdLst/>
            <a:ahLst/>
            <a:cxnLst/>
            <a:rect l="l" t="t" r="r" b="b"/>
            <a:pathLst>
              <a:path w="1751855" h="2204852" extrusionOk="0">
                <a:moveTo>
                  <a:pt x="0" y="0"/>
                </a:moveTo>
                <a:lnTo>
                  <a:pt x="1751855" y="0"/>
                </a:lnTo>
                <a:lnTo>
                  <a:pt x="1751855" y="2204852"/>
                </a:lnTo>
                <a:lnTo>
                  <a:pt x="0" y="22048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05" name="Google Shape;305;p17"/>
          <p:cNvSpPr/>
          <p:nvPr/>
        </p:nvSpPr>
        <p:spPr>
          <a:xfrm rot="-1463991">
            <a:off x="14791189" y="1969913"/>
            <a:ext cx="2041367" cy="1484631"/>
          </a:xfrm>
          <a:custGeom>
            <a:avLst/>
            <a:gdLst/>
            <a:ahLst/>
            <a:cxnLst/>
            <a:rect l="l" t="t" r="r" b="b"/>
            <a:pathLst>
              <a:path w="2041367" h="1484631" extrusionOk="0">
                <a:moveTo>
                  <a:pt x="0" y="0"/>
                </a:moveTo>
                <a:lnTo>
                  <a:pt x="2041367" y="0"/>
                </a:lnTo>
                <a:lnTo>
                  <a:pt x="2041367" y="1484631"/>
                </a:lnTo>
                <a:lnTo>
                  <a:pt x="0" y="14846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06" name="Google Shape;306;p17"/>
          <p:cNvSpPr txBox="1"/>
          <p:nvPr/>
        </p:nvSpPr>
        <p:spPr>
          <a:xfrm>
            <a:off x="2822216" y="1614578"/>
            <a:ext cx="4242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Book title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07" name="Google Shape;307;p17"/>
          <p:cNvSpPr txBox="1"/>
          <p:nvPr/>
        </p:nvSpPr>
        <p:spPr>
          <a:xfrm>
            <a:off x="9715500" y="2586648"/>
            <a:ext cx="4958400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List 2-3 words students will learn while reading.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08" name="Google Shape;308;p17"/>
          <p:cNvSpPr txBox="1"/>
          <p:nvPr/>
        </p:nvSpPr>
        <p:spPr>
          <a:xfrm>
            <a:off x="9715500" y="6388780"/>
            <a:ext cx="4958400" cy="17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Add 2-3 simple questions to guide reflection.</a:t>
            </a:r>
            <a:endParaRPr>
              <a:latin typeface="Barlow"/>
              <a:ea typeface="Barlow"/>
              <a:cs typeface="Barlow"/>
              <a:sym typeface="Barlow"/>
            </a:endParaRPr>
          </a:p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These could focus on characters, setting, or events.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3" name="Google Shape;313;p18"/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314" name="Google Shape;314;p18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18"/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6" name="Google Shape;316;p18"/>
          <p:cNvGrpSpPr/>
          <p:nvPr/>
        </p:nvGrpSpPr>
        <p:grpSpPr>
          <a:xfrm>
            <a:off x="9144000" y="5852293"/>
            <a:ext cx="8115300" cy="1452959"/>
            <a:chOff x="0" y="-47625"/>
            <a:chExt cx="2325925" cy="416432"/>
          </a:xfrm>
        </p:grpSpPr>
        <p:sp>
          <p:nvSpPr>
            <p:cNvPr id="317" name="Google Shape;317;p18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8"/>
            <p:cNvSpPr txBox="1"/>
            <p:nvPr/>
          </p:nvSpPr>
          <p:spPr>
            <a:xfrm>
              <a:off x="0" y="-47625"/>
              <a:ext cx="23259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9" name="Google Shape;319;p18"/>
          <p:cNvSpPr/>
          <p:nvPr/>
        </p:nvSpPr>
        <p:spPr>
          <a:xfrm>
            <a:off x="1028700" y="1028700"/>
            <a:ext cx="7325788" cy="11192176"/>
          </a:xfrm>
          <a:custGeom>
            <a:avLst/>
            <a:gdLst/>
            <a:ahLst/>
            <a:cxnLst/>
            <a:rect l="l" t="t" r="r" b="b"/>
            <a:pathLst>
              <a:path w="7325788" h="11192176" extrusionOk="0">
                <a:moveTo>
                  <a:pt x="0" y="0"/>
                </a:moveTo>
                <a:lnTo>
                  <a:pt x="7325788" y="0"/>
                </a:lnTo>
                <a:lnTo>
                  <a:pt x="7325788" y="11192176"/>
                </a:lnTo>
                <a:lnTo>
                  <a:pt x="0" y="11192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320" name="Google Shape;320;p18"/>
          <p:cNvGrpSpPr/>
          <p:nvPr/>
        </p:nvGrpSpPr>
        <p:grpSpPr>
          <a:xfrm rot="-256119">
            <a:off x="1646061" y="5221945"/>
            <a:ext cx="2181560" cy="1979375"/>
            <a:chOff x="0" y="0"/>
            <a:chExt cx="2908747" cy="2639167"/>
          </a:xfrm>
        </p:grpSpPr>
        <p:sp>
          <p:nvSpPr>
            <p:cNvPr id="321" name="Google Shape;321;p18"/>
            <p:cNvSpPr/>
            <p:nvPr/>
          </p:nvSpPr>
          <p:spPr>
            <a:xfrm>
              <a:off x="0" y="0"/>
              <a:ext cx="1426574" cy="1351354"/>
            </a:xfrm>
            <a:custGeom>
              <a:avLst/>
              <a:gdLst/>
              <a:ahLst/>
              <a:cxnLst/>
              <a:rect l="l" t="t" r="r" b="b"/>
              <a:pathLst>
                <a:path w="1426574" h="1351354" extrusionOk="0">
                  <a:moveTo>
                    <a:pt x="0" y="0"/>
                  </a:moveTo>
                  <a:lnTo>
                    <a:pt x="1426574" y="0"/>
                  </a:lnTo>
                  <a:lnTo>
                    <a:pt x="1426574" y="1351354"/>
                  </a:lnTo>
                  <a:lnTo>
                    <a:pt x="0" y="1351354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sp>
          <p:nvSpPr>
            <p:cNvPr id="322" name="Google Shape;322;p18"/>
            <p:cNvSpPr/>
            <p:nvPr/>
          </p:nvSpPr>
          <p:spPr>
            <a:xfrm>
              <a:off x="969834" y="1017531"/>
              <a:ext cx="1938913" cy="1621636"/>
            </a:xfrm>
            <a:custGeom>
              <a:avLst/>
              <a:gdLst/>
              <a:ahLst/>
              <a:cxnLst/>
              <a:rect l="l" t="t" r="r" b="b"/>
              <a:pathLst>
                <a:path w="1938913" h="1621636" extrusionOk="0">
                  <a:moveTo>
                    <a:pt x="0" y="0"/>
                  </a:moveTo>
                  <a:lnTo>
                    <a:pt x="1938913" y="0"/>
                  </a:lnTo>
                  <a:lnTo>
                    <a:pt x="1938913" y="1621636"/>
                  </a:lnTo>
                  <a:lnTo>
                    <a:pt x="0" y="1621636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323" name="Google Shape;323;p18"/>
          <p:cNvSpPr txBox="1"/>
          <p:nvPr/>
        </p:nvSpPr>
        <p:spPr>
          <a:xfrm>
            <a:off x="9554960" y="361597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MATH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24" name="Google Shape;324;p18"/>
          <p:cNvSpPr txBox="1"/>
          <p:nvPr/>
        </p:nvSpPr>
        <p:spPr>
          <a:xfrm>
            <a:off x="10893078" y="6347729"/>
            <a:ext cx="4617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Let’s think in numbers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374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9"/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330" name="Google Shape;330;p19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9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19"/>
          <p:cNvGrpSpPr/>
          <p:nvPr/>
        </p:nvGrpSpPr>
        <p:grpSpPr>
          <a:xfrm>
            <a:off x="1028700" y="3172188"/>
            <a:ext cx="7829550" cy="2603977"/>
            <a:chOff x="0" y="-47625"/>
            <a:chExt cx="2244026" cy="746325"/>
          </a:xfrm>
        </p:grpSpPr>
        <p:sp>
          <p:nvSpPr>
            <p:cNvPr id="333" name="Google Shape;333;p19"/>
            <p:cNvSpPr/>
            <p:nvPr/>
          </p:nvSpPr>
          <p:spPr>
            <a:xfrm>
              <a:off x="0" y="0"/>
              <a:ext cx="2244026" cy="698700"/>
            </a:xfrm>
            <a:custGeom>
              <a:avLst/>
              <a:gdLst/>
              <a:ahLst/>
              <a:cxnLst/>
              <a:rect l="l" t="t" r="r" b="b"/>
              <a:pathLst>
                <a:path w="2244026" h="698700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669035"/>
                  </a:lnTo>
                  <a:cubicBezTo>
                    <a:pt x="2244026" y="676903"/>
                    <a:pt x="2240901" y="684448"/>
                    <a:pt x="2235338" y="690011"/>
                  </a:cubicBezTo>
                  <a:cubicBezTo>
                    <a:pt x="2229774" y="695574"/>
                    <a:pt x="2222229" y="698700"/>
                    <a:pt x="2214362" y="698700"/>
                  </a:cubicBezTo>
                  <a:lnTo>
                    <a:pt x="29664" y="698700"/>
                  </a:lnTo>
                  <a:cubicBezTo>
                    <a:pt x="21797" y="698700"/>
                    <a:pt x="14252" y="695574"/>
                    <a:pt x="8688" y="690011"/>
                  </a:cubicBezTo>
                  <a:cubicBezTo>
                    <a:pt x="3125" y="684448"/>
                    <a:pt x="0" y="676903"/>
                    <a:pt x="0" y="669035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9"/>
            <p:cNvSpPr txBox="1"/>
            <p:nvPr/>
          </p:nvSpPr>
          <p:spPr>
            <a:xfrm>
              <a:off x="0" y="-47625"/>
              <a:ext cx="2244026" cy="7463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19"/>
          <p:cNvGrpSpPr/>
          <p:nvPr/>
        </p:nvGrpSpPr>
        <p:grpSpPr>
          <a:xfrm>
            <a:off x="1028700" y="5895745"/>
            <a:ext cx="7829550" cy="3362555"/>
            <a:chOff x="0" y="-47625"/>
            <a:chExt cx="2244026" cy="963741"/>
          </a:xfrm>
        </p:grpSpPr>
        <p:sp>
          <p:nvSpPr>
            <p:cNvPr id="336" name="Google Shape;336;p19"/>
            <p:cNvSpPr/>
            <p:nvPr/>
          </p:nvSpPr>
          <p:spPr>
            <a:xfrm>
              <a:off x="0" y="0"/>
              <a:ext cx="2244026" cy="916116"/>
            </a:xfrm>
            <a:custGeom>
              <a:avLst/>
              <a:gdLst/>
              <a:ahLst/>
              <a:cxnLst/>
              <a:rect l="l" t="t" r="r" b="b"/>
              <a:pathLst>
                <a:path w="2244026" h="916116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886452"/>
                  </a:lnTo>
                  <a:cubicBezTo>
                    <a:pt x="2244026" y="894319"/>
                    <a:pt x="2240901" y="901865"/>
                    <a:pt x="2235338" y="907428"/>
                  </a:cubicBezTo>
                  <a:cubicBezTo>
                    <a:pt x="2229774" y="912991"/>
                    <a:pt x="2222229" y="916116"/>
                    <a:pt x="2214362" y="916116"/>
                  </a:cubicBezTo>
                  <a:lnTo>
                    <a:pt x="29664" y="916116"/>
                  </a:lnTo>
                  <a:cubicBezTo>
                    <a:pt x="21797" y="916116"/>
                    <a:pt x="14252" y="912991"/>
                    <a:pt x="8688" y="907428"/>
                  </a:cubicBezTo>
                  <a:cubicBezTo>
                    <a:pt x="3125" y="901865"/>
                    <a:pt x="0" y="894319"/>
                    <a:pt x="0" y="886452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19"/>
            <p:cNvSpPr txBox="1"/>
            <p:nvPr/>
          </p:nvSpPr>
          <p:spPr>
            <a:xfrm>
              <a:off x="0" y="-47625"/>
              <a:ext cx="2244026" cy="96374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8" name="Google Shape;338;p19"/>
          <p:cNvGrpSpPr/>
          <p:nvPr/>
        </p:nvGrpSpPr>
        <p:grpSpPr>
          <a:xfrm>
            <a:off x="9144000" y="862533"/>
            <a:ext cx="8154364" cy="8395767"/>
            <a:chOff x="0" y="-47625"/>
            <a:chExt cx="2337121" cy="2406309"/>
          </a:xfrm>
        </p:grpSpPr>
        <p:sp>
          <p:nvSpPr>
            <p:cNvPr id="339" name="Google Shape;339;p19"/>
            <p:cNvSpPr/>
            <p:nvPr/>
          </p:nvSpPr>
          <p:spPr>
            <a:xfrm>
              <a:off x="0" y="0"/>
              <a:ext cx="2337121" cy="2358684"/>
            </a:xfrm>
            <a:custGeom>
              <a:avLst/>
              <a:gdLst/>
              <a:ahLst/>
              <a:cxnLst/>
              <a:rect l="l" t="t" r="r" b="b"/>
              <a:pathLst>
                <a:path w="2337121" h="2358684" extrusionOk="0">
                  <a:moveTo>
                    <a:pt x="28483" y="0"/>
                  </a:moveTo>
                  <a:lnTo>
                    <a:pt x="2308639" y="0"/>
                  </a:lnTo>
                  <a:cubicBezTo>
                    <a:pt x="2324369" y="0"/>
                    <a:pt x="2337121" y="12752"/>
                    <a:pt x="2337121" y="28483"/>
                  </a:cubicBezTo>
                  <a:lnTo>
                    <a:pt x="2337121" y="2330202"/>
                  </a:lnTo>
                  <a:cubicBezTo>
                    <a:pt x="2337121" y="2337756"/>
                    <a:pt x="2334120" y="2345000"/>
                    <a:pt x="2328779" y="2350342"/>
                  </a:cubicBezTo>
                  <a:cubicBezTo>
                    <a:pt x="2323437" y="2355684"/>
                    <a:pt x="2316193" y="2358684"/>
                    <a:pt x="2308639" y="2358684"/>
                  </a:cubicBezTo>
                  <a:lnTo>
                    <a:pt x="28483" y="2358684"/>
                  </a:lnTo>
                  <a:cubicBezTo>
                    <a:pt x="12752" y="2358684"/>
                    <a:pt x="0" y="2345932"/>
                    <a:pt x="0" y="2330202"/>
                  </a:cubicBezTo>
                  <a:lnTo>
                    <a:pt x="0" y="28483"/>
                  </a:lnTo>
                  <a:cubicBezTo>
                    <a:pt x="0" y="20929"/>
                    <a:pt x="3001" y="13684"/>
                    <a:pt x="8342" y="8342"/>
                  </a:cubicBezTo>
                  <a:cubicBezTo>
                    <a:pt x="13684" y="3001"/>
                    <a:pt x="20929" y="0"/>
                    <a:pt x="2848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19"/>
            <p:cNvSpPr txBox="1"/>
            <p:nvPr/>
          </p:nvSpPr>
          <p:spPr>
            <a:xfrm>
              <a:off x="0" y="-47625"/>
              <a:ext cx="2337121" cy="240630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1" name="Google Shape;341;p19"/>
          <p:cNvSpPr/>
          <p:nvPr/>
        </p:nvSpPr>
        <p:spPr>
          <a:xfrm rot="9854196">
            <a:off x="6788857" y="7054545"/>
            <a:ext cx="1665292" cy="1211122"/>
          </a:xfrm>
          <a:custGeom>
            <a:avLst/>
            <a:gdLst/>
            <a:ahLst/>
            <a:cxnLst/>
            <a:rect l="l" t="t" r="r" b="b"/>
            <a:pathLst>
              <a:path w="1665292" h="1211122" extrusionOk="0">
                <a:moveTo>
                  <a:pt x="0" y="0"/>
                </a:moveTo>
                <a:lnTo>
                  <a:pt x="1665293" y="0"/>
                </a:lnTo>
                <a:lnTo>
                  <a:pt x="1665293" y="1211122"/>
                </a:lnTo>
                <a:lnTo>
                  <a:pt x="0" y="12111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42" name="Google Shape;342;p19"/>
          <p:cNvSpPr/>
          <p:nvPr/>
        </p:nvSpPr>
        <p:spPr>
          <a:xfrm>
            <a:off x="6776140" y="3870209"/>
            <a:ext cx="1690727" cy="1374100"/>
          </a:xfrm>
          <a:custGeom>
            <a:avLst/>
            <a:gdLst/>
            <a:ahLst/>
            <a:cxnLst/>
            <a:rect l="l" t="t" r="r" b="b"/>
            <a:pathLst>
              <a:path w="1690727" h="1374100" extrusionOk="0">
                <a:moveTo>
                  <a:pt x="0" y="0"/>
                </a:moveTo>
                <a:lnTo>
                  <a:pt x="1690727" y="0"/>
                </a:lnTo>
                <a:lnTo>
                  <a:pt x="1690727" y="1374100"/>
                </a:lnTo>
                <a:lnTo>
                  <a:pt x="0" y="13741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343" name="Google Shape;343;p19"/>
          <p:cNvGrpSpPr/>
          <p:nvPr/>
        </p:nvGrpSpPr>
        <p:grpSpPr>
          <a:xfrm>
            <a:off x="9939531" y="2893279"/>
            <a:ext cx="3018657" cy="1661858"/>
            <a:chOff x="0" y="-6262"/>
            <a:chExt cx="812800" cy="447470"/>
          </a:xfrm>
        </p:grpSpPr>
        <p:sp>
          <p:nvSpPr>
            <p:cNvPr id="344" name="Google Shape;344;p19"/>
            <p:cNvSpPr/>
            <p:nvPr/>
          </p:nvSpPr>
          <p:spPr>
            <a:xfrm>
              <a:off x="0" y="0"/>
              <a:ext cx="812800" cy="441208"/>
            </a:xfrm>
            <a:custGeom>
              <a:avLst/>
              <a:gdLst/>
              <a:ahLst/>
              <a:cxnLst/>
              <a:rect l="l" t="t" r="r" b="b"/>
              <a:pathLst>
                <a:path w="812800" h="441208" extrusionOk="0">
                  <a:moveTo>
                    <a:pt x="406400" y="0"/>
                  </a:moveTo>
                  <a:cubicBezTo>
                    <a:pt x="181951" y="0"/>
                    <a:pt x="0" y="98768"/>
                    <a:pt x="0" y="220604"/>
                  </a:cubicBezTo>
                  <a:cubicBezTo>
                    <a:pt x="0" y="342440"/>
                    <a:pt x="181951" y="441208"/>
                    <a:pt x="406400" y="441208"/>
                  </a:cubicBezTo>
                  <a:cubicBezTo>
                    <a:pt x="630849" y="441208"/>
                    <a:pt x="812800" y="342440"/>
                    <a:pt x="812800" y="220604"/>
                  </a:cubicBezTo>
                  <a:cubicBezTo>
                    <a:pt x="812800" y="98768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6F61"/>
            </a:solidFill>
            <a:ln w="571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19"/>
            <p:cNvSpPr txBox="1"/>
            <p:nvPr/>
          </p:nvSpPr>
          <p:spPr>
            <a:xfrm>
              <a:off x="76200" y="-6262"/>
              <a:ext cx="660400" cy="40610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6" name="Google Shape;346;p19"/>
          <p:cNvGrpSpPr/>
          <p:nvPr/>
        </p:nvGrpSpPr>
        <p:grpSpPr>
          <a:xfrm>
            <a:off x="10224756" y="5776162"/>
            <a:ext cx="2448207" cy="2142181"/>
            <a:chOff x="0" y="0"/>
            <a:chExt cx="812800" cy="711200"/>
          </a:xfrm>
        </p:grpSpPr>
        <p:sp>
          <p:nvSpPr>
            <p:cNvPr id="347" name="Google Shape;347;p19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 extrusionOk="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F90DA"/>
            </a:solidFill>
            <a:ln w="571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48" name="Google Shape;348;p1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9" name="Google Shape;349;p19"/>
          <p:cNvGrpSpPr/>
          <p:nvPr/>
        </p:nvGrpSpPr>
        <p:grpSpPr>
          <a:xfrm>
            <a:off x="13914047" y="2475551"/>
            <a:ext cx="2158917" cy="2339743"/>
            <a:chOff x="0" y="-47625"/>
            <a:chExt cx="568604" cy="616229"/>
          </a:xfrm>
        </p:grpSpPr>
        <p:sp>
          <p:nvSpPr>
            <p:cNvPr id="350" name="Google Shape;350;p19"/>
            <p:cNvSpPr/>
            <p:nvPr/>
          </p:nvSpPr>
          <p:spPr>
            <a:xfrm>
              <a:off x="0" y="0"/>
              <a:ext cx="568604" cy="568604"/>
            </a:xfrm>
            <a:custGeom>
              <a:avLst/>
              <a:gdLst/>
              <a:ahLst/>
              <a:cxnLst/>
              <a:rect l="l" t="t" r="r" b="b"/>
              <a:pathLst>
                <a:path w="568604" h="568604" extrusionOk="0">
                  <a:moveTo>
                    <a:pt x="107581" y="0"/>
                  </a:moveTo>
                  <a:lnTo>
                    <a:pt x="461023" y="0"/>
                  </a:lnTo>
                  <a:cubicBezTo>
                    <a:pt x="489555" y="0"/>
                    <a:pt x="516919" y="11334"/>
                    <a:pt x="537094" y="31510"/>
                  </a:cubicBezTo>
                  <a:cubicBezTo>
                    <a:pt x="557269" y="51685"/>
                    <a:pt x="568604" y="79048"/>
                    <a:pt x="568604" y="107581"/>
                  </a:cubicBezTo>
                  <a:lnTo>
                    <a:pt x="568604" y="461023"/>
                  </a:lnTo>
                  <a:cubicBezTo>
                    <a:pt x="568604" y="489555"/>
                    <a:pt x="557269" y="516919"/>
                    <a:pt x="537094" y="537094"/>
                  </a:cubicBezTo>
                  <a:cubicBezTo>
                    <a:pt x="516919" y="557269"/>
                    <a:pt x="489555" y="568604"/>
                    <a:pt x="461023" y="568604"/>
                  </a:cubicBezTo>
                  <a:lnTo>
                    <a:pt x="107581" y="568604"/>
                  </a:lnTo>
                  <a:cubicBezTo>
                    <a:pt x="79048" y="568604"/>
                    <a:pt x="51685" y="557269"/>
                    <a:pt x="31510" y="537094"/>
                  </a:cubicBezTo>
                  <a:cubicBezTo>
                    <a:pt x="11334" y="516919"/>
                    <a:pt x="0" y="489555"/>
                    <a:pt x="0" y="461023"/>
                  </a:cubicBezTo>
                  <a:lnTo>
                    <a:pt x="0" y="107581"/>
                  </a:lnTo>
                  <a:cubicBezTo>
                    <a:pt x="0" y="79048"/>
                    <a:pt x="11334" y="51685"/>
                    <a:pt x="31510" y="31510"/>
                  </a:cubicBezTo>
                  <a:cubicBezTo>
                    <a:pt x="51685" y="11334"/>
                    <a:pt x="79048" y="0"/>
                    <a:pt x="107581" y="0"/>
                  </a:cubicBezTo>
                  <a:close/>
                </a:path>
              </a:pathLst>
            </a:custGeom>
            <a:solidFill>
              <a:srgbClr val="7FDAFF"/>
            </a:solidFill>
            <a:ln w="5715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19"/>
            <p:cNvSpPr txBox="1"/>
            <p:nvPr/>
          </p:nvSpPr>
          <p:spPr>
            <a:xfrm>
              <a:off x="0" y="-47625"/>
              <a:ext cx="568604" cy="6162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9"/>
          <p:cNvGrpSpPr/>
          <p:nvPr/>
        </p:nvGrpSpPr>
        <p:grpSpPr>
          <a:xfrm>
            <a:off x="13484177" y="5808470"/>
            <a:ext cx="3018657" cy="1896739"/>
            <a:chOff x="0" y="-47625"/>
            <a:chExt cx="795037" cy="499553"/>
          </a:xfrm>
        </p:grpSpPr>
        <p:sp>
          <p:nvSpPr>
            <p:cNvPr id="353" name="Google Shape;353;p19"/>
            <p:cNvSpPr/>
            <p:nvPr/>
          </p:nvSpPr>
          <p:spPr>
            <a:xfrm>
              <a:off x="0" y="0"/>
              <a:ext cx="795037" cy="451928"/>
            </a:xfrm>
            <a:custGeom>
              <a:avLst/>
              <a:gdLst/>
              <a:ahLst/>
              <a:cxnLst/>
              <a:rect l="l" t="t" r="r" b="b"/>
              <a:pathLst>
                <a:path w="795037" h="451928" extrusionOk="0">
                  <a:moveTo>
                    <a:pt x="76941" y="0"/>
                  </a:moveTo>
                  <a:lnTo>
                    <a:pt x="718096" y="0"/>
                  </a:lnTo>
                  <a:cubicBezTo>
                    <a:pt x="760590" y="0"/>
                    <a:pt x="795037" y="34448"/>
                    <a:pt x="795037" y="76941"/>
                  </a:cubicBezTo>
                  <a:lnTo>
                    <a:pt x="795037" y="374987"/>
                  </a:lnTo>
                  <a:cubicBezTo>
                    <a:pt x="795037" y="395393"/>
                    <a:pt x="786931" y="414963"/>
                    <a:pt x="772502" y="429392"/>
                  </a:cubicBezTo>
                  <a:cubicBezTo>
                    <a:pt x="758073" y="443822"/>
                    <a:pt x="738502" y="451928"/>
                    <a:pt x="718096" y="451928"/>
                  </a:cubicBezTo>
                  <a:lnTo>
                    <a:pt x="76941" y="451928"/>
                  </a:lnTo>
                  <a:cubicBezTo>
                    <a:pt x="34448" y="451928"/>
                    <a:pt x="0" y="417480"/>
                    <a:pt x="0" y="374987"/>
                  </a:cubicBezTo>
                  <a:lnTo>
                    <a:pt x="0" y="76941"/>
                  </a:lnTo>
                  <a:cubicBezTo>
                    <a:pt x="0" y="34448"/>
                    <a:pt x="34448" y="0"/>
                    <a:pt x="76941" y="0"/>
                  </a:cubicBezTo>
                  <a:close/>
                </a:path>
              </a:pathLst>
            </a:custGeom>
            <a:solidFill>
              <a:srgbClr val="FFD93D"/>
            </a:solidFill>
            <a:ln w="5715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19"/>
            <p:cNvSpPr txBox="1"/>
            <p:nvPr/>
          </p:nvSpPr>
          <p:spPr>
            <a:xfrm>
              <a:off x="0" y="-47625"/>
              <a:ext cx="795037" cy="49955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55" name="Google Shape;355;p19"/>
          <p:cNvSpPr/>
          <p:nvPr/>
        </p:nvSpPr>
        <p:spPr>
          <a:xfrm>
            <a:off x="10718380" y="3310830"/>
            <a:ext cx="1460959" cy="850012"/>
          </a:xfrm>
          <a:custGeom>
            <a:avLst/>
            <a:gdLst/>
            <a:ahLst/>
            <a:cxnLst/>
            <a:rect l="l" t="t" r="r" b="b"/>
            <a:pathLst>
              <a:path w="1460959" h="850012" extrusionOk="0">
                <a:moveTo>
                  <a:pt x="0" y="0"/>
                </a:moveTo>
                <a:lnTo>
                  <a:pt x="1460958" y="0"/>
                </a:lnTo>
                <a:lnTo>
                  <a:pt x="1460958" y="850012"/>
                </a:lnTo>
                <a:lnTo>
                  <a:pt x="0" y="8500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56" name="Google Shape;356;p19"/>
          <p:cNvSpPr/>
          <p:nvPr/>
        </p:nvSpPr>
        <p:spPr>
          <a:xfrm>
            <a:off x="14265302" y="3310830"/>
            <a:ext cx="1456408" cy="850012"/>
          </a:xfrm>
          <a:custGeom>
            <a:avLst/>
            <a:gdLst/>
            <a:ahLst/>
            <a:cxnLst/>
            <a:rect l="l" t="t" r="r" b="b"/>
            <a:pathLst>
              <a:path w="1456408" h="850012" extrusionOk="0">
                <a:moveTo>
                  <a:pt x="0" y="0"/>
                </a:moveTo>
                <a:lnTo>
                  <a:pt x="1456407" y="0"/>
                </a:lnTo>
                <a:lnTo>
                  <a:pt x="1456407" y="850012"/>
                </a:lnTo>
                <a:lnTo>
                  <a:pt x="0" y="8500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57" name="Google Shape;357;p19"/>
          <p:cNvSpPr/>
          <p:nvPr/>
        </p:nvSpPr>
        <p:spPr>
          <a:xfrm>
            <a:off x="10659151" y="6855197"/>
            <a:ext cx="1579415" cy="850012"/>
          </a:xfrm>
          <a:custGeom>
            <a:avLst/>
            <a:gdLst/>
            <a:ahLst/>
            <a:cxnLst/>
            <a:rect l="l" t="t" r="r" b="b"/>
            <a:pathLst>
              <a:path w="1579415" h="850012" extrusionOk="0">
                <a:moveTo>
                  <a:pt x="0" y="0"/>
                </a:moveTo>
                <a:lnTo>
                  <a:pt x="1579415" y="0"/>
                </a:lnTo>
                <a:lnTo>
                  <a:pt x="1579415" y="850012"/>
                </a:lnTo>
                <a:lnTo>
                  <a:pt x="0" y="8500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58" name="Google Shape;358;p19"/>
          <p:cNvSpPr/>
          <p:nvPr/>
        </p:nvSpPr>
        <p:spPr>
          <a:xfrm>
            <a:off x="14187459" y="6422247"/>
            <a:ext cx="1612093" cy="850012"/>
          </a:xfrm>
          <a:custGeom>
            <a:avLst/>
            <a:gdLst/>
            <a:ahLst/>
            <a:cxnLst/>
            <a:rect l="l" t="t" r="r" b="b"/>
            <a:pathLst>
              <a:path w="1612093" h="850012" extrusionOk="0">
                <a:moveTo>
                  <a:pt x="0" y="0"/>
                </a:moveTo>
                <a:lnTo>
                  <a:pt x="1612093" y="0"/>
                </a:lnTo>
                <a:lnTo>
                  <a:pt x="1612093" y="850012"/>
                </a:lnTo>
                <a:lnTo>
                  <a:pt x="0" y="8500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59" name="Google Shape;359;p19"/>
          <p:cNvSpPr txBox="1"/>
          <p:nvPr/>
        </p:nvSpPr>
        <p:spPr>
          <a:xfrm>
            <a:off x="2315100" y="1652300"/>
            <a:ext cx="5542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Topic title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0" name="Google Shape;360;p19"/>
          <p:cNvSpPr txBox="1"/>
          <p:nvPr/>
        </p:nvSpPr>
        <p:spPr>
          <a:xfrm>
            <a:off x="1600200" y="391061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Our goal: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1" name="Google Shape;361;p19"/>
          <p:cNvSpPr txBox="1"/>
          <p:nvPr/>
        </p:nvSpPr>
        <p:spPr>
          <a:xfrm>
            <a:off x="1600200" y="4431678"/>
            <a:ext cx="4958400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List 2-3 words students will learn while reading.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62" name="Google Shape;362;p19"/>
          <p:cNvSpPr txBox="1"/>
          <p:nvPr/>
        </p:nvSpPr>
        <p:spPr>
          <a:xfrm>
            <a:off x="1600200" y="6784844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think: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3" name="Google Shape;363;p19"/>
          <p:cNvSpPr txBox="1"/>
          <p:nvPr/>
        </p:nvSpPr>
        <p:spPr>
          <a:xfrm>
            <a:off x="1600200" y="7305909"/>
            <a:ext cx="4958400" cy="1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Add 2–3 questions to help students observe and reflect. </a:t>
            </a:r>
            <a:endParaRPr>
              <a:latin typeface="Barlow"/>
              <a:ea typeface="Barlow"/>
              <a:cs typeface="Barlow"/>
              <a:sym typeface="Barlow"/>
            </a:endParaRPr>
          </a:p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Use open-ended questions.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64" name="Google Shape;364;p19"/>
          <p:cNvSpPr txBox="1"/>
          <p:nvPr/>
        </p:nvSpPr>
        <p:spPr>
          <a:xfrm>
            <a:off x="10606391" y="1892440"/>
            <a:ext cx="52674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compare shapes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365" name="Google Shape;365;p19"/>
          <p:cNvSpPr txBox="1"/>
          <p:nvPr/>
        </p:nvSpPr>
        <p:spPr>
          <a:xfrm>
            <a:off x="10408690" y="4745637"/>
            <a:ext cx="208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Oval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66" name="Google Shape;366;p19"/>
          <p:cNvSpPr txBox="1"/>
          <p:nvPr/>
        </p:nvSpPr>
        <p:spPr>
          <a:xfrm>
            <a:off x="13953337" y="5005794"/>
            <a:ext cx="208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Square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67" name="Google Shape;367;p19"/>
          <p:cNvSpPr txBox="1"/>
          <p:nvPr/>
        </p:nvSpPr>
        <p:spPr>
          <a:xfrm>
            <a:off x="10408690" y="8108876"/>
            <a:ext cx="208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Triangle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368" name="Google Shape;368;p19"/>
          <p:cNvSpPr txBox="1"/>
          <p:nvPr/>
        </p:nvSpPr>
        <p:spPr>
          <a:xfrm>
            <a:off x="13953337" y="7899359"/>
            <a:ext cx="2080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Rectangle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oogle Shape;409;p21"/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410" name="Google Shape;410;p21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21"/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2" name="Google Shape;412;p21"/>
          <p:cNvGrpSpPr/>
          <p:nvPr/>
        </p:nvGrpSpPr>
        <p:grpSpPr>
          <a:xfrm>
            <a:off x="9144000" y="5852293"/>
            <a:ext cx="8115300" cy="1452959"/>
            <a:chOff x="0" y="-47625"/>
            <a:chExt cx="2325925" cy="416432"/>
          </a:xfrm>
        </p:grpSpPr>
        <p:sp>
          <p:nvSpPr>
            <p:cNvPr id="413" name="Google Shape;413;p21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21"/>
            <p:cNvSpPr txBox="1"/>
            <p:nvPr/>
          </p:nvSpPr>
          <p:spPr>
            <a:xfrm>
              <a:off x="0" y="-47625"/>
              <a:ext cx="23259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5" name="Google Shape;415;p21"/>
          <p:cNvSpPr/>
          <p:nvPr/>
        </p:nvSpPr>
        <p:spPr>
          <a:xfrm>
            <a:off x="1028700" y="810251"/>
            <a:ext cx="7043499" cy="8666498"/>
          </a:xfrm>
          <a:custGeom>
            <a:avLst/>
            <a:gdLst/>
            <a:ahLst/>
            <a:cxnLst/>
            <a:rect l="l" t="t" r="r" b="b"/>
            <a:pathLst>
              <a:path w="7043499" h="8666498" extrusionOk="0">
                <a:moveTo>
                  <a:pt x="0" y="0"/>
                </a:moveTo>
                <a:lnTo>
                  <a:pt x="7043499" y="0"/>
                </a:lnTo>
                <a:lnTo>
                  <a:pt x="7043499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16" name="Google Shape;416;p21"/>
          <p:cNvSpPr txBox="1"/>
          <p:nvPr/>
        </p:nvSpPr>
        <p:spPr>
          <a:xfrm>
            <a:off x="9554960" y="360372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SCIENCE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17" name="Google Shape;417;p21"/>
          <p:cNvSpPr txBox="1"/>
          <p:nvPr/>
        </p:nvSpPr>
        <p:spPr>
          <a:xfrm>
            <a:off x="9657308" y="6389966"/>
            <a:ext cx="70887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Let’s understand how things work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2" name="Google Shape;422;p22"/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423" name="Google Shape;423;p22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2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5" name="Google Shape;425;p22"/>
          <p:cNvGrpSpPr/>
          <p:nvPr/>
        </p:nvGrpSpPr>
        <p:grpSpPr>
          <a:xfrm>
            <a:off x="9144000" y="862533"/>
            <a:ext cx="8115300" cy="4144353"/>
            <a:chOff x="0" y="-47625"/>
            <a:chExt cx="2325925" cy="1187812"/>
          </a:xfrm>
        </p:grpSpPr>
        <p:sp>
          <p:nvSpPr>
            <p:cNvPr id="426" name="Google Shape;426;p22"/>
            <p:cNvSpPr/>
            <p:nvPr/>
          </p:nvSpPr>
          <p:spPr>
            <a:xfrm>
              <a:off x="0" y="0"/>
              <a:ext cx="2325925" cy="1140187"/>
            </a:xfrm>
            <a:custGeom>
              <a:avLst/>
              <a:gdLst/>
              <a:ahLst/>
              <a:cxnLst/>
              <a:rect l="l" t="t" r="r" b="b"/>
              <a:pathLst>
                <a:path w="2325925" h="114018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111567"/>
                  </a:lnTo>
                  <a:cubicBezTo>
                    <a:pt x="2325925" y="1127374"/>
                    <a:pt x="2313111" y="1140187"/>
                    <a:pt x="2297305" y="1140187"/>
                  </a:cubicBezTo>
                  <a:lnTo>
                    <a:pt x="28620" y="1140187"/>
                  </a:lnTo>
                  <a:cubicBezTo>
                    <a:pt x="12813" y="1140187"/>
                    <a:pt x="0" y="1127374"/>
                    <a:pt x="0" y="1111567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22"/>
            <p:cNvSpPr txBox="1"/>
            <p:nvPr/>
          </p:nvSpPr>
          <p:spPr>
            <a:xfrm>
              <a:off x="0" y="-47625"/>
              <a:ext cx="2325925" cy="1187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8" name="Google Shape;428;p22"/>
          <p:cNvGrpSpPr/>
          <p:nvPr/>
        </p:nvGrpSpPr>
        <p:grpSpPr>
          <a:xfrm>
            <a:off x="9144000" y="5113947"/>
            <a:ext cx="8115300" cy="4144353"/>
            <a:chOff x="0" y="-47625"/>
            <a:chExt cx="2325925" cy="1187812"/>
          </a:xfrm>
        </p:grpSpPr>
        <p:sp>
          <p:nvSpPr>
            <p:cNvPr id="429" name="Google Shape;429;p22"/>
            <p:cNvSpPr/>
            <p:nvPr/>
          </p:nvSpPr>
          <p:spPr>
            <a:xfrm>
              <a:off x="0" y="0"/>
              <a:ext cx="2325925" cy="1140187"/>
            </a:xfrm>
            <a:custGeom>
              <a:avLst/>
              <a:gdLst/>
              <a:ahLst/>
              <a:cxnLst/>
              <a:rect l="l" t="t" r="r" b="b"/>
              <a:pathLst>
                <a:path w="2325925" h="114018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1111567"/>
                  </a:lnTo>
                  <a:cubicBezTo>
                    <a:pt x="2325925" y="1127374"/>
                    <a:pt x="2313111" y="1140187"/>
                    <a:pt x="2297305" y="1140187"/>
                  </a:cubicBezTo>
                  <a:lnTo>
                    <a:pt x="28620" y="1140187"/>
                  </a:lnTo>
                  <a:cubicBezTo>
                    <a:pt x="12813" y="1140187"/>
                    <a:pt x="0" y="1127374"/>
                    <a:pt x="0" y="1111567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22"/>
            <p:cNvSpPr txBox="1"/>
            <p:nvPr/>
          </p:nvSpPr>
          <p:spPr>
            <a:xfrm>
              <a:off x="0" y="-47625"/>
              <a:ext cx="2325925" cy="11878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1" name="Google Shape;431;p22"/>
          <p:cNvSpPr/>
          <p:nvPr/>
        </p:nvSpPr>
        <p:spPr>
          <a:xfrm>
            <a:off x="1028700" y="3338355"/>
            <a:ext cx="7829550" cy="5919945"/>
          </a:xfrm>
          <a:custGeom>
            <a:avLst/>
            <a:gdLst/>
            <a:ahLst/>
            <a:cxnLst/>
            <a:rect l="l" t="t" r="r" b="b"/>
            <a:pathLst>
              <a:path w="1213002" h="917154" extrusionOk="0">
                <a:moveTo>
                  <a:pt x="29664" y="0"/>
                </a:moveTo>
                <a:lnTo>
                  <a:pt x="1183338" y="0"/>
                </a:lnTo>
                <a:cubicBezTo>
                  <a:pt x="1191205" y="0"/>
                  <a:pt x="1198751" y="3125"/>
                  <a:pt x="1204314" y="8688"/>
                </a:cubicBezTo>
                <a:cubicBezTo>
                  <a:pt x="1209877" y="14252"/>
                  <a:pt x="1213002" y="21797"/>
                  <a:pt x="1213002" y="29664"/>
                </a:cubicBezTo>
                <a:lnTo>
                  <a:pt x="1213002" y="887490"/>
                </a:lnTo>
                <a:cubicBezTo>
                  <a:pt x="1213002" y="895358"/>
                  <a:pt x="1209877" y="902903"/>
                  <a:pt x="1204314" y="908466"/>
                </a:cubicBezTo>
                <a:cubicBezTo>
                  <a:pt x="1198751" y="914029"/>
                  <a:pt x="1191205" y="917154"/>
                  <a:pt x="1183338" y="917154"/>
                </a:cubicBezTo>
                <a:lnTo>
                  <a:pt x="29664" y="917154"/>
                </a:lnTo>
                <a:cubicBezTo>
                  <a:pt x="21797" y="917154"/>
                  <a:pt x="14252" y="914029"/>
                  <a:pt x="8688" y="908466"/>
                </a:cubicBezTo>
                <a:cubicBezTo>
                  <a:pt x="3125" y="902903"/>
                  <a:pt x="0" y="895358"/>
                  <a:pt x="0" y="887490"/>
                </a:cubicBezTo>
                <a:lnTo>
                  <a:pt x="0" y="29664"/>
                </a:lnTo>
                <a:cubicBezTo>
                  <a:pt x="0" y="21797"/>
                  <a:pt x="3125" y="14252"/>
                  <a:pt x="8688" y="8688"/>
                </a:cubicBezTo>
                <a:cubicBezTo>
                  <a:pt x="14252" y="3125"/>
                  <a:pt x="21797" y="0"/>
                  <a:pt x="29664" y="0"/>
                </a:cubicBez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l="-6742" r="-6740"/>
            </a:stretch>
          </a:blipFill>
          <a:ln w="85725" cap="rnd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22"/>
          <p:cNvSpPr txBox="1"/>
          <p:nvPr/>
        </p:nvSpPr>
        <p:spPr>
          <a:xfrm>
            <a:off x="9715500" y="6392255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ask: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33" name="Google Shape;433;p22"/>
          <p:cNvSpPr/>
          <p:nvPr/>
        </p:nvSpPr>
        <p:spPr>
          <a:xfrm>
            <a:off x="14935945" y="2292937"/>
            <a:ext cx="1751855" cy="1519336"/>
          </a:xfrm>
          <a:custGeom>
            <a:avLst/>
            <a:gdLst/>
            <a:ahLst/>
            <a:cxnLst/>
            <a:rect l="l" t="t" r="r" b="b"/>
            <a:pathLst>
              <a:path w="1751855" h="1519336" extrusionOk="0">
                <a:moveTo>
                  <a:pt x="0" y="0"/>
                </a:moveTo>
                <a:lnTo>
                  <a:pt x="1751855" y="0"/>
                </a:lnTo>
                <a:lnTo>
                  <a:pt x="1751855" y="1519336"/>
                </a:lnTo>
                <a:lnTo>
                  <a:pt x="0" y="15193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34" name="Google Shape;434;p22"/>
          <p:cNvSpPr/>
          <p:nvPr/>
        </p:nvSpPr>
        <p:spPr>
          <a:xfrm>
            <a:off x="14673830" y="6282362"/>
            <a:ext cx="2013970" cy="1973690"/>
          </a:xfrm>
          <a:custGeom>
            <a:avLst/>
            <a:gdLst/>
            <a:ahLst/>
            <a:cxnLst/>
            <a:rect l="l" t="t" r="r" b="b"/>
            <a:pathLst>
              <a:path w="2013970" h="1973690" extrusionOk="0">
                <a:moveTo>
                  <a:pt x="0" y="0"/>
                </a:moveTo>
                <a:lnTo>
                  <a:pt x="2013970" y="0"/>
                </a:lnTo>
                <a:lnTo>
                  <a:pt x="2013970" y="1973690"/>
                </a:lnTo>
                <a:lnTo>
                  <a:pt x="0" y="19736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35" name="Google Shape;435;p22"/>
          <p:cNvSpPr txBox="1"/>
          <p:nvPr/>
        </p:nvSpPr>
        <p:spPr>
          <a:xfrm>
            <a:off x="9715500" y="2177343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Let’s observe: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36" name="Google Shape;436;p22"/>
          <p:cNvSpPr txBox="1"/>
          <p:nvPr/>
        </p:nvSpPr>
        <p:spPr>
          <a:xfrm>
            <a:off x="1743101" y="1647850"/>
            <a:ext cx="6686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Activity title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37" name="Google Shape;437;p22"/>
          <p:cNvSpPr txBox="1"/>
          <p:nvPr/>
        </p:nvSpPr>
        <p:spPr>
          <a:xfrm>
            <a:off x="9715500" y="2698408"/>
            <a:ext cx="4958400" cy="1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Add a question to help learners observe or notice something during the activity.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38" name="Google Shape;438;p22"/>
          <p:cNvSpPr txBox="1"/>
          <p:nvPr/>
        </p:nvSpPr>
        <p:spPr>
          <a:xfrm>
            <a:off x="9715500" y="6916700"/>
            <a:ext cx="4129800" cy="1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Include an open-ended question that encourages curiosity.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6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6" name="Google Shape;456;p24"/>
          <p:cNvGrpSpPr/>
          <p:nvPr/>
        </p:nvGrpSpPr>
        <p:grpSpPr>
          <a:xfrm>
            <a:off x="1028700" y="862533"/>
            <a:ext cx="7829550" cy="2190072"/>
            <a:chOff x="0" y="-47625"/>
            <a:chExt cx="2244026" cy="627696"/>
          </a:xfrm>
        </p:grpSpPr>
        <p:sp>
          <p:nvSpPr>
            <p:cNvPr id="457" name="Google Shape;457;p24"/>
            <p:cNvSpPr/>
            <p:nvPr/>
          </p:nvSpPr>
          <p:spPr>
            <a:xfrm>
              <a:off x="0" y="0"/>
              <a:ext cx="2244026" cy="580071"/>
            </a:xfrm>
            <a:custGeom>
              <a:avLst/>
              <a:gdLst/>
              <a:ahLst/>
              <a:cxnLst/>
              <a:rect l="l" t="t" r="r" b="b"/>
              <a:pathLst>
                <a:path w="2244026" h="580071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550407"/>
                  </a:lnTo>
                  <a:cubicBezTo>
                    <a:pt x="2244026" y="558274"/>
                    <a:pt x="2240901" y="565820"/>
                    <a:pt x="2235338" y="571383"/>
                  </a:cubicBezTo>
                  <a:cubicBezTo>
                    <a:pt x="2229774" y="576946"/>
                    <a:pt x="2222229" y="580071"/>
                    <a:pt x="2214362" y="580071"/>
                  </a:cubicBezTo>
                  <a:lnTo>
                    <a:pt x="29664" y="580071"/>
                  </a:lnTo>
                  <a:cubicBezTo>
                    <a:pt x="21797" y="580071"/>
                    <a:pt x="14252" y="576946"/>
                    <a:pt x="8688" y="571383"/>
                  </a:cubicBezTo>
                  <a:cubicBezTo>
                    <a:pt x="3125" y="565820"/>
                    <a:pt x="0" y="558274"/>
                    <a:pt x="0" y="550407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4"/>
            <p:cNvSpPr txBox="1"/>
            <p:nvPr/>
          </p:nvSpPr>
          <p:spPr>
            <a:xfrm>
              <a:off x="0" y="-47625"/>
              <a:ext cx="2244026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" name="Google Shape;459;p24"/>
          <p:cNvGrpSpPr/>
          <p:nvPr/>
        </p:nvGrpSpPr>
        <p:grpSpPr>
          <a:xfrm>
            <a:off x="1028700" y="3172188"/>
            <a:ext cx="7829550" cy="1951113"/>
            <a:chOff x="0" y="-47625"/>
            <a:chExt cx="2244026" cy="559208"/>
          </a:xfrm>
        </p:grpSpPr>
        <p:sp>
          <p:nvSpPr>
            <p:cNvPr id="460" name="Google Shape;460;p24"/>
            <p:cNvSpPr/>
            <p:nvPr/>
          </p:nvSpPr>
          <p:spPr>
            <a:xfrm>
              <a:off x="0" y="0"/>
              <a:ext cx="2244026" cy="511583"/>
            </a:xfrm>
            <a:custGeom>
              <a:avLst/>
              <a:gdLst/>
              <a:ahLst/>
              <a:cxnLst/>
              <a:rect l="l" t="t" r="r" b="b"/>
              <a:pathLst>
                <a:path w="2244026" h="511583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481919"/>
                  </a:lnTo>
                  <a:cubicBezTo>
                    <a:pt x="2244026" y="489786"/>
                    <a:pt x="2240901" y="497332"/>
                    <a:pt x="2235338" y="502895"/>
                  </a:cubicBezTo>
                  <a:cubicBezTo>
                    <a:pt x="2229774" y="508458"/>
                    <a:pt x="2222229" y="511583"/>
                    <a:pt x="2214362" y="511583"/>
                  </a:cubicBezTo>
                  <a:lnTo>
                    <a:pt x="29664" y="511583"/>
                  </a:lnTo>
                  <a:cubicBezTo>
                    <a:pt x="21797" y="511583"/>
                    <a:pt x="14252" y="508458"/>
                    <a:pt x="8688" y="502895"/>
                  </a:cubicBezTo>
                  <a:cubicBezTo>
                    <a:pt x="3125" y="497332"/>
                    <a:pt x="0" y="489786"/>
                    <a:pt x="0" y="481919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4"/>
            <p:cNvSpPr txBox="1"/>
            <p:nvPr/>
          </p:nvSpPr>
          <p:spPr>
            <a:xfrm>
              <a:off x="0" y="-47625"/>
              <a:ext cx="2244026" cy="5592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" name="Google Shape;462;p24"/>
          <p:cNvGrpSpPr/>
          <p:nvPr/>
        </p:nvGrpSpPr>
        <p:grpSpPr>
          <a:xfrm>
            <a:off x="1028700" y="5239687"/>
            <a:ext cx="7829550" cy="1951113"/>
            <a:chOff x="0" y="-47625"/>
            <a:chExt cx="2244026" cy="559208"/>
          </a:xfrm>
        </p:grpSpPr>
        <p:sp>
          <p:nvSpPr>
            <p:cNvPr id="463" name="Google Shape;463;p24"/>
            <p:cNvSpPr/>
            <p:nvPr/>
          </p:nvSpPr>
          <p:spPr>
            <a:xfrm>
              <a:off x="0" y="0"/>
              <a:ext cx="2244026" cy="511583"/>
            </a:xfrm>
            <a:custGeom>
              <a:avLst/>
              <a:gdLst/>
              <a:ahLst/>
              <a:cxnLst/>
              <a:rect l="l" t="t" r="r" b="b"/>
              <a:pathLst>
                <a:path w="2244026" h="511583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481919"/>
                  </a:lnTo>
                  <a:cubicBezTo>
                    <a:pt x="2244026" y="489786"/>
                    <a:pt x="2240901" y="497332"/>
                    <a:pt x="2235338" y="502895"/>
                  </a:cubicBezTo>
                  <a:cubicBezTo>
                    <a:pt x="2229774" y="508458"/>
                    <a:pt x="2222229" y="511583"/>
                    <a:pt x="2214362" y="511583"/>
                  </a:cubicBezTo>
                  <a:lnTo>
                    <a:pt x="29664" y="511583"/>
                  </a:lnTo>
                  <a:cubicBezTo>
                    <a:pt x="21797" y="511583"/>
                    <a:pt x="14252" y="508458"/>
                    <a:pt x="8688" y="502895"/>
                  </a:cubicBezTo>
                  <a:cubicBezTo>
                    <a:pt x="3125" y="497332"/>
                    <a:pt x="0" y="489786"/>
                    <a:pt x="0" y="481919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D9D9D9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4"/>
            <p:cNvSpPr txBox="1"/>
            <p:nvPr/>
          </p:nvSpPr>
          <p:spPr>
            <a:xfrm>
              <a:off x="0" y="-47625"/>
              <a:ext cx="2244026" cy="5592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5" name="Google Shape;465;p24"/>
          <p:cNvGrpSpPr/>
          <p:nvPr/>
        </p:nvGrpSpPr>
        <p:grpSpPr>
          <a:xfrm>
            <a:off x="1028700" y="7307187"/>
            <a:ext cx="7829550" cy="1951113"/>
            <a:chOff x="0" y="-47625"/>
            <a:chExt cx="2244026" cy="559208"/>
          </a:xfrm>
        </p:grpSpPr>
        <p:sp>
          <p:nvSpPr>
            <p:cNvPr id="466" name="Google Shape;466;p24"/>
            <p:cNvSpPr/>
            <p:nvPr/>
          </p:nvSpPr>
          <p:spPr>
            <a:xfrm>
              <a:off x="0" y="0"/>
              <a:ext cx="2244026" cy="511583"/>
            </a:xfrm>
            <a:custGeom>
              <a:avLst/>
              <a:gdLst/>
              <a:ahLst/>
              <a:cxnLst/>
              <a:rect l="l" t="t" r="r" b="b"/>
              <a:pathLst>
                <a:path w="2244026" h="511583" extrusionOk="0">
                  <a:moveTo>
                    <a:pt x="29664" y="0"/>
                  </a:moveTo>
                  <a:lnTo>
                    <a:pt x="2214362" y="0"/>
                  </a:lnTo>
                  <a:cubicBezTo>
                    <a:pt x="2222229" y="0"/>
                    <a:pt x="2229774" y="3125"/>
                    <a:pt x="2235338" y="8688"/>
                  </a:cubicBezTo>
                  <a:cubicBezTo>
                    <a:pt x="2240901" y="14252"/>
                    <a:pt x="2244026" y="21797"/>
                    <a:pt x="2244026" y="29664"/>
                  </a:cubicBezTo>
                  <a:lnTo>
                    <a:pt x="2244026" y="481919"/>
                  </a:lnTo>
                  <a:cubicBezTo>
                    <a:pt x="2244026" y="489786"/>
                    <a:pt x="2240901" y="497332"/>
                    <a:pt x="2235338" y="502895"/>
                  </a:cubicBezTo>
                  <a:cubicBezTo>
                    <a:pt x="2229774" y="508458"/>
                    <a:pt x="2222229" y="511583"/>
                    <a:pt x="2214362" y="511583"/>
                  </a:cubicBezTo>
                  <a:lnTo>
                    <a:pt x="29664" y="511583"/>
                  </a:lnTo>
                  <a:cubicBezTo>
                    <a:pt x="21797" y="511583"/>
                    <a:pt x="14252" y="508458"/>
                    <a:pt x="8688" y="502895"/>
                  </a:cubicBezTo>
                  <a:cubicBezTo>
                    <a:pt x="3125" y="497332"/>
                    <a:pt x="0" y="489786"/>
                    <a:pt x="0" y="481919"/>
                  </a:cubicBezTo>
                  <a:lnTo>
                    <a:pt x="0" y="29664"/>
                  </a:lnTo>
                  <a:cubicBezTo>
                    <a:pt x="0" y="21797"/>
                    <a:pt x="3125" y="14252"/>
                    <a:pt x="8688" y="8688"/>
                  </a:cubicBezTo>
                  <a:cubicBezTo>
                    <a:pt x="14252" y="3125"/>
                    <a:pt x="21797" y="0"/>
                    <a:pt x="29664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4"/>
            <p:cNvSpPr txBox="1"/>
            <p:nvPr/>
          </p:nvSpPr>
          <p:spPr>
            <a:xfrm>
              <a:off x="0" y="-47625"/>
              <a:ext cx="2244026" cy="5592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8" name="Google Shape;468;p24"/>
          <p:cNvGrpSpPr/>
          <p:nvPr/>
        </p:nvGrpSpPr>
        <p:grpSpPr>
          <a:xfrm>
            <a:off x="9144000" y="862533"/>
            <a:ext cx="8154364" cy="8395767"/>
            <a:chOff x="0" y="-47625"/>
            <a:chExt cx="2337121" cy="2406309"/>
          </a:xfrm>
        </p:grpSpPr>
        <p:sp>
          <p:nvSpPr>
            <p:cNvPr id="469" name="Google Shape;469;p24"/>
            <p:cNvSpPr/>
            <p:nvPr/>
          </p:nvSpPr>
          <p:spPr>
            <a:xfrm>
              <a:off x="0" y="0"/>
              <a:ext cx="2337121" cy="2358684"/>
            </a:xfrm>
            <a:custGeom>
              <a:avLst/>
              <a:gdLst/>
              <a:ahLst/>
              <a:cxnLst/>
              <a:rect l="l" t="t" r="r" b="b"/>
              <a:pathLst>
                <a:path w="2337121" h="2358684" extrusionOk="0">
                  <a:moveTo>
                    <a:pt x="28483" y="0"/>
                  </a:moveTo>
                  <a:lnTo>
                    <a:pt x="2308639" y="0"/>
                  </a:lnTo>
                  <a:cubicBezTo>
                    <a:pt x="2324369" y="0"/>
                    <a:pt x="2337121" y="12752"/>
                    <a:pt x="2337121" y="28483"/>
                  </a:cubicBezTo>
                  <a:lnTo>
                    <a:pt x="2337121" y="2330202"/>
                  </a:lnTo>
                  <a:cubicBezTo>
                    <a:pt x="2337121" y="2337756"/>
                    <a:pt x="2334120" y="2345000"/>
                    <a:pt x="2328779" y="2350342"/>
                  </a:cubicBezTo>
                  <a:cubicBezTo>
                    <a:pt x="2323437" y="2355684"/>
                    <a:pt x="2316193" y="2358684"/>
                    <a:pt x="2308639" y="2358684"/>
                  </a:cubicBezTo>
                  <a:lnTo>
                    <a:pt x="28483" y="2358684"/>
                  </a:lnTo>
                  <a:cubicBezTo>
                    <a:pt x="12752" y="2358684"/>
                    <a:pt x="0" y="2345932"/>
                    <a:pt x="0" y="2330202"/>
                  </a:cubicBezTo>
                  <a:lnTo>
                    <a:pt x="0" y="28483"/>
                  </a:lnTo>
                  <a:cubicBezTo>
                    <a:pt x="0" y="20929"/>
                    <a:pt x="3001" y="13684"/>
                    <a:pt x="8342" y="8342"/>
                  </a:cubicBezTo>
                  <a:cubicBezTo>
                    <a:pt x="13684" y="3001"/>
                    <a:pt x="20929" y="0"/>
                    <a:pt x="28483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4"/>
            <p:cNvSpPr txBox="1"/>
            <p:nvPr/>
          </p:nvSpPr>
          <p:spPr>
            <a:xfrm>
              <a:off x="0" y="-47625"/>
              <a:ext cx="2337121" cy="240630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71" name="Google Shape;471;p24"/>
          <p:cNvSpPr/>
          <p:nvPr/>
        </p:nvSpPr>
        <p:spPr>
          <a:xfrm>
            <a:off x="10685884" y="2678602"/>
            <a:ext cx="1747885" cy="1896128"/>
          </a:xfrm>
          <a:custGeom>
            <a:avLst/>
            <a:gdLst/>
            <a:ahLst/>
            <a:cxnLst/>
            <a:rect l="l" t="t" r="r" b="b"/>
            <a:pathLst>
              <a:path w="1747885" h="1896128" extrusionOk="0">
                <a:moveTo>
                  <a:pt x="0" y="0"/>
                </a:moveTo>
                <a:lnTo>
                  <a:pt x="1747886" y="0"/>
                </a:lnTo>
                <a:lnTo>
                  <a:pt x="1747886" y="1896128"/>
                </a:lnTo>
                <a:lnTo>
                  <a:pt x="0" y="18961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72" name="Google Shape;472;p24"/>
          <p:cNvSpPr/>
          <p:nvPr/>
        </p:nvSpPr>
        <p:spPr>
          <a:xfrm>
            <a:off x="13485122" y="2832440"/>
            <a:ext cx="2809159" cy="1588452"/>
          </a:xfrm>
          <a:custGeom>
            <a:avLst/>
            <a:gdLst/>
            <a:ahLst/>
            <a:cxnLst/>
            <a:rect l="l" t="t" r="r" b="b"/>
            <a:pathLst>
              <a:path w="2809159" h="1588452" extrusionOk="0">
                <a:moveTo>
                  <a:pt x="0" y="0"/>
                </a:moveTo>
                <a:lnTo>
                  <a:pt x="2809159" y="0"/>
                </a:lnTo>
                <a:lnTo>
                  <a:pt x="2809159" y="1588452"/>
                </a:lnTo>
                <a:lnTo>
                  <a:pt x="0" y="1588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73" name="Google Shape;473;p24"/>
          <p:cNvSpPr/>
          <p:nvPr/>
        </p:nvSpPr>
        <p:spPr>
          <a:xfrm>
            <a:off x="10539046" y="5735642"/>
            <a:ext cx="2027235" cy="1872428"/>
          </a:xfrm>
          <a:custGeom>
            <a:avLst/>
            <a:gdLst/>
            <a:ahLst/>
            <a:cxnLst/>
            <a:rect l="l" t="t" r="r" b="b"/>
            <a:pathLst>
              <a:path w="2027235" h="1872428" extrusionOk="0">
                <a:moveTo>
                  <a:pt x="0" y="0"/>
                </a:moveTo>
                <a:lnTo>
                  <a:pt x="2027235" y="0"/>
                </a:lnTo>
                <a:lnTo>
                  <a:pt x="2027235" y="1872428"/>
                </a:lnTo>
                <a:lnTo>
                  <a:pt x="0" y="18724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74" name="Google Shape;474;p24"/>
          <p:cNvSpPr/>
          <p:nvPr/>
        </p:nvSpPr>
        <p:spPr>
          <a:xfrm>
            <a:off x="13832272" y="5935500"/>
            <a:ext cx="2114859" cy="1472711"/>
          </a:xfrm>
          <a:custGeom>
            <a:avLst/>
            <a:gdLst/>
            <a:ahLst/>
            <a:cxnLst/>
            <a:rect l="l" t="t" r="r" b="b"/>
            <a:pathLst>
              <a:path w="2114859" h="1472711" extrusionOk="0">
                <a:moveTo>
                  <a:pt x="0" y="0"/>
                </a:moveTo>
                <a:lnTo>
                  <a:pt x="2114859" y="0"/>
                </a:lnTo>
                <a:lnTo>
                  <a:pt x="2114859" y="1472711"/>
                </a:lnTo>
                <a:lnTo>
                  <a:pt x="0" y="147271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75" name="Google Shape;475;p24"/>
          <p:cNvSpPr txBox="1"/>
          <p:nvPr/>
        </p:nvSpPr>
        <p:spPr>
          <a:xfrm>
            <a:off x="1506401" y="1617175"/>
            <a:ext cx="71598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Activity title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76" name="Google Shape;476;p24"/>
          <p:cNvSpPr txBox="1"/>
          <p:nvPr/>
        </p:nvSpPr>
        <p:spPr>
          <a:xfrm>
            <a:off x="1600785" y="3830358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Our goal: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77" name="Google Shape;477;p24"/>
          <p:cNvSpPr txBox="1"/>
          <p:nvPr/>
        </p:nvSpPr>
        <p:spPr>
          <a:xfrm>
            <a:off x="1600785" y="5899456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What we’ll use: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78" name="Google Shape;478;p24"/>
          <p:cNvSpPr txBox="1"/>
          <p:nvPr/>
        </p:nvSpPr>
        <p:spPr>
          <a:xfrm>
            <a:off x="1601954" y="7962326"/>
            <a:ext cx="52674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Inspiration: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79" name="Google Shape;479;p24"/>
          <p:cNvSpPr txBox="1"/>
          <p:nvPr/>
        </p:nvSpPr>
        <p:spPr>
          <a:xfrm>
            <a:off x="1487550" y="4313109"/>
            <a:ext cx="6684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Share the purpose of the activity.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80" name="Google Shape;480;p24"/>
          <p:cNvSpPr txBox="1"/>
          <p:nvPr/>
        </p:nvSpPr>
        <p:spPr>
          <a:xfrm>
            <a:off x="1487550" y="6382207"/>
            <a:ext cx="6684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List the materials that will be used.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81" name="Google Shape;481;p24"/>
          <p:cNvSpPr txBox="1"/>
          <p:nvPr/>
        </p:nvSpPr>
        <p:spPr>
          <a:xfrm>
            <a:off x="1487550" y="8445077"/>
            <a:ext cx="6912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61341" marR="0" lvl="1" indent="-280669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Barlow"/>
              <a:buChar char="•"/>
            </a:pPr>
            <a:r>
              <a:rPr lang="en-US" sz="26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Share an example or an inspirational piece.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82" name="Google Shape;482;p24"/>
          <p:cNvSpPr txBox="1"/>
          <p:nvPr/>
        </p:nvSpPr>
        <p:spPr>
          <a:xfrm>
            <a:off x="10606391" y="1914664"/>
            <a:ext cx="5267400" cy="4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Instructions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83" name="Google Shape;483;p24"/>
          <p:cNvSpPr txBox="1"/>
          <p:nvPr/>
        </p:nvSpPr>
        <p:spPr>
          <a:xfrm>
            <a:off x="10539046" y="4849751"/>
            <a:ext cx="2041500" cy="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Step 1: </a:t>
            </a:r>
            <a:endParaRPr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Prepare the clay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84" name="Google Shape;484;p24"/>
          <p:cNvSpPr txBox="1"/>
          <p:nvPr/>
        </p:nvSpPr>
        <p:spPr>
          <a:xfrm>
            <a:off x="13485122" y="7886495"/>
            <a:ext cx="2809200" cy="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Step 4: </a:t>
            </a:r>
            <a:endParaRPr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Add next step here.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85" name="Google Shape;485;p24"/>
          <p:cNvSpPr txBox="1"/>
          <p:nvPr/>
        </p:nvSpPr>
        <p:spPr>
          <a:xfrm>
            <a:off x="10148084" y="7886495"/>
            <a:ext cx="2809200" cy="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Step 3: </a:t>
            </a:r>
            <a:endParaRPr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Add next step here.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486" name="Google Shape;486;p24"/>
          <p:cNvSpPr txBox="1"/>
          <p:nvPr/>
        </p:nvSpPr>
        <p:spPr>
          <a:xfrm>
            <a:off x="13868920" y="4849751"/>
            <a:ext cx="2041500" cy="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Step 2: </a:t>
            </a:r>
            <a:endParaRPr>
              <a:latin typeface="Barlow"/>
              <a:ea typeface="Barlow"/>
              <a:cs typeface="Barlow"/>
              <a:sym typeface="Barlow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Roll the clay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5" name="Google Shape;555;p27"/>
          <p:cNvGrpSpPr/>
          <p:nvPr/>
        </p:nvGrpSpPr>
        <p:grpSpPr>
          <a:xfrm>
            <a:off x="714865" y="593699"/>
            <a:ext cx="16858270" cy="9099602"/>
            <a:chOff x="0" y="0"/>
            <a:chExt cx="4440038" cy="2396603"/>
          </a:xfrm>
        </p:grpSpPr>
        <p:sp>
          <p:nvSpPr>
            <p:cNvPr id="556" name="Google Shape;556;p27"/>
            <p:cNvSpPr/>
            <p:nvPr/>
          </p:nvSpPr>
          <p:spPr>
            <a:xfrm>
              <a:off x="0" y="0"/>
              <a:ext cx="4440038" cy="2396603"/>
            </a:xfrm>
            <a:custGeom>
              <a:avLst/>
              <a:gdLst/>
              <a:ahLst/>
              <a:cxnLst/>
              <a:rect l="l" t="t" r="r" b="b"/>
              <a:pathLst>
                <a:path w="4440038" h="2396603" extrusionOk="0">
                  <a:moveTo>
                    <a:pt x="9185" y="0"/>
                  </a:moveTo>
                  <a:lnTo>
                    <a:pt x="4430854" y="0"/>
                  </a:lnTo>
                  <a:cubicBezTo>
                    <a:pt x="4435926" y="0"/>
                    <a:pt x="4440038" y="4112"/>
                    <a:pt x="4440038" y="9185"/>
                  </a:cubicBezTo>
                  <a:lnTo>
                    <a:pt x="4440038" y="2387418"/>
                  </a:lnTo>
                  <a:cubicBezTo>
                    <a:pt x="4440038" y="2389854"/>
                    <a:pt x="4439071" y="2392190"/>
                    <a:pt x="4437348" y="2393913"/>
                  </a:cubicBezTo>
                  <a:cubicBezTo>
                    <a:pt x="4435626" y="2395635"/>
                    <a:pt x="4433289" y="2396603"/>
                    <a:pt x="4430854" y="2396603"/>
                  </a:cubicBezTo>
                  <a:lnTo>
                    <a:pt x="9185" y="2396603"/>
                  </a:lnTo>
                  <a:cubicBezTo>
                    <a:pt x="6749" y="2396603"/>
                    <a:pt x="4413" y="2395635"/>
                    <a:pt x="2690" y="2393913"/>
                  </a:cubicBezTo>
                  <a:cubicBezTo>
                    <a:pt x="968" y="2392190"/>
                    <a:pt x="0" y="2389854"/>
                    <a:pt x="0" y="2387418"/>
                  </a:cubicBezTo>
                  <a:lnTo>
                    <a:pt x="0" y="9185"/>
                  </a:lnTo>
                  <a:cubicBezTo>
                    <a:pt x="0" y="6749"/>
                    <a:pt x="968" y="4413"/>
                    <a:pt x="2690" y="2690"/>
                  </a:cubicBezTo>
                  <a:cubicBezTo>
                    <a:pt x="4413" y="968"/>
                    <a:pt x="6749" y="0"/>
                    <a:pt x="9185" y="0"/>
                  </a:cubicBezTo>
                  <a:close/>
                </a:path>
              </a:pathLst>
            </a:custGeom>
            <a:solidFill>
              <a:srgbClr val="FFFFFF"/>
            </a:solidFill>
            <a:ln w="571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7"/>
            <p:cNvSpPr txBox="1"/>
            <p:nvPr/>
          </p:nvSpPr>
          <p:spPr>
            <a:xfrm>
              <a:off x="0" y="9525"/>
              <a:ext cx="4440038" cy="2387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8" name="Google Shape;558;p27"/>
          <p:cNvSpPr txBox="1"/>
          <p:nvPr/>
        </p:nvSpPr>
        <p:spPr>
          <a:xfrm>
            <a:off x="3377480" y="2492366"/>
            <a:ext cx="11533039" cy="30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This presentation template is free for everyone to use, thanks to the following:</a:t>
            </a:r>
            <a:endParaRPr/>
          </a:p>
        </p:txBody>
      </p:sp>
      <p:sp>
        <p:nvSpPr>
          <p:cNvPr id="559" name="Google Shape;559;p27"/>
          <p:cNvSpPr txBox="1"/>
          <p:nvPr/>
        </p:nvSpPr>
        <p:spPr>
          <a:xfrm>
            <a:off x="3377480" y="5269847"/>
            <a:ext cx="11533039" cy="30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for this presentation template</a:t>
            </a:r>
            <a:endParaRPr/>
          </a:p>
        </p:txBody>
      </p:sp>
      <p:sp>
        <p:nvSpPr>
          <p:cNvPr id="560" name="Google Shape;560;p27"/>
          <p:cNvSpPr txBox="1"/>
          <p:nvPr/>
        </p:nvSpPr>
        <p:spPr>
          <a:xfrm>
            <a:off x="3377480" y="7327214"/>
            <a:ext cx="11533039" cy="30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for the photos, graphics, and elements</a:t>
            </a:r>
            <a:endParaRPr/>
          </a:p>
        </p:txBody>
      </p:sp>
      <p:sp>
        <p:nvSpPr>
          <p:cNvPr id="561" name="Google Shape;561;p27"/>
          <p:cNvSpPr txBox="1"/>
          <p:nvPr/>
        </p:nvSpPr>
        <p:spPr>
          <a:xfrm>
            <a:off x="7108732" y="8489231"/>
            <a:ext cx="4070535" cy="4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Happy designing!</a:t>
            </a:r>
            <a:endParaRPr/>
          </a:p>
        </p:txBody>
      </p:sp>
      <p:sp>
        <p:nvSpPr>
          <p:cNvPr id="562" name="Google Shape;562;p27"/>
          <p:cNvSpPr txBox="1"/>
          <p:nvPr/>
        </p:nvSpPr>
        <p:spPr>
          <a:xfrm>
            <a:off x="5469973" y="1320155"/>
            <a:ext cx="7348055" cy="961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Credits</a:t>
            </a:r>
            <a:endParaRPr/>
          </a:p>
        </p:txBody>
      </p:sp>
      <p:sp>
        <p:nvSpPr>
          <p:cNvPr id="563" name="Google Shape;563;p27"/>
          <p:cNvSpPr txBox="1"/>
          <p:nvPr/>
        </p:nvSpPr>
        <p:spPr>
          <a:xfrm>
            <a:off x="5004582" y="6431864"/>
            <a:ext cx="8278835" cy="685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Pexels, Pixabay, Sketchify</a:t>
            </a:r>
            <a:endParaRPr/>
          </a:p>
        </p:txBody>
      </p:sp>
      <p:pic>
        <p:nvPicPr>
          <p:cNvPr id="564" name="Google Shape;56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68425" y="3580325"/>
            <a:ext cx="5751150" cy="143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6F61"/>
        </a:solidFill>
        <a:effectLst/>
      </p:bgPr>
    </p:bg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3" name="Google Shape;443;p23"/>
          <p:cNvGrpSpPr/>
          <p:nvPr/>
        </p:nvGrpSpPr>
        <p:grpSpPr>
          <a:xfrm>
            <a:off x="9144000" y="2815580"/>
            <a:ext cx="8115300" cy="2917130"/>
            <a:chOff x="0" y="-47625"/>
            <a:chExt cx="2325925" cy="836078"/>
          </a:xfrm>
        </p:grpSpPr>
        <p:sp>
          <p:nvSpPr>
            <p:cNvPr id="444" name="Google Shape;444;p23"/>
            <p:cNvSpPr/>
            <p:nvPr/>
          </p:nvSpPr>
          <p:spPr>
            <a:xfrm>
              <a:off x="0" y="0"/>
              <a:ext cx="2325925" cy="788453"/>
            </a:xfrm>
            <a:custGeom>
              <a:avLst/>
              <a:gdLst/>
              <a:ahLst/>
              <a:cxnLst/>
              <a:rect l="l" t="t" r="r" b="b"/>
              <a:pathLst>
                <a:path w="2325925" h="788453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759833"/>
                  </a:lnTo>
                  <a:cubicBezTo>
                    <a:pt x="2325925" y="775640"/>
                    <a:pt x="2313111" y="788453"/>
                    <a:pt x="2297305" y="788453"/>
                  </a:cubicBezTo>
                  <a:lnTo>
                    <a:pt x="28620" y="788453"/>
                  </a:lnTo>
                  <a:cubicBezTo>
                    <a:pt x="12813" y="788453"/>
                    <a:pt x="0" y="775640"/>
                    <a:pt x="0" y="759833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23"/>
            <p:cNvSpPr txBox="1"/>
            <p:nvPr/>
          </p:nvSpPr>
          <p:spPr>
            <a:xfrm>
              <a:off x="0" y="-47625"/>
              <a:ext cx="2325925" cy="836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6" name="Google Shape;446;p23"/>
          <p:cNvGrpSpPr/>
          <p:nvPr/>
        </p:nvGrpSpPr>
        <p:grpSpPr>
          <a:xfrm>
            <a:off x="9144000" y="5852293"/>
            <a:ext cx="8115300" cy="1452959"/>
            <a:chOff x="0" y="-47625"/>
            <a:chExt cx="2325925" cy="416432"/>
          </a:xfrm>
        </p:grpSpPr>
        <p:sp>
          <p:nvSpPr>
            <p:cNvPr id="447" name="Google Shape;447;p23"/>
            <p:cNvSpPr/>
            <p:nvPr/>
          </p:nvSpPr>
          <p:spPr>
            <a:xfrm>
              <a:off x="0" y="0"/>
              <a:ext cx="2325925" cy="368807"/>
            </a:xfrm>
            <a:custGeom>
              <a:avLst/>
              <a:gdLst/>
              <a:ahLst/>
              <a:cxnLst/>
              <a:rect l="l" t="t" r="r" b="b"/>
              <a:pathLst>
                <a:path w="2325925" h="368807" extrusionOk="0">
                  <a:moveTo>
                    <a:pt x="28620" y="0"/>
                  </a:moveTo>
                  <a:lnTo>
                    <a:pt x="2297305" y="0"/>
                  </a:lnTo>
                  <a:cubicBezTo>
                    <a:pt x="2313111" y="0"/>
                    <a:pt x="2325925" y="12813"/>
                    <a:pt x="2325925" y="28620"/>
                  </a:cubicBezTo>
                  <a:lnTo>
                    <a:pt x="2325925" y="340188"/>
                  </a:lnTo>
                  <a:cubicBezTo>
                    <a:pt x="2325925" y="355994"/>
                    <a:pt x="2313111" y="368807"/>
                    <a:pt x="2297305" y="368807"/>
                  </a:cubicBezTo>
                  <a:lnTo>
                    <a:pt x="28620" y="368807"/>
                  </a:lnTo>
                  <a:cubicBezTo>
                    <a:pt x="12813" y="368807"/>
                    <a:pt x="0" y="355994"/>
                    <a:pt x="0" y="340188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solidFill>
              <a:srgbClr val="7FDA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3"/>
            <p:cNvSpPr txBox="1"/>
            <p:nvPr/>
          </p:nvSpPr>
          <p:spPr>
            <a:xfrm>
              <a:off x="0" y="-47625"/>
              <a:ext cx="2325925" cy="4164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9" name="Google Shape;449;p23"/>
          <p:cNvSpPr/>
          <p:nvPr/>
        </p:nvSpPr>
        <p:spPr>
          <a:xfrm>
            <a:off x="1485661" y="810251"/>
            <a:ext cx="6129578" cy="8666498"/>
          </a:xfrm>
          <a:custGeom>
            <a:avLst/>
            <a:gdLst/>
            <a:ahLst/>
            <a:cxnLst/>
            <a:rect l="l" t="t" r="r" b="b"/>
            <a:pathLst>
              <a:path w="6129578" h="8666498" extrusionOk="0">
                <a:moveTo>
                  <a:pt x="0" y="0"/>
                </a:moveTo>
                <a:lnTo>
                  <a:pt x="6129577" y="0"/>
                </a:lnTo>
                <a:lnTo>
                  <a:pt x="6129577" y="8666498"/>
                </a:lnTo>
                <a:lnTo>
                  <a:pt x="0" y="866649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50" name="Google Shape;450;p23"/>
          <p:cNvSpPr txBox="1"/>
          <p:nvPr/>
        </p:nvSpPr>
        <p:spPr>
          <a:xfrm>
            <a:off x="9554960" y="3603728"/>
            <a:ext cx="7293300" cy="15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405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ART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451" name="Google Shape;451;p23"/>
          <p:cNvSpPr txBox="1"/>
          <p:nvPr/>
        </p:nvSpPr>
        <p:spPr>
          <a:xfrm>
            <a:off x="11054887" y="6301729"/>
            <a:ext cx="4293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Let’s play and create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2" name="Google Shape;502;p26"/>
          <p:cNvGrpSpPr/>
          <p:nvPr/>
        </p:nvGrpSpPr>
        <p:grpSpPr>
          <a:xfrm>
            <a:off x="714865" y="2300537"/>
            <a:ext cx="5097641" cy="7400322"/>
            <a:chOff x="0" y="0"/>
            <a:chExt cx="1342589" cy="1949056"/>
          </a:xfrm>
        </p:grpSpPr>
        <p:sp>
          <p:nvSpPr>
            <p:cNvPr id="503" name="Google Shape;503;p26"/>
            <p:cNvSpPr/>
            <p:nvPr/>
          </p:nvSpPr>
          <p:spPr>
            <a:xfrm>
              <a:off x="0" y="0"/>
              <a:ext cx="1342589" cy="1949056"/>
            </a:xfrm>
            <a:custGeom>
              <a:avLst/>
              <a:gdLst/>
              <a:ahLst/>
              <a:cxnLst/>
              <a:rect l="l" t="t" r="r" b="b"/>
              <a:pathLst>
                <a:path w="1342589" h="1949056" extrusionOk="0">
                  <a:moveTo>
                    <a:pt x="30375" y="0"/>
                  </a:moveTo>
                  <a:lnTo>
                    <a:pt x="1312214" y="0"/>
                  </a:lnTo>
                  <a:cubicBezTo>
                    <a:pt x="1320270" y="0"/>
                    <a:pt x="1327996" y="3200"/>
                    <a:pt x="1333692" y="8896"/>
                  </a:cubicBezTo>
                  <a:cubicBezTo>
                    <a:pt x="1339388" y="14593"/>
                    <a:pt x="1342589" y="22319"/>
                    <a:pt x="1342589" y="30375"/>
                  </a:cubicBezTo>
                  <a:lnTo>
                    <a:pt x="1342589" y="1918682"/>
                  </a:lnTo>
                  <a:cubicBezTo>
                    <a:pt x="1342589" y="1935457"/>
                    <a:pt x="1328989" y="1949056"/>
                    <a:pt x="1312214" y="1949056"/>
                  </a:cubicBezTo>
                  <a:lnTo>
                    <a:pt x="30375" y="1949056"/>
                  </a:lnTo>
                  <a:cubicBezTo>
                    <a:pt x="22319" y="1949056"/>
                    <a:pt x="14593" y="1945856"/>
                    <a:pt x="8896" y="1940159"/>
                  </a:cubicBezTo>
                  <a:cubicBezTo>
                    <a:pt x="3200" y="1934463"/>
                    <a:pt x="0" y="1926737"/>
                    <a:pt x="0" y="1918682"/>
                  </a:cubicBezTo>
                  <a:lnTo>
                    <a:pt x="0" y="30375"/>
                  </a:lnTo>
                  <a:cubicBezTo>
                    <a:pt x="0" y="13599"/>
                    <a:pt x="13599" y="0"/>
                    <a:pt x="30375" y="0"/>
                  </a:cubicBezTo>
                  <a:close/>
                </a:path>
              </a:pathLst>
            </a:custGeom>
            <a:solidFill>
              <a:srgbClr val="FFFFFF"/>
            </a:solidFill>
            <a:ln w="571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6"/>
            <p:cNvSpPr txBox="1"/>
            <p:nvPr/>
          </p:nvSpPr>
          <p:spPr>
            <a:xfrm>
              <a:off x="0" y="9525"/>
              <a:ext cx="1342589" cy="19395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5" name="Google Shape;505;p26"/>
          <p:cNvGrpSpPr/>
          <p:nvPr/>
        </p:nvGrpSpPr>
        <p:grpSpPr>
          <a:xfrm>
            <a:off x="6060156" y="2300537"/>
            <a:ext cx="11512980" cy="7400322"/>
            <a:chOff x="0" y="0"/>
            <a:chExt cx="3032225" cy="1949056"/>
          </a:xfrm>
        </p:grpSpPr>
        <p:sp>
          <p:nvSpPr>
            <p:cNvPr id="506" name="Google Shape;506;p26"/>
            <p:cNvSpPr/>
            <p:nvPr/>
          </p:nvSpPr>
          <p:spPr>
            <a:xfrm>
              <a:off x="0" y="0"/>
              <a:ext cx="3032225" cy="1949056"/>
            </a:xfrm>
            <a:custGeom>
              <a:avLst/>
              <a:gdLst/>
              <a:ahLst/>
              <a:cxnLst/>
              <a:rect l="l" t="t" r="r" b="b"/>
              <a:pathLst>
                <a:path w="3032225" h="1949056" extrusionOk="0">
                  <a:moveTo>
                    <a:pt x="13449" y="0"/>
                  </a:moveTo>
                  <a:lnTo>
                    <a:pt x="3018776" y="0"/>
                  </a:lnTo>
                  <a:cubicBezTo>
                    <a:pt x="3022343" y="0"/>
                    <a:pt x="3025764" y="1417"/>
                    <a:pt x="3028286" y="3939"/>
                  </a:cubicBezTo>
                  <a:cubicBezTo>
                    <a:pt x="3030808" y="6461"/>
                    <a:pt x="3032225" y="9882"/>
                    <a:pt x="3032225" y="13449"/>
                  </a:cubicBezTo>
                  <a:lnTo>
                    <a:pt x="3032225" y="1935607"/>
                  </a:lnTo>
                  <a:cubicBezTo>
                    <a:pt x="3032225" y="1939174"/>
                    <a:pt x="3030808" y="1942595"/>
                    <a:pt x="3028286" y="1945117"/>
                  </a:cubicBezTo>
                  <a:cubicBezTo>
                    <a:pt x="3025764" y="1947639"/>
                    <a:pt x="3022343" y="1949056"/>
                    <a:pt x="3018776" y="1949056"/>
                  </a:cubicBezTo>
                  <a:lnTo>
                    <a:pt x="13449" y="1949056"/>
                  </a:lnTo>
                  <a:cubicBezTo>
                    <a:pt x="9882" y="1949056"/>
                    <a:pt x="6461" y="1947639"/>
                    <a:pt x="3939" y="1945117"/>
                  </a:cubicBezTo>
                  <a:cubicBezTo>
                    <a:pt x="1417" y="1942595"/>
                    <a:pt x="0" y="1939174"/>
                    <a:pt x="0" y="1935607"/>
                  </a:cubicBezTo>
                  <a:lnTo>
                    <a:pt x="0" y="13449"/>
                  </a:lnTo>
                  <a:cubicBezTo>
                    <a:pt x="0" y="9882"/>
                    <a:pt x="1417" y="6461"/>
                    <a:pt x="3939" y="3939"/>
                  </a:cubicBezTo>
                  <a:cubicBezTo>
                    <a:pt x="6461" y="1417"/>
                    <a:pt x="9882" y="0"/>
                    <a:pt x="13449" y="0"/>
                  </a:cubicBezTo>
                  <a:close/>
                </a:path>
              </a:pathLst>
            </a:custGeom>
            <a:solidFill>
              <a:srgbClr val="FFFFFF"/>
            </a:solidFill>
            <a:ln w="571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6"/>
            <p:cNvSpPr txBox="1"/>
            <p:nvPr/>
          </p:nvSpPr>
          <p:spPr>
            <a:xfrm>
              <a:off x="0" y="9525"/>
              <a:ext cx="3032225" cy="19395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8" name="Google Shape;508;p26"/>
          <p:cNvGrpSpPr/>
          <p:nvPr/>
        </p:nvGrpSpPr>
        <p:grpSpPr>
          <a:xfrm>
            <a:off x="1104558" y="2712744"/>
            <a:ext cx="4318255" cy="647237"/>
            <a:chOff x="0" y="0"/>
            <a:chExt cx="1137318" cy="170466"/>
          </a:xfrm>
        </p:grpSpPr>
        <p:sp>
          <p:nvSpPr>
            <p:cNvPr id="509" name="Google Shape;509;p26"/>
            <p:cNvSpPr/>
            <p:nvPr/>
          </p:nvSpPr>
          <p:spPr>
            <a:xfrm>
              <a:off x="0" y="0"/>
              <a:ext cx="1137318" cy="170466"/>
            </a:xfrm>
            <a:custGeom>
              <a:avLst/>
              <a:gdLst/>
              <a:ahLst/>
              <a:cxnLst/>
              <a:rect l="l" t="t" r="r" b="b"/>
              <a:pathLst>
                <a:path w="1137318" h="170466" extrusionOk="0">
                  <a:moveTo>
                    <a:pt x="35857" y="0"/>
                  </a:moveTo>
                  <a:lnTo>
                    <a:pt x="1101462" y="0"/>
                  </a:lnTo>
                  <a:cubicBezTo>
                    <a:pt x="1121265" y="0"/>
                    <a:pt x="1137318" y="16054"/>
                    <a:pt x="1137318" y="35857"/>
                  </a:cubicBezTo>
                  <a:lnTo>
                    <a:pt x="1137318" y="134609"/>
                  </a:lnTo>
                  <a:cubicBezTo>
                    <a:pt x="1137318" y="144119"/>
                    <a:pt x="1133540" y="153239"/>
                    <a:pt x="1126816" y="159964"/>
                  </a:cubicBezTo>
                  <a:cubicBezTo>
                    <a:pt x="1120092" y="166688"/>
                    <a:pt x="1110971" y="170466"/>
                    <a:pt x="1101462" y="170466"/>
                  </a:cubicBezTo>
                  <a:lnTo>
                    <a:pt x="35857" y="170466"/>
                  </a:lnTo>
                  <a:cubicBezTo>
                    <a:pt x="26347" y="170466"/>
                    <a:pt x="17227" y="166688"/>
                    <a:pt x="10502" y="159964"/>
                  </a:cubicBezTo>
                  <a:cubicBezTo>
                    <a:pt x="3778" y="153239"/>
                    <a:pt x="0" y="144119"/>
                    <a:pt x="0" y="134609"/>
                  </a:cubicBezTo>
                  <a:lnTo>
                    <a:pt x="0" y="35857"/>
                  </a:lnTo>
                  <a:cubicBezTo>
                    <a:pt x="0" y="26347"/>
                    <a:pt x="3778" y="17227"/>
                    <a:pt x="10502" y="10502"/>
                  </a:cubicBezTo>
                  <a:cubicBezTo>
                    <a:pt x="17227" y="3778"/>
                    <a:pt x="26347" y="0"/>
                    <a:pt x="35857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6"/>
            <p:cNvSpPr txBox="1"/>
            <p:nvPr/>
          </p:nvSpPr>
          <p:spPr>
            <a:xfrm>
              <a:off x="0" y="0"/>
              <a:ext cx="1137318" cy="1704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2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Fonts</a:t>
              </a:r>
              <a:endParaRPr/>
            </a:p>
          </p:txBody>
        </p:sp>
      </p:grpSp>
      <p:grpSp>
        <p:nvGrpSpPr>
          <p:cNvPr id="511" name="Google Shape;511;p26"/>
          <p:cNvGrpSpPr/>
          <p:nvPr/>
        </p:nvGrpSpPr>
        <p:grpSpPr>
          <a:xfrm>
            <a:off x="9623087" y="2712744"/>
            <a:ext cx="4368067" cy="647237"/>
            <a:chOff x="0" y="0"/>
            <a:chExt cx="1150437" cy="170466"/>
          </a:xfrm>
        </p:grpSpPr>
        <p:sp>
          <p:nvSpPr>
            <p:cNvPr id="512" name="Google Shape;512;p26"/>
            <p:cNvSpPr/>
            <p:nvPr/>
          </p:nvSpPr>
          <p:spPr>
            <a:xfrm>
              <a:off x="0" y="0"/>
              <a:ext cx="1150437" cy="170466"/>
            </a:xfrm>
            <a:custGeom>
              <a:avLst/>
              <a:gdLst/>
              <a:ahLst/>
              <a:cxnLst/>
              <a:rect l="l" t="t" r="r" b="b"/>
              <a:pathLst>
                <a:path w="1150437" h="170466" extrusionOk="0">
                  <a:moveTo>
                    <a:pt x="35448" y="0"/>
                  </a:moveTo>
                  <a:lnTo>
                    <a:pt x="1114989" y="0"/>
                  </a:lnTo>
                  <a:cubicBezTo>
                    <a:pt x="1124391" y="0"/>
                    <a:pt x="1133407" y="3735"/>
                    <a:pt x="1140055" y="10382"/>
                  </a:cubicBezTo>
                  <a:cubicBezTo>
                    <a:pt x="1146703" y="17030"/>
                    <a:pt x="1150437" y="26046"/>
                    <a:pt x="1150437" y="35448"/>
                  </a:cubicBezTo>
                  <a:lnTo>
                    <a:pt x="1150437" y="135018"/>
                  </a:lnTo>
                  <a:cubicBezTo>
                    <a:pt x="1150437" y="144419"/>
                    <a:pt x="1146703" y="153436"/>
                    <a:pt x="1140055" y="160083"/>
                  </a:cubicBezTo>
                  <a:cubicBezTo>
                    <a:pt x="1133407" y="166731"/>
                    <a:pt x="1124391" y="170466"/>
                    <a:pt x="1114989" y="170466"/>
                  </a:cubicBezTo>
                  <a:lnTo>
                    <a:pt x="35448" y="170466"/>
                  </a:lnTo>
                  <a:cubicBezTo>
                    <a:pt x="26046" y="170466"/>
                    <a:pt x="17030" y="166731"/>
                    <a:pt x="10382" y="160083"/>
                  </a:cubicBezTo>
                  <a:cubicBezTo>
                    <a:pt x="3735" y="153436"/>
                    <a:pt x="0" y="144419"/>
                    <a:pt x="0" y="135018"/>
                  </a:cubicBezTo>
                  <a:lnTo>
                    <a:pt x="0" y="35448"/>
                  </a:lnTo>
                  <a:cubicBezTo>
                    <a:pt x="0" y="26046"/>
                    <a:pt x="3735" y="17030"/>
                    <a:pt x="10382" y="10382"/>
                  </a:cubicBezTo>
                  <a:cubicBezTo>
                    <a:pt x="17030" y="3735"/>
                    <a:pt x="26046" y="0"/>
                    <a:pt x="35448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6"/>
            <p:cNvSpPr txBox="1"/>
            <p:nvPr/>
          </p:nvSpPr>
          <p:spPr>
            <a:xfrm>
              <a:off x="0" y="0"/>
              <a:ext cx="1150437" cy="1704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2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Design Elements / Icons</a:t>
              </a:r>
              <a:endParaRPr/>
            </a:p>
          </p:txBody>
        </p:sp>
      </p:grpSp>
      <p:grpSp>
        <p:nvGrpSpPr>
          <p:cNvPr id="514" name="Google Shape;514;p26"/>
          <p:cNvGrpSpPr/>
          <p:nvPr/>
        </p:nvGrpSpPr>
        <p:grpSpPr>
          <a:xfrm>
            <a:off x="1104558" y="7347143"/>
            <a:ext cx="4318255" cy="647237"/>
            <a:chOff x="0" y="0"/>
            <a:chExt cx="1137318" cy="170466"/>
          </a:xfrm>
        </p:grpSpPr>
        <p:sp>
          <p:nvSpPr>
            <p:cNvPr id="515" name="Google Shape;515;p26"/>
            <p:cNvSpPr/>
            <p:nvPr/>
          </p:nvSpPr>
          <p:spPr>
            <a:xfrm>
              <a:off x="0" y="0"/>
              <a:ext cx="1137318" cy="170466"/>
            </a:xfrm>
            <a:custGeom>
              <a:avLst/>
              <a:gdLst/>
              <a:ahLst/>
              <a:cxnLst/>
              <a:rect l="l" t="t" r="r" b="b"/>
              <a:pathLst>
                <a:path w="1137318" h="170466" extrusionOk="0">
                  <a:moveTo>
                    <a:pt x="35857" y="0"/>
                  </a:moveTo>
                  <a:lnTo>
                    <a:pt x="1101462" y="0"/>
                  </a:lnTo>
                  <a:cubicBezTo>
                    <a:pt x="1121265" y="0"/>
                    <a:pt x="1137318" y="16054"/>
                    <a:pt x="1137318" y="35857"/>
                  </a:cubicBezTo>
                  <a:lnTo>
                    <a:pt x="1137318" y="134609"/>
                  </a:lnTo>
                  <a:cubicBezTo>
                    <a:pt x="1137318" y="144119"/>
                    <a:pt x="1133540" y="153239"/>
                    <a:pt x="1126816" y="159964"/>
                  </a:cubicBezTo>
                  <a:cubicBezTo>
                    <a:pt x="1120092" y="166688"/>
                    <a:pt x="1110971" y="170466"/>
                    <a:pt x="1101462" y="170466"/>
                  </a:cubicBezTo>
                  <a:lnTo>
                    <a:pt x="35857" y="170466"/>
                  </a:lnTo>
                  <a:cubicBezTo>
                    <a:pt x="26347" y="170466"/>
                    <a:pt x="17227" y="166688"/>
                    <a:pt x="10502" y="159964"/>
                  </a:cubicBezTo>
                  <a:cubicBezTo>
                    <a:pt x="3778" y="153239"/>
                    <a:pt x="0" y="144119"/>
                    <a:pt x="0" y="134609"/>
                  </a:cubicBezTo>
                  <a:lnTo>
                    <a:pt x="0" y="35857"/>
                  </a:lnTo>
                  <a:cubicBezTo>
                    <a:pt x="0" y="26347"/>
                    <a:pt x="3778" y="17227"/>
                    <a:pt x="10502" y="10502"/>
                  </a:cubicBezTo>
                  <a:cubicBezTo>
                    <a:pt x="17227" y="3778"/>
                    <a:pt x="26347" y="0"/>
                    <a:pt x="35857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6"/>
            <p:cNvSpPr txBox="1"/>
            <p:nvPr/>
          </p:nvSpPr>
          <p:spPr>
            <a:xfrm>
              <a:off x="0" y="0"/>
              <a:ext cx="1137318" cy="1704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2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Colors</a:t>
              </a:r>
              <a:endParaRPr/>
            </a:p>
          </p:txBody>
        </p:sp>
      </p:grpSp>
      <p:grpSp>
        <p:nvGrpSpPr>
          <p:cNvPr id="517" name="Google Shape;517;p26"/>
          <p:cNvGrpSpPr/>
          <p:nvPr/>
        </p:nvGrpSpPr>
        <p:grpSpPr>
          <a:xfrm>
            <a:off x="1249355" y="8261080"/>
            <a:ext cx="725897" cy="725897"/>
            <a:chOff x="0" y="0"/>
            <a:chExt cx="812800" cy="812800"/>
          </a:xfrm>
        </p:grpSpPr>
        <p:sp>
          <p:nvSpPr>
            <p:cNvPr id="518" name="Google Shape;518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0" name="Google Shape;520;p26"/>
          <p:cNvGrpSpPr/>
          <p:nvPr/>
        </p:nvGrpSpPr>
        <p:grpSpPr>
          <a:xfrm>
            <a:off x="2064714" y="8261080"/>
            <a:ext cx="725897" cy="725897"/>
            <a:chOff x="0" y="0"/>
            <a:chExt cx="812800" cy="812800"/>
          </a:xfrm>
        </p:grpSpPr>
        <p:sp>
          <p:nvSpPr>
            <p:cNvPr id="521" name="Google Shape;521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93D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3" name="Google Shape;523;p26"/>
          <p:cNvGrpSpPr/>
          <p:nvPr/>
        </p:nvGrpSpPr>
        <p:grpSpPr>
          <a:xfrm>
            <a:off x="2943011" y="8261080"/>
            <a:ext cx="725897" cy="725897"/>
            <a:chOff x="0" y="0"/>
            <a:chExt cx="812800" cy="812800"/>
          </a:xfrm>
        </p:grpSpPr>
        <p:sp>
          <p:nvSpPr>
            <p:cNvPr id="524" name="Google Shape;524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6F61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6" name="Google Shape;526;p26"/>
          <p:cNvGrpSpPr/>
          <p:nvPr/>
        </p:nvGrpSpPr>
        <p:grpSpPr>
          <a:xfrm>
            <a:off x="3819515" y="8261080"/>
            <a:ext cx="725897" cy="725897"/>
            <a:chOff x="0" y="0"/>
            <a:chExt cx="812800" cy="812800"/>
          </a:xfrm>
        </p:grpSpPr>
        <p:sp>
          <p:nvSpPr>
            <p:cNvPr id="527" name="Google Shape;527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3D374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9" name="Google Shape;529;p26"/>
          <p:cNvGrpSpPr/>
          <p:nvPr/>
        </p:nvGrpSpPr>
        <p:grpSpPr>
          <a:xfrm>
            <a:off x="4696916" y="8261080"/>
            <a:ext cx="725897" cy="725897"/>
            <a:chOff x="0" y="0"/>
            <a:chExt cx="812800" cy="812800"/>
          </a:xfrm>
        </p:grpSpPr>
        <p:sp>
          <p:nvSpPr>
            <p:cNvPr id="530" name="Google Shape;530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F90DA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32" name="Google Shape;532;p26"/>
          <p:cNvSpPr/>
          <p:nvPr/>
        </p:nvSpPr>
        <p:spPr>
          <a:xfrm>
            <a:off x="8398699" y="6576949"/>
            <a:ext cx="2125842" cy="2615689"/>
          </a:xfrm>
          <a:custGeom>
            <a:avLst/>
            <a:gdLst/>
            <a:ahLst/>
            <a:cxnLst/>
            <a:rect l="l" t="t" r="r" b="b"/>
            <a:pathLst>
              <a:path w="2125842" h="2615689" extrusionOk="0">
                <a:moveTo>
                  <a:pt x="0" y="0"/>
                </a:moveTo>
                <a:lnTo>
                  <a:pt x="2125842" y="0"/>
                </a:lnTo>
                <a:lnTo>
                  <a:pt x="2125842" y="2615689"/>
                </a:lnTo>
                <a:lnTo>
                  <a:pt x="0" y="26156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33" name="Google Shape;533;p26"/>
          <p:cNvSpPr/>
          <p:nvPr/>
        </p:nvSpPr>
        <p:spPr>
          <a:xfrm>
            <a:off x="13222889" y="6591109"/>
            <a:ext cx="1712368" cy="2587369"/>
          </a:xfrm>
          <a:custGeom>
            <a:avLst/>
            <a:gdLst/>
            <a:ahLst/>
            <a:cxnLst/>
            <a:rect l="l" t="t" r="r" b="b"/>
            <a:pathLst>
              <a:path w="1712368" h="2587369" extrusionOk="0">
                <a:moveTo>
                  <a:pt x="0" y="0"/>
                </a:moveTo>
                <a:lnTo>
                  <a:pt x="1712368" y="0"/>
                </a:lnTo>
                <a:lnTo>
                  <a:pt x="1712368" y="2587369"/>
                </a:lnTo>
                <a:lnTo>
                  <a:pt x="0" y="258736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34" name="Google Shape;534;p26"/>
          <p:cNvSpPr/>
          <p:nvPr/>
        </p:nvSpPr>
        <p:spPr>
          <a:xfrm>
            <a:off x="10798905" y="3692752"/>
            <a:ext cx="1850006" cy="2615689"/>
          </a:xfrm>
          <a:custGeom>
            <a:avLst/>
            <a:gdLst/>
            <a:ahLst/>
            <a:cxnLst/>
            <a:rect l="l" t="t" r="r" b="b"/>
            <a:pathLst>
              <a:path w="1850006" h="2615689" extrusionOk="0">
                <a:moveTo>
                  <a:pt x="0" y="0"/>
                </a:moveTo>
                <a:lnTo>
                  <a:pt x="1850005" y="0"/>
                </a:lnTo>
                <a:lnTo>
                  <a:pt x="1850005" y="2615690"/>
                </a:lnTo>
                <a:lnTo>
                  <a:pt x="0" y="26156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35" name="Google Shape;535;p26"/>
          <p:cNvSpPr/>
          <p:nvPr/>
        </p:nvSpPr>
        <p:spPr>
          <a:xfrm>
            <a:off x="13099238" y="3692752"/>
            <a:ext cx="2135353" cy="2615689"/>
          </a:xfrm>
          <a:custGeom>
            <a:avLst/>
            <a:gdLst/>
            <a:ahLst/>
            <a:cxnLst/>
            <a:rect l="l" t="t" r="r" b="b"/>
            <a:pathLst>
              <a:path w="2135353" h="2615689" extrusionOk="0">
                <a:moveTo>
                  <a:pt x="0" y="0"/>
                </a:moveTo>
                <a:lnTo>
                  <a:pt x="2135354" y="0"/>
                </a:lnTo>
                <a:lnTo>
                  <a:pt x="2135354" y="2615690"/>
                </a:lnTo>
                <a:lnTo>
                  <a:pt x="0" y="26156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36" name="Google Shape;536;p26"/>
          <p:cNvSpPr/>
          <p:nvPr/>
        </p:nvSpPr>
        <p:spPr>
          <a:xfrm>
            <a:off x="10974869" y="6576949"/>
            <a:ext cx="1797692" cy="2615689"/>
          </a:xfrm>
          <a:custGeom>
            <a:avLst/>
            <a:gdLst/>
            <a:ahLst/>
            <a:cxnLst/>
            <a:rect l="l" t="t" r="r" b="b"/>
            <a:pathLst>
              <a:path w="1797692" h="2615689" extrusionOk="0">
                <a:moveTo>
                  <a:pt x="0" y="0"/>
                </a:moveTo>
                <a:lnTo>
                  <a:pt x="1797692" y="0"/>
                </a:lnTo>
                <a:lnTo>
                  <a:pt x="1797692" y="2615689"/>
                </a:lnTo>
                <a:lnTo>
                  <a:pt x="0" y="26156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37" name="Google Shape;537;p26"/>
          <p:cNvSpPr/>
          <p:nvPr/>
        </p:nvSpPr>
        <p:spPr>
          <a:xfrm>
            <a:off x="8398699" y="3692752"/>
            <a:ext cx="1949877" cy="2615689"/>
          </a:xfrm>
          <a:custGeom>
            <a:avLst/>
            <a:gdLst/>
            <a:ahLst/>
            <a:cxnLst/>
            <a:rect l="l" t="t" r="r" b="b"/>
            <a:pathLst>
              <a:path w="1949877" h="2615689" extrusionOk="0">
                <a:moveTo>
                  <a:pt x="0" y="0"/>
                </a:moveTo>
                <a:lnTo>
                  <a:pt x="1949877" y="0"/>
                </a:lnTo>
                <a:lnTo>
                  <a:pt x="1949877" y="2615690"/>
                </a:lnTo>
                <a:lnTo>
                  <a:pt x="0" y="26156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38" name="Google Shape;538;p26"/>
          <p:cNvSpPr txBox="1"/>
          <p:nvPr/>
        </p:nvSpPr>
        <p:spPr>
          <a:xfrm>
            <a:off x="1173043" y="3682826"/>
            <a:ext cx="4181285" cy="5047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This presentation template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uses the following free fonts:</a:t>
            </a:r>
            <a:endParaRPr/>
          </a:p>
        </p:txBody>
      </p:sp>
      <p:sp>
        <p:nvSpPr>
          <p:cNvPr id="539" name="Google Shape;539;p26"/>
          <p:cNvSpPr txBox="1"/>
          <p:nvPr/>
        </p:nvSpPr>
        <p:spPr>
          <a:xfrm>
            <a:off x="1116102" y="6775604"/>
            <a:ext cx="4368067" cy="247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You can find these fonts online too.</a:t>
            </a:r>
            <a:endParaRPr/>
          </a:p>
        </p:txBody>
      </p:sp>
      <p:sp>
        <p:nvSpPr>
          <p:cNvPr id="540" name="Google Shape;540;p26"/>
          <p:cNvSpPr txBox="1"/>
          <p:nvPr/>
        </p:nvSpPr>
        <p:spPr>
          <a:xfrm>
            <a:off x="1688417" y="4967635"/>
            <a:ext cx="3150536" cy="40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9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Baloo</a:t>
            </a:r>
            <a:endParaRPr/>
          </a:p>
        </p:txBody>
      </p:sp>
      <p:sp>
        <p:nvSpPr>
          <p:cNvPr id="541" name="Google Shape;541;p26"/>
          <p:cNvSpPr txBox="1"/>
          <p:nvPr/>
        </p:nvSpPr>
        <p:spPr>
          <a:xfrm>
            <a:off x="1523971" y="5966002"/>
            <a:ext cx="3479429" cy="314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7" b="0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Nunito Regular</a:t>
            </a:r>
            <a:endParaRPr/>
          </a:p>
        </p:txBody>
      </p:sp>
      <p:sp>
        <p:nvSpPr>
          <p:cNvPr id="542" name="Google Shape;542;p26"/>
          <p:cNvSpPr txBox="1"/>
          <p:nvPr/>
        </p:nvSpPr>
        <p:spPr>
          <a:xfrm>
            <a:off x="2319155" y="4679560"/>
            <a:ext cx="188906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97" b="1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TITLES:</a:t>
            </a:r>
            <a:endParaRPr/>
          </a:p>
        </p:txBody>
      </p:sp>
      <p:sp>
        <p:nvSpPr>
          <p:cNvPr id="543" name="Google Shape;543;p26"/>
          <p:cNvSpPr txBox="1"/>
          <p:nvPr/>
        </p:nvSpPr>
        <p:spPr>
          <a:xfrm>
            <a:off x="2319155" y="5680252"/>
            <a:ext cx="188906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97" b="1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BODY TEXT:</a:t>
            </a:r>
            <a:endParaRPr/>
          </a:p>
        </p:txBody>
      </p:sp>
      <p:sp>
        <p:nvSpPr>
          <p:cNvPr id="544" name="Google Shape;544;p26"/>
          <p:cNvSpPr txBox="1"/>
          <p:nvPr/>
        </p:nvSpPr>
        <p:spPr>
          <a:xfrm>
            <a:off x="1249355" y="9111709"/>
            <a:ext cx="725897" cy="17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#ED7843</a:t>
            </a:r>
            <a:endParaRPr/>
          </a:p>
        </p:txBody>
      </p:sp>
      <p:sp>
        <p:nvSpPr>
          <p:cNvPr id="545" name="Google Shape;545;p26"/>
          <p:cNvSpPr txBox="1"/>
          <p:nvPr/>
        </p:nvSpPr>
        <p:spPr>
          <a:xfrm>
            <a:off x="2064714" y="9111709"/>
            <a:ext cx="725897" cy="17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#ED7843</a:t>
            </a:r>
            <a:endParaRPr/>
          </a:p>
        </p:txBody>
      </p:sp>
      <p:sp>
        <p:nvSpPr>
          <p:cNvPr id="546" name="Google Shape;546;p26"/>
          <p:cNvSpPr txBox="1"/>
          <p:nvPr/>
        </p:nvSpPr>
        <p:spPr>
          <a:xfrm>
            <a:off x="2943011" y="9111709"/>
            <a:ext cx="725897" cy="17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#ED7843</a:t>
            </a:r>
            <a:endParaRPr/>
          </a:p>
        </p:txBody>
      </p:sp>
      <p:sp>
        <p:nvSpPr>
          <p:cNvPr id="547" name="Google Shape;547;p26"/>
          <p:cNvSpPr txBox="1"/>
          <p:nvPr/>
        </p:nvSpPr>
        <p:spPr>
          <a:xfrm>
            <a:off x="3819515" y="9111709"/>
            <a:ext cx="725897" cy="17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#ED7843</a:t>
            </a:r>
            <a:endParaRPr/>
          </a:p>
        </p:txBody>
      </p:sp>
      <p:sp>
        <p:nvSpPr>
          <p:cNvPr id="548" name="Google Shape;548;p26"/>
          <p:cNvSpPr txBox="1"/>
          <p:nvPr/>
        </p:nvSpPr>
        <p:spPr>
          <a:xfrm>
            <a:off x="4696916" y="9111709"/>
            <a:ext cx="725897" cy="17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#ED7843</a:t>
            </a:r>
            <a:endParaRPr/>
          </a:p>
        </p:txBody>
      </p:sp>
      <p:sp>
        <p:nvSpPr>
          <p:cNvPr id="549" name="Google Shape;549;p26"/>
          <p:cNvSpPr txBox="1"/>
          <p:nvPr/>
        </p:nvSpPr>
        <p:spPr>
          <a:xfrm>
            <a:off x="3800933" y="1719479"/>
            <a:ext cx="10686133" cy="314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Use these in your presentation. Delete or hide this page before presenting. </a:t>
            </a:r>
            <a:endParaRPr/>
          </a:p>
        </p:txBody>
      </p:sp>
      <p:sp>
        <p:nvSpPr>
          <p:cNvPr id="550" name="Google Shape;550;p26"/>
          <p:cNvSpPr txBox="1"/>
          <p:nvPr/>
        </p:nvSpPr>
        <p:spPr>
          <a:xfrm>
            <a:off x="5469973" y="595666"/>
            <a:ext cx="73482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Resource Page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4"/>
          <p:cNvGrpSpPr/>
          <p:nvPr/>
        </p:nvGrpSpPr>
        <p:grpSpPr>
          <a:xfrm>
            <a:off x="3578051" y="862533"/>
            <a:ext cx="13681249" cy="2190072"/>
            <a:chOff x="0" y="-47625"/>
            <a:chExt cx="3921181" cy="627696"/>
          </a:xfrm>
        </p:grpSpPr>
        <p:sp>
          <p:nvSpPr>
            <p:cNvPr id="176" name="Google Shape;176;p14"/>
            <p:cNvSpPr/>
            <p:nvPr/>
          </p:nvSpPr>
          <p:spPr>
            <a:xfrm>
              <a:off x="0" y="0"/>
              <a:ext cx="3921180" cy="580071"/>
            </a:xfrm>
            <a:custGeom>
              <a:avLst/>
              <a:gdLst/>
              <a:ahLst/>
              <a:cxnLst/>
              <a:rect l="l" t="t" r="r" b="b"/>
              <a:pathLst>
                <a:path w="3921180" h="580071" extrusionOk="0">
                  <a:moveTo>
                    <a:pt x="16976" y="0"/>
                  </a:moveTo>
                  <a:lnTo>
                    <a:pt x="3904204" y="0"/>
                  </a:lnTo>
                  <a:cubicBezTo>
                    <a:pt x="3913580" y="0"/>
                    <a:pt x="3921180" y="7601"/>
                    <a:pt x="3921180" y="16976"/>
                  </a:cubicBezTo>
                  <a:lnTo>
                    <a:pt x="3921180" y="563095"/>
                  </a:lnTo>
                  <a:cubicBezTo>
                    <a:pt x="3921180" y="567597"/>
                    <a:pt x="3919392" y="571915"/>
                    <a:pt x="3916208" y="575099"/>
                  </a:cubicBezTo>
                  <a:cubicBezTo>
                    <a:pt x="3913024" y="578283"/>
                    <a:pt x="3908706" y="580071"/>
                    <a:pt x="3904204" y="580071"/>
                  </a:cubicBezTo>
                  <a:lnTo>
                    <a:pt x="16976" y="580071"/>
                  </a:lnTo>
                  <a:cubicBezTo>
                    <a:pt x="12474" y="580071"/>
                    <a:pt x="8156" y="578283"/>
                    <a:pt x="4972" y="575099"/>
                  </a:cubicBezTo>
                  <a:cubicBezTo>
                    <a:pt x="1789" y="571915"/>
                    <a:pt x="0" y="567597"/>
                    <a:pt x="0" y="563095"/>
                  </a:cubicBezTo>
                  <a:lnTo>
                    <a:pt x="0" y="16976"/>
                  </a:lnTo>
                  <a:cubicBezTo>
                    <a:pt x="0" y="12474"/>
                    <a:pt x="1789" y="8156"/>
                    <a:pt x="4972" y="4972"/>
                  </a:cubicBezTo>
                  <a:cubicBezTo>
                    <a:pt x="8156" y="1789"/>
                    <a:pt x="12474" y="0"/>
                    <a:pt x="16976" y="0"/>
                  </a:cubicBezTo>
                  <a:close/>
                </a:path>
              </a:pathLst>
            </a:custGeom>
            <a:solidFill>
              <a:srgbClr val="FFD93D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4"/>
            <p:cNvSpPr txBox="1"/>
            <p:nvPr/>
          </p:nvSpPr>
          <p:spPr>
            <a:xfrm>
              <a:off x="0" y="-47625"/>
              <a:ext cx="3921181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8" name="Google Shape;178;p14"/>
          <p:cNvGrpSpPr/>
          <p:nvPr/>
        </p:nvGrpSpPr>
        <p:grpSpPr>
          <a:xfrm>
            <a:off x="1028700" y="862533"/>
            <a:ext cx="2263601" cy="2190072"/>
            <a:chOff x="0" y="-47625"/>
            <a:chExt cx="648770" cy="627696"/>
          </a:xfrm>
        </p:grpSpPr>
        <p:sp>
          <p:nvSpPr>
            <p:cNvPr id="179" name="Google Shape;179;p14"/>
            <p:cNvSpPr/>
            <p:nvPr/>
          </p:nvSpPr>
          <p:spPr>
            <a:xfrm>
              <a:off x="0" y="0"/>
              <a:ext cx="648770" cy="580071"/>
            </a:xfrm>
            <a:custGeom>
              <a:avLst/>
              <a:gdLst/>
              <a:ahLst/>
              <a:cxnLst/>
              <a:rect l="l" t="t" r="r" b="b"/>
              <a:pathLst>
                <a:path w="648770" h="580071" extrusionOk="0">
                  <a:moveTo>
                    <a:pt x="102605" y="0"/>
                  </a:moveTo>
                  <a:lnTo>
                    <a:pt x="546165" y="0"/>
                  </a:lnTo>
                  <a:cubicBezTo>
                    <a:pt x="602832" y="0"/>
                    <a:pt x="648770" y="45938"/>
                    <a:pt x="648770" y="102605"/>
                  </a:cubicBezTo>
                  <a:lnTo>
                    <a:pt x="648770" y="477466"/>
                  </a:lnTo>
                  <a:cubicBezTo>
                    <a:pt x="648770" y="534133"/>
                    <a:pt x="602832" y="580071"/>
                    <a:pt x="546165" y="580071"/>
                  </a:cubicBezTo>
                  <a:lnTo>
                    <a:pt x="102605" y="580071"/>
                  </a:lnTo>
                  <a:cubicBezTo>
                    <a:pt x="45938" y="580071"/>
                    <a:pt x="0" y="534133"/>
                    <a:pt x="0" y="477466"/>
                  </a:cubicBezTo>
                  <a:lnTo>
                    <a:pt x="0" y="102605"/>
                  </a:lnTo>
                  <a:cubicBezTo>
                    <a:pt x="0" y="45938"/>
                    <a:pt x="45938" y="0"/>
                    <a:pt x="102605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4"/>
            <p:cNvSpPr txBox="1"/>
            <p:nvPr/>
          </p:nvSpPr>
          <p:spPr>
            <a:xfrm>
              <a:off x="0" y="-47625"/>
              <a:ext cx="64877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1" name="Google Shape;181;p14"/>
          <p:cNvGrpSpPr/>
          <p:nvPr/>
        </p:nvGrpSpPr>
        <p:grpSpPr>
          <a:xfrm>
            <a:off x="1028700" y="3172188"/>
            <a:ext cx="7124437" cy="6086112"/>
            <a:chOff x="0" y="-47625"/>
            <a:chExt cx="2041934" cy="1744339"/>
          </a:xfrm>
        </p:grpSpPr>
        <p:sp>
          <p:nvSpPr>
            <p:cNvPr id="182" name="Google Shape;182;p14"/>
            <p:cNvSpPr/>
            <p:nvPr/>
          </p:nvSpPr>
          <p:spPr>
            <a:xfrm>
              <a:off x="0" y="0"/>
              <a:ext cx="2041934" cy="1696714"/>
            </a:xfrm>
            <a:custGeom>
              <a:avLst/>
              <a:gdLst/>
              <a:ahLst/>
              <a:cxnLst/>
              <a:rect l="l" t="t" r="r" b="b"/>
              <a:pathLst>
                <a:path w="2041934" h="1696714" extrusionOk="0">
                  <a:moveTo>
                    <a:pt x="16300" y="0"/>
                  </a:moveTo>
                  <a:lnTo>
                    <a:pt x="2025634" y="0"/>
                  </a:lnTo>
                  <a:cubicBezTo>
                    <a:pt x="2029957" y="0"/>
                    <a:pt x="2034103" y="1717"/>
                    <a:pt x="2037160" y="4774"/>
                  </a:cubicBezTo>
                  <a:cubicBezTo>
                    <a:pt x="2040216" y="7831"/>
                    <a:pt x="2041934" y="11977"/>
                    <a:pt x="2041934" y="16300"/>
                  </a:cubicBezTo>
                  <a:lnTo>
                    <a:pt x="2041934" y="1680414"/>
                  </a:lnTo>
                  <a:cubicBezTo>
                    <a:pt x="2041934" y="1689417"/>
                    <a:pt x="2034636" y="1696714"/>
                    <a:pt x="2025634" y="1696714"/>
                  </a:cubicBezTo>
                  <a:lnTo>
                    <a:pt x="16300" y="1696714"/>
                  </a:lnTo>
                  <a:cubicBezTo>
                    <a:pt x="7298" y="1696714"/>
                    <a:pt x="0" y="1689417"/>
                    <a:pt x="0" y="1680414"/>
                  </a:cubicBezTo>
                  <a:lnTo>
                    <a:pt x="0" y="16300"/>
                  </a:lnTo>
                  <a:cubicBezTo>
                    <a:pt x="0" y="11977"/>
                    <a:pt x="1717" y="7831"/>
                    <a:pt x="4774" y="4774"/>
                  </a:cubicBezTo>
                  <a:cubicBezTo>
                    <a:pt x="7831" y="1717"/>
                    <a:pt x="11977" y="0"/>
                    <a:pt x="16300" y="0"/>
                  </a:cubicBezTo>
                  <a:close/>
                </a:path>
              </a:pathLst>
            </a:custGeom>
            <a:solidFill>
              <a:srgbClr val="FFFFFF"/>
            </a:solidFill>
            <a:ln w="85725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14"/>
            <p:cNvSpPr txBox="1"/>
            <p:nvPr/>
          </p:nvSpPr>
          <p:spPr>
            <a:xfrm>
              <a:off x="0" y="-47625"/>
              <a:ext cx="2041934" cy="1744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14"/>
          <p:cNvGrpSpPr/>
          <p:nvPr/>
        </p:nvGrpSpPr>
        <p:grpSpPr>
          <a:xfrm>
            <a:off x="8438887" y="3172188"/>
            <a:ext cx="8820413" cy="2984971"/>
            <a:chOff x="0" y="-47625"/>
            <a:chExt cx="2528017" cy="855522"/>
          </a:xfrm>
        </p:grpSpPr>
        <p:sp>
          <p:nvSpPr>
            <p:cNvPr id="185" name="Google Shape;185;p14"/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4"/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7" name="Google Shape;187;p14"/>
          <p:cNvGrpSpPr/>
          <p:nvPr/>
        </p:nvGrpSpPr>
        <p:grpSpPr>
          <a:xfrm>
            <a:off x="8438887" y="6273329"/>
            <a:ext cx="8820413" cy="2984971"/>
            <a:chOff x="0" y="-47625"/>
            <a:chExt cx="2528017" cy="855522"/>
          </a:xfrm>
        </p:grpSpPr>
        <p:sp>
          <p:nvSpPr>
            <p:cNvPr id="188" name="Google Shape;188;p14"/>
            <p:cNvSpPr/>
            <p:nvPr/>
          </p:nvSpPr>
          <p:spPr>
            <a:xfrm>
              <a:off x="0" y="0"/>
              <a:ext cx="2528017" cy="807897"/>
            </a:xfrm>
            <a:custGeom>
              <a:avLst/>
              <a:gdLst/>
              <a:ahLst/>
              <a:cxnLst/>
              <a:rect l="l" t="t" r="r" b="b"/>
              <a:pathLst>
                <a:path w="2528017" h="807897" extrusionOk="0">
                  <a:moveTo>
                    <a:pt x="26332" y="0"/>
                  </a:moveTo>
                  <a:lnTo>
                    <a:pt x="2501685" y="0"/>
                  </a:lnTo>
                  <a:cubicBezTo>
                    <a:pt x="2508669" y="0"/>
                    <a:pt x="2515367" y="2774"/>
                    <a:pt x="2520305" y="7712"/>
                  </a:cubicBezTo>
                  <a:cubicBezTo>
                    <a:pt x="2525243" y="12651"/>
                    <a:pt x="2528017" y="19348"/>
                    <a:pt x="2528017" y="26332"/>
                  </a:cubicBezTo>
                  <a:lnTo>
                    <a:pt x="2528017" y="781565"/>
                  </a:lnTo>
                  <a:cubicBezTo>
                    <a:pt x="2528017" y="788549"/>
                    <a:pt x="2525243" y="795246"/>
                    <a:pt x="2520305" y="800184"/>
                  </a:cubicBezTo>
                  <a:cubicBezTo>
                    <a:pt x="2515367" y="805123"/>
                    <a:pt x="2508669" y="807897"/>
                    <a:pt x="2501685" y="807897"/>
                  </a:cubicBezTo>
                  <a:lnTo>
                    <a:pt x="26332" y="807897"/>
                  </a:lnTo>
                  <a:cubicBezTo>
                    <a:pt x="19348" y="807897"/>
                    <a:pt x="12651" y="805123"/>
                    <a:pt x="7712" y="800184"/>
                  </a:cubicBezTo>
                  <a:cubicBezTo>
                    <a:pt x="2774" y="795246"/>
                    <a:pt x="0" y="788549"/>
                    <a:pt x="0" y="781565"/>
                  </a:cubicBezTo>
                  <a:lnTo>
                    <a:pt x="0" y="26332"/>
                  </a:lnTo>
                  <a:cubicBezTo>
                    <a:pt x="0" y="19348"/>
                    <a:pt x="2774" y="12651"/>
                    <a:pt x="7712" y="7712"/>
                  </a:cubicBezTo>
                  <a:cubicBezTo>
                    <a:pt x="12651" y="2774"/>
                    <a:pt x="19348" y="0"/>
                    <a:pt x="26332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14"/>
            <p:cNvSpPr txBox="1"/>
            <p:nvPr/>
          </p:nvSpPr>
          <p:spPr>
            <a:xfrm>
              <a:off x="0" y="-47625"/>
              <a:ext cx="2528017" cy="8555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0" name="Google Shape;190;p14"/>
          <p:cNvGrpSpPr/>
          <p:nvPr/>
        </p:nvGrpSpPr>
        <p:grpSpPr>
          <a:xfrm>
            <a:off x="1819132" y="4254974"/>
            <a:ext cx="1541088" cy="763121"/>
            <a:chOff x="0" y="-47625"/>
            <a:chExt cx="484380" cy="239857"/>
          </a:xfrm>
        </p:grpSpPr>
        <p:sp>
          <p:nvSpPr>
            <p:cNvPr id="191" name="Google Shape;191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3" name="Google Shape;193;p14"/>
          <p:cNvGrpSpPr/>
          <p:nvPr/>
        </p:nvGrpSpPr>
        <p:grpSpPr>
          <a:xfrm>
            <a:off x="3977594" y="4254974"/>
            <a:ext cx="1541088" cy="763121"/>
            <a:chOff x="0" y="-47625"/>
            <a:chExt cx="484380" cy="239857"/>
          </a:xfrm>
        </p:grpSpPr>
        <p:sp>
          <p:nvSpPr>
            <p:cNvPr id="194" name="Google Shape;194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6" name="Google Shape;196;p14"/>
          <p:cNvGrpSpPr/>
          <p:nvPr/>
        </p:nvGrpSpPr>
        <p:grpSpPr>
          <a:xfrm>
            <a:off x="1819132" y="5026202"/>
            <a:ext cx="1541088" cy="763121"/>
            <a:chOff x="0" y="-47625"/>
            <a:chExt cx="484380" cy="239857"/>
          </a:xfrm>
        </p:grpSpPr>
        <p:sp>
          <p:nvSpPr>
            <p:cNvPr id="197" name="Google Shape;197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9" name="Google Shape;199;p14"/>
          <p:cNvGrpSpPr/>
          <p:nvPr/>
        </p:nvGrpSpPr>
        <p:grpSpPr>
          <a:xfrm>
            <a:off x="3977594" y="5026202"/>
            <a:ext cx="1541088" cy="763121"/>
            <a:chOff x="0" y="-47625"/>
            <a:chExt cx="484380" cy="239857"/>
          </a:xfrm>
        </p:grpSpPr>
        <p:sp>
          <p:nvSpPr>
            <p:cNvPr id="200" name="Google Shape;200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2" name="Google Shape;202;p14"/>
          <p:cNvGrpSpPr/>
          <p:nvPr/>
        </p:nvGrpSpPr>
        <p:grpSpPr>
          <a:xfrm>
            <a:off x="1819132" y="5797429"/>
            <a:ext cx="1541088" cy="763121"/>
            <a:chOff x="0" y="-47625"/>
            <a:chExt cx="484380" cy="239857"/>
          </a:xfrm>
        </p:grpSpPr>
        <p:sp>
          <p:nvSpPr>
            <p:cNvPr id="203" name="Google Shape;203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5" name="Google Shape;205;p14"/>
          <p:cNvGrpSpPr/>
          <p:nvPr/>
        </p:nvGrpSpPr>
        <p:grpSpPr>
          <a:xfrm>
            <a:off x="3977594" y="5797429"/>
            <a:ext cx="1541088" cy="763121"/>
            <a:chOff x="0" y="-47625"/>
            <a:chExt cx="484380" cy="239857"/>
          </a:xfrm>
        </p:grpSpPr>
        <p:sp>
          <p:nvSpPr>
            <p:cNvPr id="206" name="Google Shape;206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8" name="Google Shape;208;p14"/>
          <p:cNvGrpSpPr/>
          <p:nvPr/>
        </p:nvGrpSpPr>
        <p:grpSpPr>
          <a:xfrm>
            <a:off x="1819132" y="6568656"/>
            <a:ext cx="1541088" cy="763121"/>
            <a:chOff x="0" y="-47625"/>
            <a:chExt cx="484380" cy="239857"/>
          </a:xfrm>
        </p:grpSpPr>
        <p:sp>
          <p:nvSpPr>
            <p:cNvPr id="209" name="Google Shape;209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14"/>
          <p:cNvGrpSpPr/>
          <p:nvPr/>
        </p:nvGrpSpPr>
        <p:grpSpPr>
          <a:xfrm>
            <a:off x="3977594" y="6568656"/>
            <a:ext cx="1541088" cy="763121"/>
            <a:chOff x="0" y="-47625"/>
            <a:chExt cx="484380" cy="239857"/>
          </a:xfrm>
        </p:grpSpPr>
        <p:sp>
          <p:nvSpPr>
            <p:cNvPr id="212" name="Google Shape;212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D93D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4"/>
          <p:cNvGrpSpPr/>
          <p:nvPr/>
        </p:nvGrpSpPr>
        <p:grpSpPr>
          <a:xfrm>
            <a:off x="1819132" y="7339883"/>
            <a:ext cx="1541088" cy="763121"/>
            <a:chOff x="0" y="-47625"/>
            <a:chExt cx="484380" cy="239857"/>
          </a:xfrm>
        </p:grpSpPr>
        <p:sp>
          <p:nvSpPr>
            <p:cNvPr id="215" name="Google Shape;215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14"/>
          <p:cNvGrpSpPr/>
          <p:nvPr/>
        </p:nvGrpSpPr>
        <p:grpSpPr>
          <a:xfrm>
            <a:off x="3977594" y="7339883"/>
            <a:ext cx="1541088" cy="763121"/>
            <a:chOff x="0" y="-47625"/>
            <a:chExt cx="484380" cy="239857"/>
          </a:xfrm>
        </p:grpSpPr>
        <p:sp>
          <p:nvSpPr>
            <p:cNvPr id="218" name="Google Shape;218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FF6F61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14"/>
          <p:cNvGrpSpPr/>
          <p:nvPr/>
        </p:nvGrpSpPr>
        <p:grpSpPr>
          <a:xfrm>
            <a:off x="1819132" y="8113407"/>
            <a:ext cx="1541088" cy="763121"/>
            <a:chOff x="0" y="-47625"/>
            <a:chExt cx="484380" cy="239857"/>
          </a:xfrm>
        </p:grpSpPr>
        <p:sp>
          <p:nvSpPr>
            <p:cNvPr id="221" name="Google Shape;221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14"/>
          <p:cNvGrpSpPr/>
          <p:nvPr/>
        </p:nvGrpSpPr>
        <p:grpSpPr>
          <a:xfrm>
            <a:off x="3977594" y="8113407"/>
            <a:ext cx="1541088" cy="763121"/>
            <a:chOff x="0" y="-47625"/>
            <a:chExt cx="484380" cy="239857"/>
          </a:xfrm>
        </p:grpSpPr>
        <p:sp>
          <p:nvSpPr>
            <p:cNvPr id="224" name="Google Shape;224;p14"/>
            <p:cNvSpPr/>
            <p:nvPr/>
          </p:nvSpPr>
          <p:spPr>
            <a:xfrm>
              <a:off x="0" y="0"/>
              <a:ext cx="484380" cy="192232"/>
            </a:xfrm>
            <a:custGeom>
              <a:avLst/>
              <a:gdLst/>
              <a:ahLst/>
              <a:cxnLst/>
              <a:rect l="l" t="t" r="r" b="b"/>
              <a:pathLst>
                <a:path w="484380" h="192232" extrusionOk="0">
                  <a:moveTo>
                    <a:pt x="75355" y="0"/>
                  </a:moveTo>
                  <a:lnTo>
                    <a:pt x="409025" y="0"/>
                  </a:lnTo>
                  <a:cubicBezTo>
                    <a:pt x="450642" y="0"/>
                    <a:pt x="484380" y="33738"/>
                    <a:pt x="484380" y="75355"/>
                  </a:cubicBezTo>
                  <a:lnTo>
                    <a:pt x="484380" y="116877"/>
                  </a:lnTo>
                  <a:cubicBezTo>
                    <a:pt x="484380" y="158494"/>
                    <a:pt x="450642" y="192232"/>
                    <a:pt x="409025" y="192232"/>
                  </a:cubicBezTo>
                  <a:lnTo>
                    <a:pt x="75355" y="192232"/>
                  </a:lnTo>
                  <a:cubicBezTo>
                    <a:pt x="33738" y="192232"/>
                    <a:pt x="0" y="158494"/>
                    <a:pt x="0" y="116877"/>
                  </a:cubicBezTo>
                  <a:lnTo>
                    <a:pt x="0" y="75355"/>
                  </a:lnTo>
                  <a:cubicBezTo>
                    <a:pt x="0" y="33738"/>
                    <a:pt x="33738" y="0"/>
                    <a:pt x="75355" y="0"/>
                  </a:cubicBezTo>
                  <a:close/>
                </a:path>
              </a:pathLst>
            </a:custGeom>
            <a:solidFill>
              <a:srgbClr val="43D374"/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4"/>
            <p:cNvSpPr txBox="1"/>
            <p:nvPr/>
          </p:nvSpPr>
          <p:spPr>
            <a:xfrm>
              <a:off x="0" y="-47625"/>
              <a:ext cx="484380" cy="239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6" name="Google Shape;226;p14"/>
          <p:cNvSpPr/>
          <p:nvPr/>
        </p:nvSpPr>
        <p:spPr>
          <a:xfrm>
            <a:off x="15040328" y="4083202"/>
            <a:ext cx="1301014" cy="1576264"/>
          </a:xfrm>
          <a:custGeom>
            <a:avLst/>
            <a:gdLst/>
            <a:ahLst/>
            <a:cxnLst/>
            <a:rect l="l" t="t" r="r" b="b"/>
            <a:pathLst>
              <a:path w="1301014" h="1576264" extrusionOk="0">
                <a:moveTo>
                  <a:pt x="0" y="0"/>
                </a:moveTo>
                <a:lnTo>
                  <a:pt x="1301013" y="0"/>
                </a:lnTo>
                <a:lnTo>
                  <a:pt x="1301013" y="1576264"/>
                </a:lnTo>
                <a:lnTo>
                  <a:pt x="0" y="157626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t="-9603"/>
            </a:stretch>
          </a:blipFill>
          <a:ln>
            <a:noFill/>
          </a:ln>
        </p:spPr>
      </p:sp>
      <p:sp>
        <p:nvSpPr>
          <p:cNvPr id="227" name="Google Shape;227;p14"/>
          <p:cNvSpPr/>
          <p:nvPr/>
        </p:nvSpPr>
        <p:spPr>
          <a:xfrm rot="-907270">
            <a:off x="14905718" y="7219581"/>
            <a:ext cx="1570232" cy="1507423"/>
          </a:xfrm>
          <a:custGeom>
            <a:avLst/>
            <a:gdLst/>
            <a:ahLst/>
            <a:cxnLst/>
            <a:rect l="l" t="t" r="r" b="b"/>
            <a:pathLst>
              <a:path w="1570232" h="1507423" extrusionOk="0">
                <a:moveTo>
                  <a:pt x="0" y="0"/>
                </a:moveTo>
                <a:lnTo>
                  <a:pt x="1570233" y="0"/>
                </a:lnTo>
                <a:lnTo>
                  <a:pt x="1570233" y="1507423"/>
                </a:lnTo>
                <a:lnTo>
                  <a:pt x="0" y="15074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8" name="Google Shape;228;p14"/>
          <p:cNvSpPr txBox="1"/>
          <p:nvPr/>
        </p:nvSpPr>
        <p:spPr>
          <a:xfrm>
            <a:off x="6170371" y="1433494"/>
            <a:ext cx="84966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HOMEROOM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29" name="Google Shape;229;p14"/>
          <p:cNvSpPr txBox="1"/>
          <p:nvPr/>
        </p:nvSpPr>
        <p:spPr>
          <a:xfrm>
            <a:off x="1632373" y="1534718"/>
            <a:ext cx="1056300" cy="116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8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0" name="Google Shape;230;p14"/>
          <p:cNvSpPr txBox="1"/>
          <p:nvPr/>
        </p:nvSpPr>
        <p:spPr>
          <a:xfrm>
            <a:off x="1474054" y="1271500"/>
            <a:ext cx="13731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MONTH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1" name="Google Shape;231;p14"/>
          <p:cNvSpPr txBox="1"/>
          <p:nvPr/>
        </p:nvSpPr>
        <p:spPr>
          <a:xfrm>
            <a:off x="1632349" y="2580575"/>
            <a:ext cx="10563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i="0" u="none" strike="noStrike" cap="none">
                <a:solidFill>
                  <a:srgbClr val="FF6F61"/>
                </a:solidFill>
                <a:latin typeface="Barlow"/>
                <a:ea typeface="Barlow"/>
                <a:cs typeface="Barlow"/>
                <a:sym typeface="Barlow"/>
              </a:rPr>
              <a:t>DAY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2" name="Google Shape;232;p14"/>
          <p:cNvSpPr txBox="1"/>
          <p:nvPr/>
        </p:nvSpPr>
        <p:spPr>
          <a:xfrm>
            <a:off x="1564339" y="384395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What we’ll explore today 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33" name="Google Shape;233;p14"/>
          <p:cNvSpPr txBox="1"/>
          <p:nvPr/>
        </p:nvSpPr>
        <p:spPr>
          <a:xfrm>
            <a:off x="3420568" y="4639922"/>
            <a:ext cx="496679" cy="2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</a:t>
            </a:r>
            <a:endParaRPr/>
          </a:p>
        </p:txBody>
      </p:sp>
      <p:sp>
        <p:nvSpPr>
          <p:cNvPr id="234" name="Google Shape;234;p14"/>
          <p:cNvSpPr txBox="1"/>
          <p:nvPr/>
        </p:nvSpPr>
        <p:spPr>
          <a:xfrm>
            <a:off x="5683315" y="4639922"/>
            <a:ext cx="16794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Homeroom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35" name="Google Shape;235;p14"/>
          <p:cNvSpPr txBox="1"/>
          <p:nvPr/>
        </p:nvSpPr>
        <p:spPr>
          <a:xfrm>
            <a:off x="2086336" y="4627524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8:00</a:t>
            </a:r>
            <a:endParaRPr/>
          </a:p>
        </p:txBody>
      </p:sp>
      <p:sp>
        <p:nvSpPr>
          <p:cNvPr id="236" name="Google Shape;236;p14"/>
          <p:cNvSpPr txBox="1"/>
          <p:nvPr/>
        </p:nvSpPr>
        <p:spPr>
          <a:xfrm>
            <a:off x="2086336" y="5398751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9:00</a:t>
            </a:r>
            <a:endParaRPr/>
          </a:p>
        </p:txBody>
      </p:sp>
      <p:sp>
        <p:nvSpPr>
          <p:cNvPr id="237" name="Google Shape;237;p14"/>
          <p:cNvSpPr txBox="1"/>
          <p:nvPr/>
        </p:nvSpPr>
        <p:spPr>
          <a:xfrm>
            <a:off x="2086336" y="6169978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10:00</a:t>
            </a:r>
            <a:endParaRPr/>
          </a:p>
        </p:txBody>
      </p:sp>
      <p:sp>
        <p:nvSpPr>
          <p:cNvPr id="238" name="Google Shape;238;p14"/>
          <p:cNvSpPr txBox="1"/>
          <p:nvPr/>
        </p:nvSpPr>
        <p:spPr>
          <a:xfrm>
            <a:off x="2086336" y="6941205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11:00</a:t>
            </a:r>
            <a:endParaRPr/>
          </a:p>
        </p:txBody>
      </p:sp>
      <p:sp>
        <p:nvSpPr>
          <p:cNvPr id="239" name="Google Shape;239;p14"/>
          <p:cNvSpPr txBox="1"/>
          <p:nvPr/>
        </p:nvSpPr>
        <p:spPr>
          <a:xfrm>
            <a:off x="2086336" y="7712432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12:00</a:t>
            </a:r>
            <a:endParaRPr/>
          </a:p>
        </p:txBody>
      </p:sp>
      <p:sp>
        <p:nvSpPr>
          <p:cNvPr id="240" name="Google Shape;240;p14"/>
          <p:cNvSpPr txBox="1"/>
          <p:nvPr/>
        </p:nvSpPr>
        <p:spPr>
          <a:xfrm>
            <a:off x="2086336" y="8485956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1:00</a:t>
            </a:r>
            <a:endParaRPr/>
          </a:p>
        </p:txBody>
      </p:sp>
      <p:sp>
        <p:nvSpPr>
          <p:cNvPr id="241" name="Google Shape;241;p14"/>
          <p:cNvSpPr txBox="1"/>
          <p:nvPr/>
        </p:nvSpPr>
        <p:spPr>
          <a:xfrm>
            <a:off x="4244798" y="4627524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9:00</a:t>
            </a:r>
            <a:endParaRPr/>
          </a:p>
        </p:txBody>
      </p:sp>
      <p:sp>
        <p:nvSpPr>
          <p:cNvPr id="242" name="Google Shape;242;p14"/>
          <p:cNvSpPr txBox="1"/>
          <p:nvPr/>
        </p:nvSpPr>
        <p:spPr>
          <a:xfrm>
            <a:off x="4244798" y="5398751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10:00</a:t>
            </a:r>
            <a:endParaRPr/>
          </a:p>
        </p:txBody>
      </p:sp>
      <p:sp>
        <p:nvSpPr>
          <p:cNvPr id="243" name="Google Shape;243;p14"/>
          <p:cNvSpPr txBox="1"/>
          <p:nvPr/>
        </p:nvSpPr>
        <p:spPr>
          <a:xfrm>
            <a:off x="4244798" y="6169978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11:00</a:t>
            </a:r>
            <a:endParaRPr/>
          </a:p>
        </p:txBody>
      </p:sp>
      <p:sp>
        <p:nvSpPr>
          <p:cNvPr id="244" name="Google Shape;244;p14"/>
          <p:cNvSpPr txBox="1"/>
          <p:nvPr/>
        </p:nvSpPr>
        <p:spPr>
          <a:xfrm>
            <a:off x="4244798" y="6941205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12:00</a:t>
            </a:r>
            <a:endParaRPr/>
          </a:p>
        </p:txBody>
      </p:sp>
      <p:sp>
        <p:nvSpPr>
          <p:cNvPr id="245" name="Google Shape;245;p14"/>
          <p:cNvSpPr txBox="1"/>
          <p:nvPr/>
        </p:nvSpPr>
        <p:spPr>
          <a:xfrm>
            <a:off x="4244798" y="7712432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1:00</a:t>
            </a:r>
            <a:endParaRPr/>
          </a:p>
        </p:txBody>
      </p:sp>
      <p:sp>
        <p:nvSpPr>
          <p:cNvPr id="246" name="Google Shape;246;p14"/>
          <p:cNvSpPr txBox="1"/>
          <p:nvPr/>
        </p:nvSpPr>
        <p:spPr>
          <a:xfrm>
            <a:off x="4244798" y="8485956"/>
            <a:ext cx="1006680" cy="264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2:00</a:t>
            </a:r>
            <a:endParaRPr/>
          </a:p>
        </p:txBody>
      </p:sp>
      <p:sp>
        <p:nvSpPr>
          <p:cNvPr id="247" name="Google Shape;247;p14"/>
          <p:cNvSpPr txBox="1"/>
          <p:nvPr/>
        </p:nvSpPr>
        <p:spPr>
          <a:xfrm>
            <a:off x="5683315" y="5411150"/>
            <a:ext cx="16794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Reading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48" name="Google Shape;248;p14"/>
          <p:cNvSpPr txBox="1"/>
          <p:nvPr/>
        </p:nvSpPr>
        <p:spPr>
          <a:xfrm>
            <a:off x="5683315" y="6182377"/>
            <a:ext cx="16794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Math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49" name="Google Shape;249;p14"/>
          <p:cNvSpPr txBox="1"/>
          <p:nvPr/>
        </p:nvSpPr>
        <p:spPr>
          <a:xfrm>
            <a:off x="5683315" y="6953604"/>
            <a:ext cx="16794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Lunch Break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50" name="Google Shape;250;p14"/>
          <p:cNvSpPr txBox="1"/>
          <p:nvPr/>
        </p:nvSpPr>
        <p:spPr>
          <a:xfrm>
            <a:off x="5683315" y="7724831"/>
            <a:ext cx="16794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Science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51" name="Google Shape;251;p14"/>
          <p:cNvSpPr txBox="1"/>
          <p:nvPr/>
        </p:nvSpPr>
        <p:spPr>
          <a:xfrm>
            <a:off x="5683315" y="8498355"/>
            <a:ext cx="16794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Art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52" name="Google Shape;252;p14"/>
          <p:cNvSpPr txBox="1"/>
          <p:nvPr/>
        </p:nvSpPr>
        <p:spPr>
          <a:xfrm>
            <a:off x="3420568" y="5411150"/>
            <a:ext cx="496679" cy="2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</a:t>
            </a:r>
            <a:endParaRPr/>
          </a:p>
        </p:txBody>
      </p:sp>
      <p:sp>
        <p:nvSpPr>
          <p:cNvPr id="253" name="Google Shape;253;p14"/>
          <p:cNvSpPr txBox="1"/>
          <p:nvPr/>
        </p:nvSpPr>
        <p:spPr>
          <a:xfrm>
            <a:off x="3420568" y="6182377"/>
            <a:ext cx="496679" cy="2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</a:t>
            </a:r>
            <a:endParaRPr/>
          </a:p>
        </p:txBody>
      </p:sp>
      <p:sp>
        <p:nvSpPr>
          <p:cNvPr id="254" name="Google Shape;254;p14"/>
          <p:cNvSpPr txBox="1"/>
          <p:nvPr/>
        </p:nvSpPr>
        <p:spPr>
          <a:xfrm>
            <a:off x="3420568" y="6953604"/>
            <a:ext cx="496679" cy="2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</a:t>
            </a:r>
            <a:endParaRPr/>
          </a:p>
        </p:txBody>
      </p:sp>
      <p:sp>
        <p:nvSpPr>
          <p:cNvPr id="255" name="Google Shape;255;p14"/>
          <p:cNvSpPr txBox="1"/>
          <p:nvPr/>
        </p:nvSpPr>
        <p:spPr>
          <a:xfrm>
            <a:off x="3420568" y="7724831"/>
            <a:ext cx="496679" cy="2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</a:t>
            </a:r>
            <a:endParaRPr/>
          </a:p>
        </p:txBody>
      </p:sp>
      <p:sp>
        <p:nvSpPr>
          <p:cNvPr id="256" name="Google Shape;256;p14"/>
          <p:cNvSpPr txBox="1"/>
          <p:nvPr/>
        </p:nvSpPr>
        <p:spPr>
          <a:xfrm>
            <a:off x="3420568" y="8498355"/>
            <a:ext cx="496679" cy="23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79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</a:t>
            </a:r>
            <a:endParaRPr/>
          </a:p>
        </p:txBody>
      </p:sp>
      <p:sp>
        <p:nvSpPr>
          <p:cNvPr id="257" name="Google Shape;257;p14"/>
          <p:cNvSpPr txBox="1"/>
          <p:nvPr/>
        </p:nvSpPr>
        <p:spPr>
          <a:xfrm>
            <a:off x="8391339" y="3843952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Class reminders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sp>
        <p:nvSpPr>
          <p:cNvPr id="258" name="Google Shape;258;p14"/>
          <p:cNvSpPr txBox="1"/>
          <p:nvPr/>
        </p:nvSpPr>
        <p:spPr>
          <a:xfrm>
            <a:off x="9388539" y="4438227"/>
            <a:ext cx="5055900" cy="8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Add any important notes students need to remember for the day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59" name="Google Shape;259;p14"/>
          <p:cNvSpPr txBox="1"/>
          <p:nvPr/>
        </p:nvSpPr>
        <p:spPr>
          <a:xfrm>
            <a:off x="9388539" y="7538853"/>
            <a:ext cx="5055900" cy="82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i="0" u="none" strike="noStrike" cap="none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Add a fun riddle, brain teaser, or puzzle to spark student thinking</a:t>
            </a:r>
            <a:endParaRPr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260" name="Google Shape;260;p14"/>
          <p:cNvSpPr txBox="1"/>
          <p:nvPr/>
        </p:nvSpPr>
        <p:spPr>
          <a:xfrm>
            <a:off x="8418189" y="6947734"/>
            <a:ext cx="6053100" cy="39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Puzzle of the day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DAFF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1" name="Google Shape;491;p25"/>
          <p:cNvGrpSpPr/>
          <p:nvPr/>
        </p:nvGrpSpPr>
        <p:grpSpPr>
          <a:xfrm>
            <a:off x="1028700" y="862533"/>
            <a:ext cx="16230600" cy="2190072"/>
            <a:chOff x="0" y="-47625"/>
            <a:chExt cx="4651850" cy="627696"/>
          </a:xfrm>
        </p:grpSpPr>
        <p:sp>
          <p:nvSpPr>
            <p:cNvPr id="492" name="Google Shape;492;p25"/>
            <p:cNvSpPr/>
            <p:nvPr/>
          </p:nvSpPr>
          <p:spPr>
            <a:xfrm>
              <a:off x="0" y="0"/>
              <a:ext cx="4651849" cy="580071"/>
            </a:xfrm>
            <a:custGeom>
              <a:avLst/>
              <a:gdLst/>
              <a:ahLst/>
              <a:cxnLst/>
              <a:rect l="l" t="t" r="r" b="b"/>
              <a:pathLst>
                <a:path w="4651849" h="580071" extrusionOk="0">
                  <a:moveTo>
                    <a:pt x="14310" y="0"/>
                  </a:moveTo>
                  <a:lnTo>
                    <a:pt x="4637539" y="0"/>
                  </a:lnTo>
                  <a:cubicBezTo>
                    <a:pt x="4641335" y="0"/>
                    <a:pt x="4644975" y="1508"/>
                    <a:pt x="4647658" y="4191"/>
                  </a:cubicBezTo>
                  <a:cubicBezTo>
                    <a:pt x="4650342" y="6875"/>
                    <a:pt x="4651849" y="10515"/>
                    <a:pt x="4651849" y="14310"/>
                  </a:cubicBezTo>
                  <a:lnTo>
                    <a:pt x="4651849" y="565761"/>
                  </a:lnTo>
                  <a:cubicBezTo>
                    <a:pt x="4651849" y="569557"/>
                    <a:pt x="4650342" y="573196"/>
                    <a:pt x="4647658" y="575880"/>
                  </a:cubicBezTo>
                  <a:cubicBezTo>
                    <a:pt x="4644975" y="578564"/>
                    <a:pt x="4641335" y="580071"/>
                    <a:pt x="4637539" y="580071"/>
                  </a:cubicBezTo>
                  <a:lnTo>
                    <a:pt x="14310" y="580071"/>
                  </a:lnTo>
                  <a:cubicBezTo>
                    <a:pt x="10515" y="580071"/>
                    <a:pt x="6875" y="578564"/>
                    <a:pt x="4191" y="575880"/>
                  </a:cubicBezTo>
                  <a:cubicBezTo>
                    <a:pt x="1508" y="573196"/>
                    <a:pt x="0" y="569557"/>
                    <a:pt x="0" y="565761"/>
                  </a:cubicBezTo>
                  <a:lnTo>
                    <a:pt x="0" y="14310"/>
                  </a:lnTo>
                  <a:cubicBezTo>
                    <a:pt x="0" y="10515"/>
                    <a:pt x="1508" y="6875"/>
                    <a:pt x="4191" y="4191"/>
                  </a:cubicBezTo>
                  <a:cubicBezTo>
                    <a:pt x="6875" y="1508"/>
                    <a:pt x="10515" y="0"/>
                    <a:pt x="14310" y="0"/>
                  </a:cubicBezTo>
                  <a:close/>
                </a:path>
              </a:pathLst>
            </a:custGeom>
            <a:solidFill>
              <a:srgbClr val="FFFFFF"/>
            </a:solidFill>
            <a:ln w="857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5"/>
            <p:cNvSpPr txBox="1"/>
            <p:nvPr/>
          </p:nvSpPr>
          <p:spPr>
            <a:xfrm>
              <a:off x="0" y="-47625"/>
              <a:ext cx="4651850" cy="6276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94" name="Google Shape;494;p25"/>
          <p:cNvSpPr/>
          <p:nvPr/>
        </p:nvSpPr>
        <p:spPr>
          <a:xfrm>
            <a:off x="9710118" y="3531494"/>
            <a:ext cx="5936609" cy="3011480"/>
          </a:xfrm>
          <a:custGeom>
            <a:avLst/>
            <a:gdLst/>
            <a:ahLst/>
            <a:cxnLst/>
            <a:rect l="l" t="t" r="r" b="b"/>
            <a:pathLst>
              <a:path w="5936609" h="3011480" extrusionOk="0">
                <a:moveTo>
                  <a:pt x="0" y="0"/>
                </a:moveTo>
                <a:lnTo>
                  <a:pt x="5936609" y="0"/>
                </a:lnTo>
                <a:lnTo>
                  <a:pt x="5936609" y="3011480"/>
                </a:lnTo>
                <a:lnTo>
                  <a:pt x="0" y="30114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95" name="Google Shape;495;p25"/>
          <p:cNvSpPr txBox="1"/>
          <p:nvPr/>
        </p:nvSpPr>
        <p:spPr>
          <a:xfrm>
            <a:off x="1676246" y="1478719"/>
            <a:ext cx="149355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i="0" u="none" strike="noStrike" cap="none">
                <a:solidFill>
                  <a:srgbClr val="000000"/>
                </a:solidFill>
                <a:latin typeface="Concert One"/>
                <a:ea typeface="Concert One"/>
                <a:cs typeface="Concert One"/>
                <a:sym typeface="Concert One"/>
              </a:rPr>
              <a:t>AWESOME JOB TODAY! </a:t>
            </a:r>
            <a:endParaRPr>
              <a:latin typeface="Concert One"/>
              <a:ea typeface="Concert One"/>
              <a:cs typeface="Concert One"/>
              <a:sym typeface="Concert One"/>
            </a:endParaRPr>
          </a:p>
        </p:txBody>
      </p:sp>
      <p:pic>
        <p:nvPicPr>
          <p:cNvPr id="496" name="Google Shape;496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34075" y="6299100"/>
            <a:ext cx="8455127" cy="317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4525" y="3579590"/>
            <a:ext cx="8455125" cy="5370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524</Words>
  <Application>Microsoft Office PowerPoint</Application>
  <PresentationFormat>Custom</PresentationFormat>
  <Paragraphs>148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Nunito</vt:lpstr>
      <vt:lpstr>Concert One</vt:lpstr>
      <vt:lpstr>Barlow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Ramdani</dc:creator>
  <cp:lastModifiedBy>Muhammad Ramdani</cp:lastModifiedBy>
  <cp:revision>57</cp:revision>
  <dcterms:modified xsi:type="dcterms:W3CDTF">2026-09-17T14:47:01Z</dcterms:modified>
</cp:coreProperties>
</file>