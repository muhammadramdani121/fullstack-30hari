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8"/>
  </p:notesMasterIdLst>
  <p:sldIdLst>
    <p:sldId id="256" r:id="rId2"/>
    <p:sldId id="272" r:id="rId3"/>
    <p:sldId id="263" r:id="rId4"/>
    <p:sldId id="275" r:id="rId5"/>
    <p:sldId id="262" r:id="rId6"/>
    <p:sldId id="281" r:id="rId7"/>
    <p:sldId id="276" r:id="rId8"/>
    <p:sldId id="277" r:id="rId9"/>
    <p:sldId id="279" r:id="rId10"/>
    <p:sldId id="282" r:id="rId11"/>
    <p:sldId id="283" r:id="rId12"/>
    <p:sldId id="286" r:id="rId13"/>
    <p:sldId id="285" r:id="rId14"/>
    <p:sldId id="289" r:id="rId15"/>
    <p:sldId id="288" r:id="rId16"/>
    <p:sldId id="287" r:id="rId17"/>
  </p:sldIdLst>
  <p:sldSz cx="18288000" cy="10287000"/>
  <p:notesSz cx="6858000" cy="9144000"/>
  <p:embeddedFontLst>
    <p:embeddedFont>
      <p:font typeface="Barlow" panose="00000500000000000000" pitchFamily="2" charset="0"/>
      <p:regular r:id="rId19"/>
      <p:bold r:id="rId20"/>
      <p:italic r:id="rId21"/>
      <p:boldItalic r:id="rId22"/>
    </p:embeddedFont>
    <p:embeddedFont>
      <p:font typeface="Concert One" pitchFamily="2" charset="0"/>
      <p:regular r:id="rId2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40" d="100"/>
          <a:sy n="40" d="100"/>
        </p:scale>
        <p:origin x="900" y="56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font" Target="fonts/font3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2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5.fntdata"/><Relationship Id="rId10" Type="http://schemas.openxmlformats.org/officeDocument/2006/relationships/slide" Target="slides/slide9.xml"/><Relationship Id="rId19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4.fntdata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9" name="Google Shape;149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1">
          <a:extLst>
            <a:ext uri="{FF2B5EF4-FFF2-40B4-BE49-F238E27FC236}">
              <a16:creationId xmlns:a16="http://schemas.microsoft.com/office/drawing/2014/main" id="{41650A15-C084-1BEA-5CEE-704E76A860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2:notes">
            <a:extLst>
              <a:ext uri="{FF2B5EF4-FFF2-40B4-BE49-F238E27FC236}">
                <a16:creationId xmlns:a16="http://schemas.microsoft.com/office/drawing/2014/main" id="{46D66BCE-9225-A7C3-7C11-136805306AB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3" name="Google Shape;173;p2:notes">
            <a:extLst>
              <a:ext uri="{FF2B5EF4-FFF2-40B4-BE49-F238E27FC236}">
                <a16:creationId xmlns:a16="http://schemas.microsoft.com/office/drawing/2014/main" id="{21A23780-30B3-227F-265A-B4B114906A8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57169659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1" name="Google Shape;371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DB450F88-C0A9-549A-AB48-7C25ADD43A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2A602CD5-DBC2-79A5-FF34-517E09C847D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70C1A566-6F4B-C520-5A97-ECEF45BC883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70189932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7" name="Google Shape;327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5">
          <a:extLst>
            <a:ext uri="{FF2B5EF4-FFF2-40B4-BE49-F238E27FC236}">
              <a16:creationId xmlns:a16="http://schemas.microsoft.com/office/drawing/2014/main" id="{2B4130B6-7987-86C9-CBC2-65DCF32AF9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Google Shape;406;p9:notes">
            <a:extLst>
              <a:ext uri="{FF2B5EF4-FFF2-40B4-BE49-F238E27FC236}">
                <a16:creationId xmlns:a16="http://schemas.microsoft.com/office/drawing/2014/main" id="{9731111B-4836-429F-F0AA-587E284DC11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7" name="Google Shape;407;p9:notes">
            <a:extLst>
              <a:ext uri="{FF2B5EF4-FFF2-40B4-BE49-F238E27FC236}">
                <a16:creationId xmlns:a16="http://schemas.microsoft.com/office/drawing/2014/main" id="{1615D279-30BD-967C-E943-0E43F4BC5A7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45387984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1">
          <a:extLst>
            <a:ext uri="{FF2B5EF4-FFF2-40B4-BE49-F238E27FC236}">
              <a16:creationId xmlns:a16="http://schemas.microsoft.com/office/drawing/2014/main" id="{4003DC10-61C6-B499-6625-80FF87E001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2:notes">
            <a:extLst>
              <a:ext uri="{FF2B5EF4-FFF2-40B4-BE49-F238E27FC236}">
                <a16:creationId xmlns:a16="http://schemas.microsoft.com/office/drawing/2014/main" id="{A7A89958-4455-3D99-EFBE-6D58FE7FDE8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3" name="Google Shape;173;p2:notes">
            <a:extLst>
              <a:ext uri="{FF2B5EF4-FFF2-40B4-BE49-F238E27FC236}">
                <a16:creationId xmlns:a16="http://schemas.microsoft.com/office/drawing/2014/main" id="{F9481DC6-25E6-B12A-4EDC-CD8CF851979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70761022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2D9E5689-7641-03E8-3E40-F50BA03705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72597F56-5E7C-3019-E56F-292C728F8D7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57758322-D43D-B9C6-1A3D-BCDE87233AA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9199882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5">
          <a:extLst>
            <a:ext uri="{FF2B5EF4-FFF2-40B4-BE49-F238E27FC236}">
              <a16:creationId xmlns:a16="http://schemas.microsoft.com/office/drawing/2014/main" id="{E2BC8E61-D8E9-3E89-5E89-DFEC5BBE84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7:notes">
            <a:extLst>
              <a:ext uri="{FF2B5EF4-FFF2-40B4-BE49-F238E27FC236}">
                <a16:creationId xmlns:a16="http://schemas.microsoft.com/office/drawing/2014/main" id="{C790019E-9425-DC06-0B56-82A924552B8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7" name="Google Shape;327;p7:notes">
            <a:extLst>
              <a:ext uri="{FF2B5EF4-FFF2-40B4-BE49-F238E27FC236}">
                <a16:creationId xmlns:a16="http://schemas.microsoft.com/office/drawing/2014/main" id="{7B596A13-1B8B-6FD9-F652-6A40E772D9A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40736772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5">
          <a:extLst>
            <a:ext uri="{FF2B5EF4-FFF2-40B4-BE49-F238E27FC236}">
              <a16:creationId xmlns:a16="http://schemas.microsoft.com/office/drawing/2014/main" id="{8D0DAD77-C971-2006-F8F0-F43BA68D9B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Google Shape;406;p9:notes">
            <a:extLst>
              <a:ext uri="{FF2B5EF4-FFF2-40B4-BE49-F238E27FC236}">
                <a16:creationId xmlns:a16="http://schemas.microsoft.com/office/drawing/2014/main" id="{F4A572FF-3F46-EFB2-6236-07DA733A000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7" name="Google Shape;407;p9:notes">
            <a:extLst>
              <a:ext uri="{FF2B5EF4-FFF2-40B4-BE49-F238E27FC236}">
                <a16:creationId xmlns:a16="http://schemas.microsoft.com/office/drawing/2014/main" id="{2D37CFB9-F954-AD98-89AC-306ECB30724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85811511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1">
          <a:extLst>
            <a:ext uri="{FF2B5EF4-FFF2-40B4-BE49-F238E27FC236}">
              <a16:creationId xmlns:a16="http://schemas.microsoft.com/office/drawing/2014/main" id="{69C5AFE4-C644-CAFC-5FF9-FE7BB50141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2:notes">
            <a:extLst>
              <a:ext uri="{FF2B5EF4-FFF2-40B4-BE49-F238E27FC236}">
                <a16:creationId xmlns:a16="http://schemas.microsoft.com/office/drawing/2014/main" id="{38D65B6A-5AD4-9832-27D0-B5E55A26C82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3" name="Google Shape;173;p2:notes">
            <a:extLst>
              <a:ext uri="{FF2B5EF4-FFF2-40B4-BE49-F238E27FC236}">
                <a16:creationId xmlns:a16="http://schemas.microsoft.com/office/drawing/2014/main" id="{0EF5F41D-B527-0EE4-CDEA-C3DB74029D4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90712812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5">
          <a:extLst>
            <a:ext uri="{FF2B5EF4-FFF2-40B4-BE49-F238E27FC236}">
              <a16:creationId xmlns:a16="http://schemas.microsoft.com/office/drawing/2014/main" id="{F09E0F8C-7C39-19AA-FC5B-24C19B5DA7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7:notes">
            <a:extLst>
              <a:ext uri="{FF2B5EF4-FFF2-40B4-BE49-F238E27FC236}">
                <a16:creationId xmlns:a16="http://schemas.microsoft.com/office/drawing/2014/main" id="{4CA805FB-F76B-B05A-7F54-B0353BE1527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7" name="Google Shape;327;p7:notes">
            <a:extLst>
              <a:ext uri="{FF2B5EF4-FFF2-40B4-BE49-F238E27FC236}">
                <a16:creationId xmlns:a16="http://schemas.microsoft.com/office/drawing/2014/main" id="{C8787CA1-0E39-9152-4354-30859D8D49D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4691890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5">
          <a:extLst>
            <a:ext uri="{FF2B5EF4-FFF2-40B4-BE49-F238E27FC236}">
              <a16:creationId xmlns:a16="http://schemas.microsoft.com/office/drawing/2014/main" id="{0E0E78A1-8BDF-D05B-CC83-EC9A4A6930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Google Shape;406;p9:notes">
            <a:extLst>
              <a:ext uri="{FF2B5EF4-FFF2-40B4-BE49-F238E27FC236}">
                <a16:creationId xmlns:a16="http://schemas.microsoft.com/office/drawing/2014/main" id="{9CBED06E-1D9B-1325-0896-CFAE4F46AA0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7" name="Google Shape;407;p9:notes">
            <a:extLst>
              <a:ext uri="{FF2B5EF4-FFF2-40B4-BE49-F238E27FC236}">
                <a16:creationId xmlns:a16="http://schemas.microsoft.com/office/drawing/2014/main" id="{29E94178-3EC9-1327-6607-D851BBB1886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25875448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7">
          <a:extLst>
            <a:ext uri="{FF2B5EF4-FFF2-40B4-BE49-F238E27FC236}">
              <a16:creationId xmlns:a16="http://schemas.microsoft.com/office/drawing/2014/main" id="{14355ADC-3FC8-6A58-1486-3E52E12D4D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1:notes">
            <a:extLst>
              <a:ext uri="{FF2B5EF4-FFF2-40B4-BE49-F238E27FC236}">
                <a16:creationId xmlns:a16="http://schemas.microsoft.com/office/drawing/2014/main" id="{14318576-1C60-7D26-D138-C67E796FD56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9" name="Google Shape;149;p1:notes">
            <a:extLst>
              <a:ext uri="{FF2B5EF4-FFF2-40B4-BE49-F238E27FC236}">
                <a16:creationId xmlns:a16="http://schemas.microsoft.com/office/drawing/2014/main" id="{5DAF307A-D4C1-91AF-A9DA-A21751CFFBC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205153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5">
          <a:extLst>
            <a:ext uri="{FF2B5EF4-FFF2-40B4-BE49-F238E27FC236}">
              <a16:creationId xmlns:a16="http://schemas.microsoft.com/office/drawing/2014/main" id="{ECE8571E-E874-EBB3-608D-F18A50AAAD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7:notes">
            <a:extLst>
              <a:ext uri="{FF2B5EF4-FFF2-40B4-BE49-F238E27FC236}">
                <a16:creationId xmlns:a16="http://schemas.microsoft.com/office/drawing/2014/main" id="{4A16D14D-1CFC-DE3F-1ABA-18D96864025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7" name="Google Shape;327;p7:notes">
            <a:extLst>
              <a:ext uri="{FF2B5EF4-FFF2-40B4-BE49-F238E27FC236}">
                <a16:creationId xmlns:a16="http://schemas.microsoft.com/office/drawing/2014/main" id="{F1E58C39-D094-F36B-23B0-10E168323A4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31138426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6.png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solidFill>
          <a:srgbClr val="7FDAFF"/>
        </a:solid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oogle Shape;16;p3"/>
          <p:cNvGrpSpPr/>
          <p:nvPr/>
        </p:nvGrpSpPr>
        <p:grpSpPr>
          <a:xfrm>
            <a:off x="9144000" y="3200776"/>
            <a:ext cx="8115385" cy="4087882"/>
            <a:chOff x="0" y="-47625"/>
            <a:chExt cx="2325925" cy="1171615"/>
          </a:xfrm>
        </p:grpSpPr>
        <p:sp>
          <p:nvSpPr>
            <p:cNvPr id="17" name="Google Shape;17;p3"/>
            <p:cNvSpPr/>
            <p:nvPr/>
          </p:nvSpPr>
          <p:spPr>
            <a:xfrm>
              <a:off x="0" y="0"/>
              <a:ext cx="2325925" cy="1123990"/>
            </a:xfrm>
            <a:custGeom>
              <a:avLst/>
              <a:gdLst/>
              <a:ahLst/>
              <a:cxnLst/>
              <a:rect l="l" t="t" r="r" b="b"/>
              <a:pathLst>
                <a:path w="2325925" h="1123990" extrusionOk="0">
                  <a:moveTo>
                    <a:pt x="28620" y="0"/>
                  </a:moveTo>
                  <a:lnTo>
                    <a:pt x="2297305" y="0"/>
                  </a:lnTo>
                  <a:cubicBezTo>
                    <a:pt x="2313111" y="0"/>
                    <a:pt x="2325925" y="12813"/>
                    <a:pt x="2325925" y="28620"/>
                  </a:cubicBezTo>
                  <a:lnTo>
                    <a:pt x="2325925" y="1095370"/>
                  </a:lnTo>
                  <a:cubicBezTo>
                    <a:pt x="2325925" y="1111176"/>
                    <a:pt x="2313111" y="1123990"/>
                    <a:pt x="2297305" y="1123990"/>
                  </a:cubicBezTo>
                  <a:lnTo>
                    <a:pt x="28620" y="1123990"/>
                  </a:lnTo>
                  <a:cubicBezTo>
                    <a:pt x="12813" y="1123990"/>
                    <a:pt x="0" y="1111176"/>
                    <a:pt x="0" y="1095370"/>
                  </a:cubicBezTo>
                  <a:lnTo>
                    <a:pt x="0" y="28620"/>
                  </a:lnTo>
                  <a:cubicBezTo>
                    <a:pt x="0" y="12813"/>
                    <a:pt x="12813" y="0"/>
                    <a:pt x="28620" y="0"/>
                  </a:cubicBezTo>
                  <a:close/>
                </a:path>
              </a:pathLst>
            </a:custGeom>
            <a:solidFill>
              <a:srgbClr val="FFFFFF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" name="Google Shape;18;p3"/>
            <p:cNvSpPr txBox="1"/>
            <p:nvPr/>
          </p:nvSpPr>
          <p:spPr>
            <a:xfrm>
              <a:off x="0" y="-47625"/>
              <a:ext cx="2325900" cy="1171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9" name="Google Shape;19;p3"/>
          <p:cNvGrpSpPr/>
          <p:nvPr/>
        </p:nvGrpSpPr>
        <p:grpSpPr>
          <a:xfrm>
            <a:off x="9144000" y="1380398"/>
            <a:ext cx="8115385" cy="1723978"/>
            <a:chOff x="0" y="-47625"/>
            <a:chExt cx="2325925" cy="494104"/>
          </a:xfrm>
        </p:grpSpPr>
        <p:sp>
          <p:nvSpPr>
            <p:cNvPr id="20" name="Google Shape;20;p3"/>
            <p:cNvSpPr/>
            <p:nvPr/>
          </p:nvSpPr>
          <p:spPr>
            <a:xfrm>
              <a:off x="0" y="0"/>
              <a:ext cx="2325925" cy="446479"/>
            </a:xfrm>
            <a:custGeom>
              <a:avLst/>
              <a:gdLst/>
              <a:ahLst/>
              <a:cxnLst/>
              <a:rect l="l" t="t" r="r" b="b"/>
              <a:pathLst>
                <a:path w="2325925" h="446479" extrusionOk="0">
                  <a:moveTo>
                    <a:pt x="28620" y="0"/>
                  </a:moveTo>
                  <a:lnTo>
                    <a:pt x="2297305" y="0"/>
                  </a:lnTo>
                  <a:cubicBezTo>
                    <a:pt x="2313111" y="0"/>
                    <a:pt x="2325925" y="12813"/>
                    <a:pt x="2325925" y="28620"/>
                  </a:cubicBezTo>
                  <a:lnTo>
                    <a:pt x="2325925" y="417859"/>
                  </a:lnTo>
                  <a:cubicBezTo>
                    <a:pt x="2325925" y="433666"/>
                    <a:pt x="2313111" y="446479"/>
                    <a:pt x="2297305" y="446479"/>
                  </a:cubicBezTo>
                  <a:lnTo>
                    <a:pt x="28620" y="446479"/>
                  </a:lnTo>
                  <a:cubicBezTo>
                    <a:pt x="12813" y="446479"/>
                    <a:pt x="0" y="433666"/>
                    <a:pt x="0" y="417859"/>
                  </a:cubicBezTo>
                  <a:lnTo>
                    <a:pt x="0" y="28620"/>
                  </a:lnTo>
                  <a:cubicBezTo>
                    <a:pt x="0" y="12813"/>
                    <a:pt x="12813" y="0"/>
                    <a:pt x="28620" y="0"/>
                  </a:cubicBezTo>
                  <a:close/>
                </a:path>
              </a:pathLst>
            </a:custGeom>
            <a:solidFill>
              <a:srgbClr val="FF6F61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" name="Google Shape;21;p3"/>
            <p:cNvSpPr txBox="1"/>
            <p:nvPr/>
          </p:nvSpPr>
          <p:spPr>
            <a:xfrm>
              <a:off x="0" y="-47625"/>
              <a:ext cx="2325900" cy="494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2" name="Google Shape;22;p3"/>
          <p:cNvGrpSpPr/>
          <p:nvPr/>
        </p:nvGrpSpPr>
        <p:grpSpPr>
          <a:xfrm>
            <a:off x="9144000" y="7385033"/>
            <a:ext cx="3934658" cy="1452973"/>
            <a:chOff x="0" y="-47625"/>
            <a:chExt cx="1127700" cy="416432"/>
          </a:xfrm>
        </p:grpSpPr>
        <p:sp>
          <p:nvSpPr>
            <p:cNvPr id="23" name="Google Shape;23;p3"/>
            <p:cNvSpPr/>
            <p:nvPr/>
          </p:nvSpPr>
          <p:spPr>
            <a:xfrm>
              <a:off x="0" y="0"/>
              <a:ext cx="1127582" cy="368807"/>
            </a:xfrm>
            <a:custGeom>
              <a:avLst/>
              <a:gdLst/>
              <a:ahLst/>
              <a:cxnLst/>
              <a:rect l="l" t="t" r="r" b="b"/>
              <a:pathLst>
                <a:path w="1127582" h="368807" extrusionOk="0">
                  <a:moveTo>
                    <a:pt x="59035" y="0"/>
                  </a:moveTo>
                  <a:lnTo>
                    <a:pt x="1068547" y="0"/>
                  </a:lnTo>
                  <a:cubicBezTo>
                    <a:pt x="1084204" y="0"/>
                    <a:pt x="1099220" y="6220"/>
                    <a:pt x="1110291" y="17291"/>
                  </a:cubicBezTo>
                  <a:cubicBezTo>
                    <a:pt x="1121362" y="28362"/>
                    <a:pt x="1127582" y="43378"/>
                    <a:pt x="1127582" y="59035"/>
                  </a:cubicBezTo>
                  <a:lnTo>
                    <a:pt x="1127582" y="309772"/>
                  </a:lnTo>
                  <a:cubicBezTo>
                    <a:pt x="1127582" y="325429"/>
                    <a:pt x="1121362" y="340445"/>
                    <a:pt x="1110291" y="351516"/>
                  </a:cubicBezTo>
                  <a:cubicBezTo>
                    <a:pt x="1099220" y="362588"/>
                    <a:pt x="1084204" y="368807"/>
                    <a:pt x="1068547" y="368807"/>
                  </a:cubicBezTo>
                  <a:lnTo>
                    <a:pt x="59035" y="368807"/>
                  </a:lnTo>
                  <a:cubicBezTo>
                    <a:pt x="43378" y="368807"/>
                    <a:pt x="28362" y="362588"/>
                    <a:pt x="17291" y="351516"/>
                  </a:cubicBezTo>
                  <a:cubicBezTo>
                    <a:pt x="6220" y="340445"/>
                    <a:pt x="0" y="325429"/>
                    <a:pt x="0" y="309772"/>
                  </a:cubicBezTo>
                  <a:lnTo>
                    <a:pt x="0" y="59035"/>
                  </a:lnTo>
                  <a:cubicBezTo>
                    <a:pt x="0" y="43378"/>
                    <a:pt x="6220" y="28362"/>
                    <a:pt x="17291" y="17291"/>
                  </a:cubicBezTo>
                  <a:cubicBezTo>
                    <a:pt x="28362" y="6220"/>
                    <a:pt x="43378" y="0"/>
                    <a:pt x="59035" y="0"/>
                  </a:cubicBezTo>
                  <a:close/>
                </a:path>
              </a:pathLst>
            </a:custGeom>
            <a:solidFill>
              <a:srgbClr val="FFD93D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" name="Google Shape;24;p3"/>
            <p:cNvSpPr txBox="1"/>
            <p:nvPr/>
          </p:nvSpPr>
          <p:spPr>
            <a:xfrm>
              <a:off x="0" y="-47625"/>
              <a:ext cx="1127700" cy="416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5" name="Google Shape;25;p3"/>
          <p:cNvGrpSpPr/>
          <p:nvPr/>
        </p:nvGrpSpPr>
        <p:grpSpPr>
          <a:xfrm>
            <a:off x="13325094" y="7385033"/>
            <a:ext cx="3934658" cy="1452973"/>
            <a:chOff x="0" y="-47625"/>
            <a:chExt cx="1127700" cy="416432"/>
          </a:xfrm>
        </p:grpSpPr>
        <p:sp>
          <p:nvSpPr>
            <p:cNvPr id="26" name="Google Shape;26;p3"/>
            <p:cNvSpPr/>
            <p:nvPr/>
          </p:nvSpPr>
          <p:spPr>
            <a:xfrm>
              <a:off x="0" y="0"/>
              <a:ext cx="1127582" cy="368807"/>
            </a:xfrm>
            <a:custGeom>
              <a:avLst/>
              <a:gdLst/>
              <a:ahLst/>
              <a:cxnLst/>
              <a:rect l="l" t="t" r="r" b="b"/>
              <a:pathLst>
                <a:path w="1127582" h="368807" extrusionOk="0">
                  <a:moveTo>
                    <a:pt x="59035" y="0"/>
                  </a:moveTo>
                  <a:lnTo>
                    <a:pt x="1068547" y="0"/>
                  </a:lnTo>
                  <a:cubicBezTo>
                    <a:pt x="1084204" y="0"/>
                    <a:pt x="1099220" y="6220"/>
                    <a:pt x="1110291" y="17291"/>
                  </a:cubicBezTo>
                  <a:cubicBezTo>
                    <a:pt x="1121362" y="28362"/>
                    <a:pt x="1127582" y="43378"/>
                    <a:pt x="1127582" y="59035"/>
                  </a:cubicBezTo>
                  <a:lnTo>
                    <a:pt x="1127582" y="309772"/>
                  </a:lnTo>
                  <a:cubicBezTo>
                    <a:pt x="1127582" y="325429"/>
                    <a:pt x="1121362" y="340445"/>
                    <a:pt x="1110291" y="351516"/>
                  </a:cubicBezTo>
                  <a:cubicBezTo>
                    <a:pt x="1099220" y="362588"/>
                    <a:pt x="1084204" y="368807"/>
                    <a:pt x="1068547" y="368807"/>
                  </a:cubicBezTo>
                  <a:lnTo>
                    <a:pt x="59035" y="368807"/>
                  </a:lnTo>
                  <a:cubicBezTo>
                    <a:pt x="43378" y="368807"/>
                    <a:pt x="28362" y="362588"/>
                    <a:pt x="17291" y="351516"/>
                  </a:cubicBezTo>
                  <a:cubicBezTo>
                    <a:pt x="6220" y="340445"/>
                    <a:pt x="0" y="325429"/>
                    <a:pt x="0" y="309772"/>
                  </a:cubicBezTo>
                  <a:lnTo>
                    <a:pt x="0" y="59035"/>
                  </a:lnTo>
                  <a:cubicBezTo>
                    <a:pt x="0" y="43378"/>
                    <a:pt x="6220" y="28362"/>
                    <a:pt x="17291" y="17291"/>
                  </a:cubicBezTo>
                  <a:cubicBezTo>
                    <a:pt x="28362" y="6220"/>
                    <a:pt x="43378" y="0"/>
                    <a:pt x="59035" y="0"/>
                  </a:cubicBezTo>
                  <a:close/>
                </a:path>
              </a:pathLst>
            </a:custGeom>
            <a:solidFill>
              <a:srgbClr val="43D374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" name="Google Shape;27;p3"/>
            <p:cNvSpPr txBox="1"/>
            <p:nvPr/>
          </p:nvSpPr>
          <p:spPr>
            <a:xfrm>
              <a:off x="0" y="-47625"/>
              <a:ext cx="1127700" cy="416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8" name="Google Shape;28;p3"/>
          <p:cNvSpPr/>
          <p:nvPr/>
        </p:nvSpPr>
        <p:spPr>
          <a:xfrm>
            <a:off x="11008648" y="1824323"/>
            <a:ext cx="1208891" cy="1002280"/>
          </a:xfrm>
          <a:custGeom>
            <a:avLst/>
            <a:gdLst/>
            <a:ahLst/>
            <a:cxnLst/>
            <a:rect l="l" t="t" r="r" b="b"/>
            <a:pathLst>
              <a:path w="1208891" h="1002280" extrusionOk="0">
                <a:moveTo>
                  <a:pt x="0" y="0"/>
                </a:moveTo>
                <a:lnTo>
                  <a:pt x="1208891" y="0"/>
                </a:lnTo>
                <a:lnTo>
                  <a:pt x="1208891" y="1002280"/>
                </a:lnTo>
                <a:lnTo>
                  <a:pt x="0" y="100228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29" name="Google Shape;29;p3"/>
          <p:cNvSpPr/>
          <p:nvPr/>
        </p:nvSpPr>
        <p:spPr>
          <a:xfrm>
            <a:off x="1028700" y="1245808"/>
            <a:ext cx="7200100" cy="7795384"/>
          </a:xfrm>
          <a:custGeom>
            <a:avLst/>
            <a:gdLst/>
            <a:ahLst/>
            <a:cxnLst/>
            <a:rect l="l" t="t" r="r" b="b"/>
            <a:pathLst>
              <a:path w="7200100" h="7795384" extrusionOk="0">
                <a:moveTo>
                  <a:pt x="0" y="0"/>
                </a:moveTo>
                <a:lnTo>
                  <a:pt x="7200100" y="0"/>
                </a:lnTo>
                <a:lnTo>
                  <a:pt x="7200100" y="7795384"/>
                </a:lnTo>
                <a:lnTo>
                  <a:pt x="0" y="779538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30" name="Google Shape;30;p3"/>
          <p:cNvSpPr txBox="1"/>
          <p:nvPr/>
        </p:nvSpPr>
        <p:spPr>
          <a:xfrm>
            <a:off x="12347313" y="1953988"/>
            <a:ext cx="30474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i="0" u="none" strike="noStrike" cap="none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LITTLE HAVEN</a:t>
            </a:r>
            <a:endParaRPr>
              <a:latin typeface="Concert One"/>
              <a:ea typeface="Concert One"/>
              <a:cs typeface="Concert One"/>
              <a:sym typeface="Concert One"/>
            </a:endParaRPr>
          </a:p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i="0" u="none" strike="noStrike" cap="none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PRIMARY SCHOOL</a:t>
            </a:r>
            <a:endParaRPr>
              <a:latin typeface="Concert One"/>
              <a:ea typeface="Concert One"/>
              <a:cs typeface="Concert One"/>
              <a:sym typeface="Concert One"/>
            </a:endParaRPr>
          </a:p>
        </p:txBody>
      </p:sp>
      <p:sp>
        <p:nvSpPr>
          <p:cNvPr id="31" name="Google Shape;31;p3"/>
          <p:cNvSpPr txBox="1">
            <a:spLocks noGrp="1"/>
          </p:cNvSpPr>
          <p:nvPr>
            <p:ph type="title"/>
          </p:nvPr>
        </p:nvSpPr>
        <p:spPr>
          <a:xfrm>
            <a:off x="10216250" y="3868475"/>
            <a:ext cx="5970900" cy="297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R="0"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0"/>
              <a:buFont typeface="Concert One"/>
              <a:buNone/>
              <a:defRPr sz="8000" i="0" u="none" strike="noStrike" cap="none">
                <a:solidFill>
                  <a:schemeClr val="dk1"/>
                </a:solidFill>
                <a:latin typeface="Concert One"/>
                <a:ea typeface="Concert One"/>
                <a:cs typeface="Concert One"/>
                <a:sym typeface="Concert One"/>
              </a:defRPr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9pPr>
          </a:lstStyle>
          <a:p>
            <a:endParaRPr/>
          </a:p>
        </p:txBody>
      </p:sp>
      <p:sp>
        <p:nvSpPr>
          <p:cNvPr id="32" name="Google Shape;32;p3"/>
          <p:cNvSpPr txBox="1">
            <a:spLocks noGrp="1"/>
          </p:cNvSpPr>
          <p:nvPr>
            <p:ph type="title" idx="2"/>
          </p:nvPr>
        </p:nvSpPr>
        <p:spPr>
          <a:xfrm>
            <a:off x="9532125" y="7843325"/>
            <a:ext cx="31584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R="0" lvl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arlow"/>
              <a:buNone/>
              <a:defRPr sz="200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"/>
              <a:buNone/>
              <a:defRPr sz="2000">
                <a:latin typeface="Barlow"/>
                <a:ea typeface="Barlow"/>
                <a:cs typeface="Barlow"/>
                <a:sym typeface="Barlow"/>
              </a:defRPr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"/>
              <a:buNone/>
              <a:defRPr sz="2000">
                <a:latin typeface="Barlow"/>
                <a:ea typeface="Barlow"/>
                <a:cs typeface="Barlow"/>
                <a:sym typeface="Barlow"/>
              </a:defRPr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"/>
              <a:buNone/>
              <a:defRPr sz="2000">
                <a:latin typeface="Barlow"/>
                <a:ea typeface="Barlow"/>
                <a:cs typeface="Barlow"/>
                <a:sym typeface="Barlow"/>
              </a:defRPr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"/>
              <a:buNone/>
              <a:defRPr sz="2000">
                <a:latin typeface="Barlow"/>
                <a:ea typeface="Barlow"/>
                <a:cs typeface="Barlow"/>
                <a:sym typeface="Barlow"/>
              </a:defRPr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"/>
              <a:buNone/>
              <a:defRPr sz="2000">
                <a:latin typeface="Barlow"/>
                <a:ea typeface="Barlow"/>
                <a:cs typeface="Barlow"/>
                <a:sym typeface="Barlow"/>
              </a:defRPr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"/>
              <a:buNone/>
              <a:defRPr sz="2000">
                <a:latin typeface="Barlow"/>
                <a:ea typeface="Barlow"/>
                <a:cs typeface="Barlow"/>
                <a:sym typeface="Barlow"/>
              </a:defRPr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"/>
              <a:buNone/>
              <a:defRPr sz="2000">
                <a:latin typeface="Barlow"/>
                <a:ea typeface="Barlow"/>
                <a:cs typeface="Barlow"/>
                <a:sym typeface="Barlow"/>
              </a:defRPr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"/>
              <a:buNone/>
              <a:defRPr sz="2000">
                <a:latin typeface="Barlow"/>
                <a:ea typeface="Barlow"/>
                <a:cs typeface="Barlow"/>
                <a:sym typeface="Barlow"/>
              </a:defRPr>
            </a:lvl9pPr>
          </a:lstStyle>
          <a:p>
            <a:endParaRPr/>
          </a:p>
        </p:txBody>
      </p:sp>
      <p:sp>
        <p:nvSpPr>
          <p:cNvPr id="33" name="Google Shape;33;p3"/>
          <p:cNvSpPr txBox="1">
            <a:spLocks noGrp="1"/>
          </p:cNvSpPr>
          <p:nvPr>
            <p:ph type="title" idx="3"/>
          </p:nvPr>
        </p:nvSpPr>
        <p:spPr>
          <a:xfrm>
            <a:off x="13713225" y="7843325"/>
            <a:ext cx="31584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R="0" lvl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arlow"/>
              <a:buNone/>
              <a:defRPr sz="200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"/>
              <a:buNone/>
              <a:defRPr sz="2000">
                <a:latin typeface="Barlow"/>
                <a:ea typeface="Barlow"/>
                <a:cs typeface="Barlow"/>
                <a:sym typeface="Barlow"/>
              </a:defRPr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"/>
              <a:buNone/>
              <a:defRPr sz="2000">
                <a:latin typeface="Barlow"/>
                <a:ea typeface="Barlow"/>
                <a:cs typeface="Barlow"/>
                <a:sym typeface="Barlow"/>
              </a:defRPr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"/>
              <a:buNone/>
              <a:defRPr sz="2000">
                <a:latin typeface="Barlow"/>
                <a:ea typeface="Barlow"/>
                <a:cs typeface="Barlow"/>
                <a:sym typeface="Barlow"/>
              </a:defRPr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"/>
              <a:buNone/>
              <a:defRPr sz="2000">
                <a:latin typeface="Barlow"/>
                <a:ea typeface="Barlow"/>
                <a:cs typeface="Barlow"/>
                <a:sym typeface="Barlow"/>
              </a:defRPr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"/>
              <a:buNone/>
              <a:defRPr sz="2000">
                <a:latin typeface="Barlow"/>
                <a:ea typeface="Barlow"/>
                <a:cs typeface="Barlow"/>
                <a:sym typeface="Barlow"/>
              </a:defRPr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"/>
              <a:buNone/>
              <a:defRPr sz="2000">
                <a:latin typeface="Barlow"/>
                <a:ea typeface="Barlow"/>
                <a:cs typeface="Barlow"/>
                <a:sym typeface="Barlow"/>
              </a:defRPr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"/>
              <a:buNone/>
              <a:defRPr sz="2000">
                <a:latin typeface="Barlow"/>
                <a:ea typeface="Barlow"/>
                <a:cs typeface="Barlow"/>
                <a:sym typeface="Barlow"/>
              </a:defRPr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"/>
              <a:buNone/>
              <a:defRPr sz="2000">
                <a:latin typeface="Barlow"/>
                <a:ea typeface="Barlow"/>
                <a:cs typeface="Barlow"/>
                <a:sym typeface="Barlow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bg>
      <p:bgPr>
        <a:solidFill>
          <a:srgbClr val="7FDAFF"/>
        </a:solidFill>
        <a:effectLst/>
      </p:bgPr>
    </p:bg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" name="Google Shape;35;p4"/>
          <p:cNvGrpSpPr/>
          <p:nvPr/>
        </p:nvGrpSpPr>
        <p:grpSpPr>
          <a:xfrm>
            <a:off x="3578051" y="862532"/>
            <a:ext cx="13681808" cy="2190094"/>
            <a:chOff x="0" y="-47625"/>
            <a:chExt cx="3921300" cy="627696"/>
          </a:xfrm>
        </p:grpSpPr>
        <p:sp>
          <p:nvSpPr>
            <p:cNvPr id="36" name="Google Shape;36;p4"/>
            <p:cNvSpPr/>
            <p:nvPr/>
          </p:nvSpPr>
          <p:spPr>
            <a:xfrm>
              <a:off x="0" y="0"/>
              <a:ext cx="3921180" cy="580071"/>
            </a:xfrm>
            <a:custGeom>
              <a:avLst/>
              <a:gdLst/>
              <a:ahLst/>
              <a:cxnLst/>
              <a:rect l="l" t="t" r="r" b="b"/>
              <a:pathLst>
                <a:path w="3921180" h="580071" extrusionOk="0">
                  <a:moveTo>
                    <a:pt x="16976" y="0"/>
                  </a:moveTo>
                  <a:lnTo>
                    <a:pt x="3904204" y="0"/>
                  </a:lnTo>
                  <a:cubicBezTo>
                    <a:pt x="3913580" y="0"/>
                    <a:pt x="3921180" y="7601"/>
                    <a:pt x="3921180" y="16976"/>
                  </a:cubicBezTo>
                  <a:lnTo>
                    <a:pt x="3921180" y="563095"/>
                  </a:lnTo>
                  <a:cubicBezTo>
                    <a:pt x="3921180" y="567597"/>
                    <a:pt x="3919392" y="571915"/>
                    <a:pt x="3916208" y="575099"/>
                  </a:cubicBezTo>
                  <a:cubicBezTo>
                    <a:pt x="3913024" y="578283"/>
                    <a:pt x="3908706" y="580071"/>
                    <a:pt x="3904204" y="580071"/>
                  </a:cubicBezTo>
                  <a:lnTo>
                    <a:pt x="16976" y="580071"/>
                  </a:lnTo>
                  <a:cubicBezTo>
                    <a:pt x="12474" y="580071"/>
                    <a:pt x="8156" y="578283"/>
                    <a:pt x="4972" y="575099"/>
                  </a:cubicBezTo>
                  <a:cubicBezTo>
                    <a:pt x="1789" y="571915"/>
                    <a:pt x="0" y="567597"/>
                    <a:pt x="0" y="563095"/>
                  </a:cubicBezTo>
                  <a:lnTo>
                    <a:pt x="0" y="16976"/>
                  </a:lnTo>
                  <a:cubicBezTo>
                    <a:pt x="0" y="12474"/>
                    <a:pt x="1789" y="8156"/>
                    <a:pt x="4972" y="4972"/>
                  </a:cubicBezTo>
                  <a:cubicBezTo>
                    <a:pt x="8156" y="1789"/>
                    <a:pt x="12474" y="0"/>
                    <a:pt x="16976" y="0"/>
                  </a:cubicBezTo>
                  <a:close/>
                </a:path>
              </a:pathLst>
            </a:custGeom>
            <a:solidFill>
              <a:srgbClr val="FFD93D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" name="Google Shape;37;p4"/>
            <p:cNvSpPr txBox="1"/>
            <p:nvPr/>
          </p:nvSpPr>
          <p:spPr>
            <a:xfrm>
              <a:off x="0" y="-47625"/>
              <a:ext cx="3921300" cy="627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8" name="Google Shape;38;p4"/>
          <p:cNvGrpSpPr/>
          <p:nvPr/>
        </p:nvGrpSpPr>
        <p:grpSpPr>
          <a:xfrm>
            <a:off x="1028700" y="862532"/>
            <a:ext cx="2264077" cy="2190094"/>
            <a:chOff x="0" y="-47625"/>
            <a:chExt cx="648900" cy="627696"/>
          </a:xfrm>
        </p:grpSpPr>
        <p:sp>
          <p:nvSpPr>
            <p:cNvPr id="39" name="Google Shape;39;p4"/>
            <p:cNvSpPr/>
            <p:nvPr/>
          </p:nvSpPr>
          <p:spPr>
            <a:xfrm>
              <a:off x="0" y="0"/>
              <a:ext cx="648770" cy="580071"/>
            </a:xfrm>
            <a:custGeom>
              <a:avLst/>
              <a:gdLst/>
              <a:ahLst/>
              <a:cxnLst/>
              <a:rect l="l" t="t" r="r" b="b"/>
              <a:pathLst>
                <a:path w="648770" h="580071" extrusionOk="0">
                  <a:moveTo>
                    <a:pt x="102605" y="0"/>
                  </a:moveTo>
                  <a:lnTo>
                    <a:pt x="546165" y="0"/>
                  </a:lnTo>
                  <a:cubicBezTo>
                    <a:pt x="602832" y="0"/>
                    <a:pt x="648770" y="45938"/>
                    <a:pt x="648770" y="102605"/>
                  </a:cubicBezTo>
                  <a:lnTo>
                    <a:pt x="648770" y="477466"/>
                  </a:lnTo>
                  <a:cubicBezTo>
                    <a:pt x="648770" y="534133"/>
                    <a:pt x="602832" y="580071"/>
                    <a:pt x="546165" y="580071"/>
                  </a:cubicBezTo>
                  <a:lnTo>
                    <a:pt x="102605" y="580071"/>
                  </a:lnTo>
                  <a:cubicBezTo>
                    <a:pt x="45938" y="580071"/>
                    <a:pt x="0" y="534133"/>
                    <a:pt x="0" y="477466"/>
                  </a:cubicBezTo>
                  <a:lnTo>
                    <a:pt x="0" y="102605"/>
                  </a:lnTo>
                  <a:cubicBezTo>
                    <a:pt x="0" y="45938"/>
                    <a:pt x="45938" y="0"/>
                    <a:pt x="102605" y="0"/>
                  </a:cubicBezTo>
                  <a:close/>
                </a:path>
              </a:pathLst>
            </a:custGeom>
            <a:solidFill>
              <a:srgbClr val="FFFFFF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" name="Google Shape;40;p4"/>
            <p:cNvSpPr txBox="1"/>
            <p:nvPr/>
          </p:nvSpPr>
          <p:spPr>
            <a:xfrm>
              <a:off x="0" y="-47625"/>
              <a:ext cx="648900" cy="627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1" name="Google Shape;41;p4"/>
          <p:cNvGrpSpPr/>
          <p:nvPr/>
        </p:nvGrpSpPr>
        <p:grpSpPr>
          <a:xfrm>
            <a:off x="1028700" y="3172187"/>
            <a:ext cx="7124512" cy="6086173"/>
            <a:chOff x="0" y="-47625"/>
            <a:chExt cx="2041934" cy="1744339"/>
          </a:xfrm>
        </p:grpSpPr>
        <p:sp>
          <p:nvSpPr>
            <p:cNvPr id="42" name="Google Shape;42;p4"/>
            <p:cNvSpPr/>
            <p:nvPr/>
          </p:nvSpPr>
          <p:spPr>
            <a:xfrm>
              <a:off x="0" y="0"/>
              <a:ext cx="2041934" cy="1696714"/>
            </a:xfrm>
            <a:custGeom>
              <a:avLst/>
              <a:gdLst/>
              <a:ahLst/>
              <a:cxnLst/>
              <a:rect l="l" t="t" r="r" b="b"/>
              <a:pathLst>
                <a:path w="2041934" h="1696714" extrusionOk="0">
                  <a:moveTo>
                    <a:pt x="16300" y="0"/>
                  </a:moveTo>
                  <a:lnTo>
                    <a:pt x="2025634" y="0"/>
                  </a:lnTo>
                  <a:cubicBezTo>
                    <a:pt x="2029957" y="0"/>
                    <a:pt x="2034103" y="1717"/>
                    <a:pt x="2037160" y="4774"/>
                  </a:cubicBezTo>
                  <a:cubicBezTo>
                    <a:pt x="2040216" y="7831"/>
                    <a:pt x="2041934" y="11977"/>
                    <a:pt x="2041934" y="16300"/>
                  </a:cubicBezTo>
                  <a:lnTo>
                    <a:pt x="2041934" y="1680414"/>
                  </a:lnTo>
                  <a:cubicBezTo>
                    <a:pt x="2041934" y="1689417"/>
                    <a:pt x="2034636" y="1696714"/>
                    <a:pt x="2025634" y="1696714"/>
                  </a:cubicBezTo>
                  <a:lnTo>
                    <a:pt x="16300" y="1696714"/>
                  </a:lnTo>
                  <a:cubicBezTo>
                    <a:pt x="7298" y="1696714"/>
                    <a:pt x="0" y="1689417"/>
                    <a:pt x="0" y="1680414"/>
                  </a:cubicBezTo>
                  <a:lnTo>
                    <a:pt x="0" y="16300"/>
                  </a:lnTo>
                  <a:cubicBezTo>
                    <a:pt x="0" y="11977"/>
                    <a:pt x="1717" y="7831"/>
                    <a:pt x="4774" y="4774"/>
                  </a:cubicBezTo>
                  <a:cubicBezTo>
                    <a:pt x="7831" y="1717"/>
                    <a:pt x="11977" y="0"/>
                    <a:pt x="16300" y="0"/>
                  </a:cubicBezTo>
                  <a:close/>
                </a:path>
              </a:pathLst>
            </a:custGeom>
            <a:solidFill>
              <a:srgbClr val="FFFFFF"/>
            </a:solidFill>
            <a:ln w="85725" cap="sq" cmpd="sng">
              <a:solidFill>
                <a:srgbClr val="000000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" name="Google Shape;43;p4"/>
            <p:cNvSpPr txBox="1"/>
            <p:nvPr/>
          </p:nvSpPr>
          <p:spPr>
            <a:xfrm>
              <a:off x="0" y="-47625"/>
              <a:ext cx="2041800" cy="1744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4" name="Google Shape;44;p4"/>
          <p:cNvGrpSpPr/>
          <p:nvPr/>
        </p:nvGrpSpPr>
        <p:grpSpPr>
          <a:xfrm>
            <a:off x="8438887" y="3172187"/>
            <a:ext cx="8820794" cy="2985274"/>
            <a:chOff x="0" y="-47625"/>
            <a:chExt cx="2528100" cy="855600"/>
          </a:xfrm>
        </p:grpSpPr>
        <p:sp>
          <p:nvSpPr>
            <p:cNvPr id="45" name="Google Shape;45;p4"/>
            <p:cNvSpPr/>
            <p:nvPr/>
          </p:nvSpPr>
          <p:spPr>
            <a:xfrm>
              <a:off x="0" y="0"/>
              <a:ext cx="2528017" cy="807897"/>
            </a:xfrm>
            <a:custGeom>
              <a:avLst/>
              <a:gdLst/>
              <a:ahLst/>
              <a:cxnLst/>
              <a:rect l="l" t="t" r="r" b="b"/>
              <a:pathLst>
                <a:path w="2528017" h="807897" extrusionOk="0">
                  <a:moveTo>
                    <a:pt x="26332" y="0"/>
                  </a:moveTo>
                  <a:lnTo>
                    <a:pt x="2501685" y="0"/>
                  </a:lnTo>
                  <a:cubicBezTo>
                    <a:pt x="2508669" y="0"/>
                    <a:pt x="2515367" y="2774"/>
                    <a:pt x="2520305" y="7712"/>
                  </a:cubicBezTo>
                  <a:cubicBezTo>
                    <a:pt x="2525243" y="12651"/>
                    <a:pt x="2528017" y="19348"/>
                    <a:pt x="2528017" y="26332"/>
                  </a:cubicBezTo>
                  <a:lnTo>
                    <a:pt x="2528017" y="781565"/>
                  </a:lnTo>
                  <a:cubicBezTo>
                    <a:pt x="2528017" y="788549"/>
                    <a:pt x="2525243" y="795246"/>
                    <a:pt x="2520305" y="800184"/>
                  </a:cubicBezTo>
                  <a:cubicBezTo>
                    <a:pt x="2515367" y="805123"/>
                    <a:pt x="2508669" y="807897"/>
                    <a:pt x="2501685" y="807897"/>
                  </a:cubicBezTo>
                  <a:lnTo>
                    <a:pt x="26332" y="807897"/>
                  </a:lnTo>
                  <a:cubicBezTo>
                    <a:pt x="19348" y="807897"/>
                    <a:pt x="12651" y="805123"/>
                    <a:pt x="7712" y="800184"/>
                  </a:cubicBezTo>
                  <a:cubicBezTo>
                    <a:pt x="2774" y="795246"/>
                    <a:pt x="0" y="788549"/>
                    <a:pt x="0" y="781565"/>
                  </a:cubicBezTo>
                  <a:lnTo>
                    <a:pt x="0" y="26332"/>
                  </a:lnTo>
                  <a:cubicBezTo>
                    <a:pt x="0" y="19348"/>
                    <a:pt x="2774" y="12651"/>
                    <a:pt x="7712" y="7712"/>
                  </a:cubicBezTo>
                  <a:cubicBezTo>
                    <a:pt x="12651" y="2774"/>
                    <a:pt x="19348" y="0"/>
                    <a:pt x="26332" y="0"/>
                  </a:cubicBezTo>
                  <a:close/>
                </a:path>
              </a:pathLst>
            </a:custGeom>
            <a:solidFill>
              <a:srgbClr val="FFFFFF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" name="Google Shape;46;p4"/>
            <p:cNvSpPr txBox="1"/>
            <p:nvPr/>
          </p:nvSpPr>
          <p:spPr>
            <a:xfrm>
              <a:off x="0" y="-47625"/>
              <a:ext cx="2528100" cy="855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7" name="Google Shape;47;p4"/>
          <p:cNvGrpSpPr/>
          <p:nvPr/>
        </p:nvGrpSpPr>
        <p:grpSpPr>
          <a:xfrm>
            <a:off x="8438887" y="6273328"/>
            <a:ext cx="8820794" cy="2985274"/>
            <a:chOff x="0" y="-47625"/>
            <a:chExt cx="2528100" cy="855600"/>
          </a:xfrm>
        </p:grpSpPr>
        <p:sp>
          <p:nvSpPr>
            <p:cNvPr id="48" name="Google Shape;48;p4"/>
            <p:cNvSpPr/>
            <p:nvPr/>
          </p:nvSpPr>
          <p:spPr>
            <a:xfrm>
              <a:off x="0" y="0"/>
              <a:ext cx="2528017" cy="807897"/>
            </a:xfrm>
            <a:custGeom>
              <a:avLst/>
              <a:gdLst/>
              <a:ahLst/>
              <a:cxnLst/>
              <a:rect l="l" t="t" r="r" b="b"/>
              <a:pathLst>
                <a:path w="2528017" h="807897" extrusionOk="0">
                  <a:moveTo>
                    <a:pt x="26332" y="0"/>
                  </a:moveTo>
                  <a:lnTo>
                    <a:pt x="2501685" y="0"/>
                  </a:lnTo>
                  <a:cubicBezTo>
                    <a:pt x="2508669" y="0"/>
                    <a:pt x="2515367" y="2774"/>
                    <a:pt x="2520305" y="7712"/>
                  </a:cubicBezTo>
                  <a:cubicBezTo>
                    <a:pt x="2525243" y="12651"/>
                    <a:pt x="2528017" y="19348"/>
                    <a:pt x="2528017" y="26332"/>
                  </a:cubicBezTo>
                  <a:lnTo>
                    <a:pt x="2528017" y="781565"/>
                  </a:lnTo>
                  <a:cubicBezTo>
                    <a:pt x="2528017" y="788549"/>
                    <a:pt x="2525243" y="795246"/>
                    <a:pt x="2520305" y="800184"/>
                  </a:cubicBezTo>
                  <a:cubicBezTo>
                    <a:pt x="2515367" y="805123"/>
                    <a:pt x="2508669" y="807897"/>
                    <a:pt x="2501685" y="807897"/>
                  </a:cubicBezTo>
                  <a:lnTo>
                    <a:pt x="26332" y="807897"/>
                  </a:lnTo>
                  <a:cubicBezTo>
                    <a:pt x="19348" y="807897"/>
                    <a:pt x="12651" y="805123"/>
                    <a:pt x="7712" y="800184"/>
                  </a:cubicBezTo>
                  <a:cubicBezTo>
                    <a:pt x="2774" y="795246"/>
                    <a:pt x="0" y="788549"/>
                    <a:pt x="0" y="781565"/>
                  </a:cubicBezTo>
                  <a:lnTo>
                    <a:pt x="0" y="26332"/>
                  </a:lnTo>
                  <a:cubicBezTo>
                    <a:pt x="0" y="19348"/>
                    <a:pt x="2774" y="12651"/>
                    <a:pt x="7712" y="7712"/>
                  </a:cubicBezTo>
                  <a:cubicBezTo>
                    <a:pt x="12651" y="2774"/>
                    <a:pt x="19348" y="0"/>
                    <a:pt x="26332" y="0"/>
                  </a:cubicBezTo>
                  <a:close/>
                </a:path>
              </a:pathLst>
            </a:custGeom>
            <a:solidFill>
              <a:srgbClr val="FFFFFF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" name="Google Shape;49;p4"/>
            <p:cNvSpPr txBox="1"/>
            <p:nvPr/>
          </p:nvSpPr>
          <p:spPr>
            <a:xfrm>
              <a:off x="0" y="-47625"/>
              <a:ext cx="2528100" cy="855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50" name="Google Shape;50;p4"/>
          <p:cNvSpPr txBox="1">
            <a:spLocks noGrp="1"/>
          </p:cNvSpPr>
          <p:nvPr>
            <p:ph type="title"/>
          </p:nvPr>
        </p:nvSpPr>
        <p:spPr>
          <a:xfrm>
            <a:off x="4023100" y="1310975"/>
            <a:ext cx="12791700" cy="143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R="0"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0"/>
              <a:buFont typeface="Concert One"/>
              <a:buNone/>
              <a:defRPr sz="8000" i="0" u="none" strike="noStrike" cap="none">
                <a:solidFill>
                  <a:schemeClr val="dk1"/>
                </a:solidFill>
                <a:latin typeface="Concert One"/>
                <a:ea typeface="Concert One"/>
                <a:cs typeface="Concert One"/>
                <a:sym typeface="Concert One"/>
              </a:defRPr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9pPr>
          </a:lstStyle>
          <a:p>
            <a:endParaRPr/>
          </a:p>
        </p:txBody>
      </p:sp>
      <p:sp>
        <p:nvSpPr>
          <p:cNvPr id="51" name="Google Shape;51;p4"/>
          <p:cNvSpPr txBox="1">
            <a:spLocks noGrp="1"/>
          </p:cNvSpPr>
          <p:nvPr>
            <p:ph type="body" idx="1"/>
          </p:nvPr>
        </p:nvSpPr>
        <p:spPr>
          <a:xfrm>
            <a:off x="1598075" y="3752713"/>
            <a:ext cx="5960400" cy="492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556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arlow"/>
              <a:buChar char="•"/>
              <a:defRPr sz="200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556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arlow"/>
              <a:buChar char="–"/>
              <a:defRPr sz="200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55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arlow"/>
              <a:buChar char="•"/>
              <a:defRPr sz="200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arlow"/>
              <a:buChar char="–"/>
              <a:defRPr sz="200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arlow"/>
              <a:buChar char="»"/>
              <a:defRPr sz="200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arlow"/>
              <a:buChar char="•"/>
              <a:defRPr sz="200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6pPr>
            <a:lvl7pPr marL="3200400" marR="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arlow"/>
              <a:buChar char="•"/>
              <a:defRPr sz="200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7pPr>
            <a:lvl8pPr marL="3657600" marR="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arlow"/>
              <a:buChar char="•"/>
              <a:defRPr sz="200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8pPr>
            <a:lvl9pPr marL="4114800" marR="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arlow"/>
              <a:buChar char="•"/>
              <a:defRPr sz="200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9pPr>
          </a:lstStyle>
          <a:p>
            <a:endParaRPr/>
          </a:p>
        </p:txBody>
      </p:sp>
      <p:sp>
        <p:nvSpPr>
          <p:cNvPr id="52" name="Google Shape;52;p4"/>
          <p:cNvSpPr txBox="1">
            <a:spLocks noGrp="1"/>
          </p:cNvSpPr>
          <p:nvPr>
            <p:ph type="body" idx="2"/>
          </p:nvPr>
        </p:nvSpPr>
        <p:spPr>
          <a:xfrm>
            <a:off x="9041525" y="3752725"/>
            <a:ext cx="7681800" cy="199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556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arlow"/>
              <a:buChar char="•"/>
              <a:defRPr sz="200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556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arlow"/>
              <a:buChar char="–"/>
              <a:defRPr sz="200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556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arlow"/>
              <a:buChar char="•"/>
              <a:defRPr sz="200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arlow"/>
              <a:buChar char="–"/>
              <a:defRPr sz="200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arlow"/>
              <a:buChar char="»"/>
              <a:defRPr sz="200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arlow"/>
              <a:buChar char="•"/>
              <a:defRPr sz="200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arlow"/>
              <a:buChar char="•"/>
              <a:defRPr sz="200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arlow"/>
              <a:buChar char="•"/>
              <a:defRPr sz="200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arlow"/>
              <a:buChar char="•"/>
              <a:defRPr sz="200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9pPr>
          </a:lstStyle>
          <a:p>
            <a:endParaRPr/>
          </a:p>
        </p:txBody>
      </p:sp>
      <p:sp>
        <p:nvSpPr>
          <p:cNvPr id="53" name="Google Shape;53;p4"/>
          <p:cNvSpPr txBox="1">
            <a:spLocks noGrp="1"/>
          </p:cNvSpPr>
          <p:nvPr>
            <p:ph type="body" idx="3"/>
          </p:nvPr>
        </p:nvSpPr>
        <p:spPr>
          <a:xfrm>
            <a:off x="9041525" y="6833125"/>
            <a:ext cx="7681800" cy="199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556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arlow"/>
              <a:buChar char="•"/>
              <a:defRPr sz="200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556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arlow"/>
              <a:buChar char="–"/>
              <a:defRPr sz="200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556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arlow"/>
              <a:buChar char="•"/>
              <a:defRPr sz="200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arlow"/>
              <a:buChar char="–"/>
              <a:defRPr sz="200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arlow"/>
              <a:buChar char="»"/>
              <a:defRPr sz="200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arlow"/>
              <a:buChar char="•"/>
              <a:defRPr sz="200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arlow"/>
              <a:buChar char="•"/>
              <a:defRPr sz="200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arlow"/>
              <a:buChar char="•"/>
              <a:defRPr sz="200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arlow"/>
              <a:buChar char="•"/>
              <a:defRPr sz="200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bg>
      <p:bgPr>
        <a:solidFill>
          <a:srgbClr val="FFD93D"/>
        </a:solidFill>
        <a:effectLst/>
      </p:bgPr>
    </p:bg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Google Shape;55;p5"/>
          <p:cNvGrpSpPr/>
          <p:nvPr/>
        </p:nvGrpSpPr>
        <p:grpSpPr>
          <a:xfrm>
            <a:off x="9144000" y="2815579"/>
            <a:ext cx="8115385" cy="2917237"/>
            <a:chOff x="0" y="-47625"/>
            <a:chExt cx="2325925" cy="836100"/>
          </a:xfrm>
        </p:grpSpPr>
        <p:sp>
          <p:nvSpPr>
            <p:cNvPr id="56" name="Google Shape;56;p5"/>
            <p:cNvSpPr/>
            <p:nvPr/>
          </p:nvSpPr>
          <p:spPr>
            <a:xfrm>
              <a:off x="0" y="0"/>
              <a:ext cx="2325925" cy="788453"/>
            </a:xfrm>
            <a:custGeom>
              <a:avLst/>
              <a:gdLst/>
              <a:ahLst/>
              <a:cxnLst/>
              <a:rect l="l" t="t" r="r" b="b"/>
              <a:pathLst>
                <a:path w="2325925" h="788453" extrusionOk="0">
                  <a:moveTo>
                    <a:pt x="28620" y="0"/>
                  </a:moveTo>
                  <a:lnTo>
                    <a:pt x="2297305" y="0"/>
                  </a:lnTo>
                  <a:cubicBezTo>
                    <a:pt x="2313111" y="0"/>
                    <a:pt x="2325925" y="12813"/>
                    <a:pt x="2325925" y="28620"/>
                  </a:cubicBezTo>
                  <a:lnTo>
                    <a:pt x="2325925" y="759833"/>
                  </a:lnTo>
                  <a:cubicBezTo>
                    <a:pt x="2325925" y="775640"/>
                    <a:pt x="2313111" y="788453"/>
                    <a:pt x="2297305" y="788453"/>
                  </a:cubicBezTo>
                  <a:lnTo>
                    <a:pt x="28620" y="788453"/>
                  </a:lnTo>
                  <a:cubicBezTo>
                    <a:pt x="12813" y="788453"/>
                    <a:pt x="0" y="775640"/>
                    <a:pt x="0" y="759833"/>
                  </a:cubicBezTo>
                  <a:lnTo>
                    <a:pt x="0" y="28620"/>
                  </a:lnTo>
                  <a:cubicBezTo>
                    <a:pt x="0" y="12813"/>
                    <a:pt x="12813" y="0"/>
                    <a:pt x="28620" y="0"/>
                  </a:cubicBezTo>
                  <a:close/>
                </a:path>
              </a:pathLst>
            </a:custGeom>
            <a:solidFill>
              <a:srgbClr val="FFFFFF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5"/>
            <p:cNvSpPr txBox="1"/>
            <p:nvPr/>
          </p:nvSpPr>
          <p:spPr>
            <a:xfrm>
              <a:off x="0" y="-47625"/>
              <a:ext cx="2325900" cy="836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8" name="Google Shape;58;p5"/>
          <p:cNvGrpSpPr/>
          <p:nvPr/>
        </p:nvGrpSpPr>
        <p:grpSpPr>
          <a:xfrm>
            <a:off x="9144000" y="5852292"/>
            <a:ext cx="8115385" cy="1452973"/>
            <a:chOff x="0" y="-47625"/>
            <a:chExt cx="2325925" cy="416432"/>
          </a:xfrm>
        </p:grpSpPr>
        <p:sp>
          <p:nvSpPr>
            <p:cNvPr id="59" name="Google Shape;59;p5"/>
            <p:cNvSpPr/>
            <p:nvPr/>
          </p:nvSpPr>
          <p:spPr>
            <a:xfrm>
              <a:off x="0" y="0"/>
              <a:ext cx="2325925" cy="368807"/>
            </a:xfrm>
            <a:custGeom>
              <a:avLst/>
              <a:gdLst/>
              <a:ahLst/>
              <a:cxnLst/>
              <a:rect l="l" t="t" r="r" b="b"/>
              <a:pathLst>
                <a:path w="2325925" h="368807" extrusionOk="0">
                  <a:moveTo>
                    <a:pt x="28620" y="0"/>
                  </a:moveTo>
                  <a:lnTo>
                    <a:pt x="2297305" y="0"/>
                  </a:lnTo>
                  <a:cubicBezTo>
                    <a:pt x="2313111" y="0"/>
                    <a:pt x="2325925" y="12813"/>
                    <a:pt x="2325925" y="28620"/>
                  </a:cubicBezTo>
                  <a:lnTo>
                    <a:pt x="2325925" y="340188"/>
                  </a:lnTo>
                  <a:cubicBezTo>
                    <a:pt x="2325925" y="355994"/>
                    <a:pt x="2313111" y="368807"/>
                    <a:pt x="2297305" y="368807"/>
                  </a:cubicBezTo>
                  <a:lnTo>
                    <a:pt x="28620" y="368807"/>
                  </a:lnTo>
                  <a:cubicBezTo>
                    <a:pt x="12813" y="368807"/>
                    <a:pt x="0" y="355994"/>
                    <a:pt x="0" y="340188"/>
                  </a:cubicBezTo>
                  <a:lnTo>
                    <a:pt x="0" y="28620"/>
                  </a:lnTo>
                  <a:cubicBezTo>
                    <a:pt x="0" y="12813"/>
                    <a:pt x="12813" y="0"/>
                    <a:pt x="28620" y="0"/>
                  </a:cubicBezTo>
                  <a:close/>
                </a:path>
              </a:pathLst>
            </a:custGeom>
            <a:solidFill>
              <a:srgbClr val="43D374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" name="Google Shape;60;p5"/>
            <p:cNvSpPr txBox="1"/>
            <p:nvPr/>
          </p:nvSpPr>
          <p:spPr>
            <a:xfrm>
              <a:off x="0" y="-47625"/>
              <a:ext cx="2325900" cy="416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61" name="Google Shape;61;p5"/>
          <p:cNvSpPr/>
          <p:nvPr/>
        </p:nvSpPr>
        <p:spPr>
          <a:xfrm>
            <a:off x="1028700" y="1028700"/>
            <a:ext cx="7137308" cy="8229600"/>
          </a:xfrm>
          <a:custGeom>
            <a:avLst/>
            <a:gdLst/>
            <a:ahLst/>
            <a:cxnLst/>
            <a:rect l="l" t="t" r="r" b="b"/>
            <a:pathLst>
              <a:path w="7137308" h="8229600" extrusionOk="0">
                <a:moveTo>
                  <a:pt x="0" y="0"/>
                </a:moveTo>
                <a:lnTo>
                  <a:pt x="7137308" y="0"/>
                </a:lnTo>
                <a:lnTo>
                  <a:pt x="7137308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bg>
      <p:bgPr>
        <a:solidFill>
          <a:srgbClr val="43D374"/>
        </a:solidFill>
        <a:effectLst/>
      </p:bgPr>
    </p:bg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6" name="Google Shape;76;p7"/>
          <p:cNvGrpSpPr/>
          <p:nvPr/>
        </p:nvGrpSpPr>
        <p:grpSpPr>
          <a:xfrm>
            <a:off x="9144000" y="2815579"/>
            <a:ext cx="8115385" cy="2917237"/>
            <a:chOff x="0" y="-47625"/>
            <a:chExt cx="2325925" cy="836100"/>
          </a:xfrm>
        </p:grpSpPr>
        <p:sp>
          <p:nvSpPr>
            <p:cNvPr id="77" name="Google Shape;77;p7"/>
            <p:cNvSpPr/>
            <p:nvPr/>
          </p:nvSpPr>
          <p:spPr>
            <a:xfrm>
              <a:off x="0" y="0"/>
              <a:ext cx="2325925" cy="788453"/>
            </a:xfrm>
            <a:custGeom>
              <a:avLst/>
              <a:gdLst/>
              <a:ahLst/>
              <a:cxnLst/>
              <a:rect l="l" t="t" r="r" b="b"/>
              <a:pathLst>
                <a:path w="2325925" h="788453" extrusionOk="0">
                  <a:moveTo>
                    <a:pt x="28620" y="0"/>
                  </a:moveTo>
                  <a:lnTo>
                    <a:pt x="2297305" y="0"/>
                  </a:lnTo>
                  <a:cubicBezTo>
                    <a:pt x="2313111" y="0"/>
                    <a:pt x="2325925" y="12813"/>
                    <a:pt x="2325925" y="28620"/>
                  </a:cubicBezTo>
                  <a:lnTo>
                    <a:pt x="2325925" y="759833"/>
                  </a:lnTo>
                  <a:cubicBezTo>
                    <a:pt x="2325925" y="775640"/>
                    <a:pt x="2313111" y="788453"/>
                    <a:pt x="2297305" y="788453"/>
                  </a:cubicBezTo>
                  <a:lnTo>
                    <a:pt x="28620" y="788453"/>
                  </a:lnTo>
                  <a:cubicBezTo>
                    <a:pt x="12813" y="788453"/>
                    <a:pt x="0" y="775640"/>
                    <a:pt x="0" y="759833"/>
                  </a:cubicBezTo>
                  <a:lnTo>
                    <a:pt x="0" y="28620"/>
                  </a:lnTo>
                  <a:cubicBezTo>
                    <a:pt x="0" y="12813"/>
                    <a:pt x="12813" y="0"/>
                    <a:pt x="28620" y="0"/>
                  </a:cubicBezTo>
                  <a:close/>
                </a:path>
              </a:pathLst>
            </a:custGeom>
            <a:solidFill>
              <a:srgbClr val="FFFFFF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" name="Google Shape;78;p7"/>
            <p:cNvSpPr txBox="1"/>
            <p:nvPr/>
          </p:nvSpPr>
          <p:spPr>
            <a:xfrm>
              <a:off x="0" y="-47625"/>
              <a:ext cx="2325900" cy="836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79" name="Google Shape;79;p7"/>
          <p:cNvGrpSpPr/>
          <p:nvPr/>
        </p:nvGrpSpPr>
        <p:grpSpPr>
          <a:xfrm>
            <a:off x="9144000" y="5852292"/>
            <a:ext cx="8115385" cy="1452973"/>
            <a:chOff x="0" y="-47625"/>
            <a:chExt cx="2325925" cy="416432"/>
          </a:xfrm>
        </p:grpSpPr>
        <p:sp>
          <p:nvSpPr>
            <p:cNvPr id="80" name="Google Shape;80;p7"/>
            <p:cNvSpPr/>
            <p:nvPr/>
          </p:nvSpPr>
          <p:spPr>
            <a:xfrm>
              <a:off x="0" y="0"/>
              <a:ext cx="2325925" cy="368807"/>
            </a:xfrm>
            <a:custGeom>
              <a:avLst/>
              <a:gdLst/>
              <a:ahLst/>
              <a:cxnLst/>
              <a:rect l="l" t="t" r="r" b="b"/>
              <a:pathLst>
                <a:path w="2325925" h="368807" extrusionOk="0">
                  <a:moveTo>
                    <a:pt x="28620" y="0"/>
                  </a:moveTo>
                  <a:lnTo>
                    <a:pt x="2297305" y="0"/>
                  </a:lnTo>
                  <a:cubicBezTo>
                    <a:pt x="2313111" y="0"/>
                    <a:pt x="2325925" y="12813"/>
                    <a:pt x="2325925" y="28620"/>
                  </a:cubicBezTo>
                  <a:lnTo>
                    <a:pt x="2325925" y="340188"/>
                  </a:lnTo>
                  <a:cubicBezTo>
                    <a:pt x="2325925" y="355994"/>
                    <a:pt x="2313111" y="368807"/>
                    <a:pt x="2297305" y="368807"/>
                  </a:cubicBezTo>
                  <a:lnTo>
                    <a:pt x="28620" y="368807"/>
                  </a:lnTo>
                  <a:cubicBezTo>
                    <a:pt x="12813" y="368807"/>
                    <a:pt x="0" y="355994"/>
                    <a:pt x="0" y="340188"/>
                  </a:cubicBezTo>
                  <a:lnTo>
                    <a:pt x="0" y="28620"/>
                  </a:lnTo>
                  <a:cubicBezTo>
                    <a:pt x="0" y="12813"/>
                    <a:pt x="12813" y="0"/>
                    <a:pt x="28620" y="0"/>
                  </a:cubicBezTo>
                  <a:close/>
                </a:path>
              </a:pathLst>
            </a:custGeom>
            <a:solidFill>
              <a:srgbClr val="7FDAFF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" name="Google Shape;81;p7"/>
            <p:cNvSpPr txBox="1"/>
            <p:nvPr/>
          </p:nvSpPr>
          <p:spPr>
            <a:xfrm>
              <a:off x="0" y="-47625"/>
              <a:ext cx="2325900" cy="416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82" name="Google Shape;82;p7"/>
          <p:cNvSpPr/>
          <p:nvPr/>
        </p:nvSpPr>
        <p:spPr>
          <a:xfrm>
            <a:off x="1028700" y="1028700"/>
            <a:ext cx="7325788" cy="11192176"/>
          </a:xfrm>
          <a:custGeom>
            <a:avLst/>
            <a:gdLst/>
            <a:ahLst/>
            <a:cxnLst/>
            <a:rect l="l" t="t" r="r" b="b"/>
            <a:pathLst>
              <a:path w="7325788" h="11192176" extrusionOk="0">
                <a:moveTo>
                  <a:pt x="0" y="0"/>
                </a:moveTo>
                <a:lnTo>
                  <a:pt x="7325788" y="0"/>
                </a:lnTo>
                <a:lnTo>
                  <a:pt x="7325788" y="11192176"/>
                </a:lnTo>
                <a:lnTo>
                  <a:pt x="0" y="1119217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</p:sp>
      <p:grpSp>
        <p:nvGrpSpPr>
          <p:cNvPr id="83" name="Google Shape;83;p7"/>
          <p:cNvGrpSpPr/>
          <p:nvPr/>
        </p:nvGrpSpPr>
        <p:grpSpPr>
          <a:xfrm rot="-256012">
            <a:off x="1646031" y="5221983"/>
            <a:ext cx="2181498" cy="1979319"/>
            <a:chOff x="0" y="0"/>
            <a:chExt cx="2908747" cy="2639167"/>
          </a:xfrm>
        </p:grpSpPr>
        <p:sp>
          <p:nvSpPr>
            <p:cNvPr id="84" name="Google Shape;84;p7"/>
            <p:cNvSpPr/>
            <p:nvPr/>
          </p:nvSpPr>
          <p:spPr>
            <a:xfrm>
              <a:off x="0" y="0"/>
              <a:ext cx="1426574" cy="1351354"/>
            </a:xfrm>
            <a:custGeom>
              <a:avLst/>
              <a:gdLst/>
              <a:ahLst/>
              <a:cxnLst/>
              <a:rect l="l" t="t" r="r" b="b"/>
              <a:pathLst>
                <a:path w="1426574" h="1351354" extrusionOk="0">
                  <a:moveTo>
                    <a:pt x="0" y="0"/>
                  </a:moveTo>
                  <a:lnTo>
                    <a:pt x="1426574" y="0"/>
                  </a:lnTo>
                  <a:lnTo>
                    <a:pt x="1426574" y="1351354"/>
                  </a:lnTo>
                  <a:lnTo>
                    <a:pt x="0" y="1351354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3">
                <a:alphaModFix/>
              </a:blip>
              <a:stretch>
                <a:fillRect/>
              </a:stretch>
            </a:blipFill>
            <a:ln>
              <a:noFill/>
            </a:ln>
          </p:spPr>
        </p:sp>
        <p:sp>
          <p:nvSpPr>
            <p:cNvPr id="85" name="Google Shape;85;p7"/>
            <p:cNvSpPr/>
            <p:nvPr/>
          </p:nvSpPr>
          <p:spPr>
            <a:xfrm>
              <a:off x="969834" y="1017531"/>
              <a:ext cx="1938913" cy="1621636"/>
            </a:xfrm>
            <a:custGeom>
              <a:avLst/>
              <a:gdLst/>
              <a:ahLst/>
              <a:cxnLst/>
              <a:rect l="l" t="t" r="r" b="b"/>
              <a:pathLst>
                <a:path w="1938913" h="1621636" extrusionOk="0">
                  <a:moveTo>
                    <a:pt x="0" y="0"/>
                  </a:moveTo>
                  <a:lnTo>
                    <a:pt x="1938913" y="0"/>
                  </a:lnTo>
                  <a:lnTo>
                    <a:pt x="1938913" y="1621636"/>
                  </a:lnTo>
                  <a:lnTo>
                    <a:pt x="0" y="1621636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4">
                <a:alphaModFix/>
              </a:blip>
              <a:stretch>
                <a:fillRect/>
              </a:stretch>
            </a:blipFill>
            <a:ln>
              <a:noFill/>
            </a:ln>
          </p:spPr>
        </p:sp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bg>
      <p:bgPr>
        <a:solidFill>
          <a:srgbClr val="43D374"/>
        </a:solidFill>
        <a:effectLst/>
      </p:bgPr>
    </p:bg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7" name="Google Shape;87;p8"/>
          <p:cNvGrpSpPr/>
          <p:nvPr/>
        </p:nvGrpSpPr>
        <p:grpSpPr>
          <a:xfrm>
            <a:off x="1028700" y="862532"/>
            <a:ext cx="7829631" cy="2190094"/>
            <a:chOff x="0" y="-47625"/>
            <a:chExt cx="2244026" cy="627696"/>
          </a:xfrm>
        </p:grpSpPr>
        <p:sp>
          <p:nvSpPr>
            <p:cNvPr id="88" name="Google Shape;88;p8"/>
            <p:cNvSpPr/>
            <p:nvPr/>
          </p:nvSpPr>
          <p:spPr>
            <a:xfrm>
              <a:off x="0" y="0"/>
              <a:ext cx="2244026" cy="580071"/>
            </a:xfrm>
            <a:custGeom>
              <a:avLst/>
              <a:gdLst/>
              <a:ahLst/>
              <a:cxnLst/>
              <a:rect l="l" t="t" r="r" b="b"/>
              <a:pathLst>
                <a:path w="2244026" h="580071" extrusionOk="0">
                  <a:moveTo>
                    <a:pt x="29664" y="0"/>
                  </a:moveTo>
                  <a:lnTo>
                    <a:pt x="2214362" y="0"/>
                  </a:lnTo>
                  <a:cubicBezTo>
                    <a:pt x="2222229" y="0"/>
                    <a:pt x="2229774" y="3125"/>
                    <a:pt x="2235338" y="8688"/>
                  </a:cubicBezTo>
                  <a:cubicBezTo>
                    <a:pt x="2240901" y="14252"/>
                    <a:pt x="2244026" y="21797"/>
                    <a:pt x="2244026" y="29664"/>
                  </a:cubicBezTo>
                  <a:lnTo>
                    <a:pt x="2244026" y="550407"/>
                  </a:lnTo>
                  <a:cubicBezTo>
                    <a:pt x="2244026" y="558274"/>
                    <a:pt x="2240901" y="565820"/>
                    <a:pt x="2235338" y="571383"/>
                  </a:cubicBezTo>
                  <a:cubicBezTo>
                    <a:pt x="2229774" y="576946"/>
                    <a:pt x="2222229" y="580071"/>
                    <a:pt x="2214362" y="580071"/>
                  </a:cubicBezTo>
                  <a:lnTo>
                    <a:pt x="29664" y="580071"/>
                  </a:lnTo>
                  <a:cubicBezTo>
                    <a:pt x="21797" y="580071"/>
                    <a:pt x="14252" y="576946"/>
                    <a:pt x="8688" y="571383"/>
                  </a:cubicBezTo>
                  <a:cubicBezTo>
                    <a:pt x="3125" y="565820"/>
                    <a:pt x="0" y="558274"/>
                    <a:pt x="0" y="550407"/>
                  </a:cubicBezTo>
                  <a:lnTo>
                    <a:pt x="0" y="29664"/>
                  </a:lnTo>
                  <a:cubicBezTo>
                    <a:pt x="0" y="21797"/>
                    <a:pt x="3125" y="14252"/>
                    <a:pt x="8688" y="8688"/>
                  </a:cubicBezTo>
                  <a:cubicBezTo>
                    <a:pt x="14252" y="3125"/>
                    <a:pt x="21797" y="0"/>
                    <a:pt x="29664" y="0"/>
                  </a:cubicBezTo>
                  <a:close/>
                </a:path>
              </a:pathLst>
            </a:custGeom>
            <a:solidFill>
              <a:srgbClr val="7FDAFF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" name="Google Shape;89;p8"/>
            <p:cNvSpPr txBox="1"/>
            <p:nvPr/>
          </p:nvSpPr>
          <p:spPr>
            <a:xfrm>
              <a:off x="0" y="-47625"/>
              <a:ext cx="2244000" cy="627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0" name="Google Shape;90;p8"/>
          <p:cNvGrpSpPr/>
          <p:nvPr/>
        </p:nvGrpSpPr>
        <p:grpSpPr>
          <a:xfrm>
            <a:off x="1028700" y="3172187"/>
            <a:ext cx="7829631" cy="2604264"/>
            <a:chOff x="0" y="-47625"/>
            <a:chExt cx="2244026" cy="746400"/>
          </a:xfrm>
        </p:grpSpPr>
        <p:sp>
          <p:nvSpPr>
            <p:cNvPr id="91" name="Google Shape;91;p8"/>
            <p:cNvSpPr/>
            <p:nvPr/>
          </p:nvSpPr>
          <p:spPr>
            <a:xfrm>
              <a:off x="0" y="0"/>
              <a:ext cx="2244026" cy="698700"/>
            </a:xfrm>
            <a:custGeom>
              <a:avLst/>
              <a:gdLst/>
              <a:ahLst/>
              <a:cxnLst/>
              <a:rect l="l" t="t" r="r" b="b"/>
              <a:pathLst>
                <a:path w="2244026" h="698700" extrusionOk="0">
                  <a:moveTo>
                    <a:pt x="29664" y="0"/>
                  </a:moveTo>
                  <a:lnTo>
                    <a:pt x="2214362" y="0"/>
                  </a:lnTo>
                  <a:cubicBezTo>
                    <a:pt x="2222229" y="0"/>
                    <a:pt x="2229774" y="3125"/>
                    <a:pt x="2235338" y="8688"/>
                  </a:cubicBezTo>
                  <a:cubicBezTo>
                    <a:pt x="2240901" y="14252"/>
                    <a:pt x="2244026" y="21797"/>
                    <a:pt x="2244026" y="29664"/>
                  </a:cubicBezTo>
                  <a:lnTo>
                    <a:pt x="2244026" y="669035"/>
                  </a:lnTo>
                  <a:cubicBezTo>
                    <a:pt x="2244026" y="676903"/>
                    <a:pt x="2240901" y="684448"/>
                    <a:pt x="2235338" y="690011"/>
                  </a:cubicBezTo>
                  <a:cubicBezTo>
                    <a:pt x="2229774" y="695574"/>
                    <a:pt x="2222229" y="698700"/>
                    <a:pt x="2214362" y="698700"/>
                  </a:cubicBezTo>
                  <a:lnTo>
                    <a:pt x="29664" y="698700"/>
                  </a:lnTo>
                  <a:cubicBezTo>
                    <a:pt x="21797" y="698700"/>
                    <a:pt x="14252" y="695574"/>
                    <a:pt x="8688" y="690011"/>
                  </a:cubicBezTo>
                  <a:cubicBezTo>
                    <a:pt x="3125" y="684448"/>
                    <a:pt x="0" y="676903"/>
                    <a:pt x="0" y="669035"/>
                  </a:cubicBezTo>
                  <a:lnTo>
                    <a:pt x="0" y="29664"/>
                  </a:lnTo>
                  <a:cubicBezTo>
                    <a:pt x="0" y="21797"/>
                    <a:pt x="3125" y="14252"/>
                    <a:pt x="8688" y="8688"/>
                  </a:cubicBezTo>
                  <a:cubicBezTo>
                    <a:pt x="14252" y="3125"/>
                    <a:pt x="21797" y="0"/>
                    <a:pt x="29664" y="0"/>
                  </a:cubicBezTo>
                  <a:close/>
                </a:path>
              </a:pathLst>
            </a:custGeom>
            <a:solidFill>
              <a:srgbClr val="FFFFFF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" name="Google Shape;92;p8"/>
            <p:cNvSpPr txBox="1"/>
            <p:nvPr/>
          </p:nvSpPr>
          <p:spPr>
            <a:xfrm>
              <a:off x="0" y="-47625"/>
              <a:ext cx="2244000" cy="746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3" name="Google Shape;93;p8"/>
          <p:cNvGrpSpPr/>
          <p:nvPr/>
        </p:nvGrpSpPr>
        <p:grpSpPr>
          <a:xfrm>
            <a:off x="1028700" y="5895744"/>
            <a:ext cx="7829631" cy="3362589"/>
            <a:chOff x="0" y="-47625"/>
            <a:chExt cx="2244026" cy="963741"/>
          </a:xfrm>
        </p:grpSpPr>
        <p:sp>
          <p:nvSpPr>
            <p:cNvPr id="94" name="Google Shape;94;p8"/>
            <p:cNvSpPr/>
            <p:nvPr/>
          </p:nvSpPr>
          <p:spPr>
            <a:xfrm>
              <a:off x="0" y="0"/>
              <a:ext cx="2244026" cy="916116"/>
            </a:xfrm>
            <a:custGeom>
              <a:avLst/>
              <a:gdLst/>
              <a:ahLst/>
              <a:cxnLst/>
              <a:rect l="l" t="t" r="r" b="b"/>
              <a:pathLst>
                <a:path w="2244026" h="916116" extrusionOk="0">
                  <a:moveTo>
                    <a:pt x="29664" y="0"/>
                  </a:moveTo>
                  <a:lnTo>
                    <a:pt x="2214362" y="0"/>
                  </a:lnTo>
                  <a:cubicBezTo>
                    <a:pt x="2222229" y="0"/>
                    <a:pt x="2229774" y="3125"/>
                    <a:pt x="2235338" y="8688"/>
                  </a:cubicBezTo>
                  <a:cubicBezTo>
                    <a:pt x="2240901" y="14252"/>
                    <a:pt x="2244026" y="21797"/>
                    <a:pt x="2244026" y="29664"/>
                  </a:cubicBezTo>
                  <a:lnTo>
                    <a:pt x="2244026" y="886452"/>
                  </a:lnTo>
                  <a:cubicBezTo>
                    <a:pt x="2244026" y="894319"/>
                    <a:pt x="2240901" y="901865"/>
                    <a:pt x="2235338" y="907428"/>
                  </a:cubicBezTo>
                  <a:cubicBezTo>
                    <a:pt x="2229774" y="912991"/>
                    <a:pt x="2222229" y="916116"/>
                    <a:pt x="2214362" y="916116"/>
                  </a:cubicBezTo>
                  <a:lnTo>
                    <a:pt x="29664" y="916116"/>
                  </a:lnTo>
                  <a:cubicBezTo>
                    <a:pt x="21797" y="916116"/>
                    <a:pt x="14252" y="912991"/>
                    <a:pt x="8688" y="907428"/>
                  </a:cubicBezTo>
                  <a:cubicBezTo>
                    <a:pt x="3125" y="901865"/>
                    <a:pt x="0" y="894319"/>
                    <a:pt x="0" y="886452"/>
                  </a:cubicBezTo>
                  <a:lnTo>
                    <a:pt x="0" y="29664"/>
                  </a:lnTo>
                  <a:cubicBezTo>
                    <a:pt x="0" y="21797"/>
                    <a:pt x="3125" y="14252"/>
                    <a:pt x="8688" y="8688"/>
                  </a:cubicBezTo>
                  <a:cubicBezTo>
                    <a:pt x="14252" y="3125"/>
                    <a:pt x="21797" y="0"/>
                    <a:pt x="29664" y="0"/>
                  </a:cubicBezTo>
                  <a:close/>
                </a:path>
              </a:pathLst>
            </a:custGeom>
            <a:solidFill>
              <a:srgbClr val="FFFFFF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" name="Google Shape;95;p8"/>
            <p:cNvSpPr txBox="1"/>
            <p:nvPr/>
          </p:nvSpPr>
          <p:spPr>
            <a:xfrm>
              <a:off x="0" y="-47625"/>
              <a:ext cx="2244000" cy="963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96" name="Google Shape;96;p8"/>
          <p:cNvSpPr txBox="1"/>
          <p:nvPr/>
        </p:nvSpPr>
        <p:spPr>
          <a:xfrm>
            <a:off x="1600200" y="3910614"/>
            <a:ext cx="5267400" cy="3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i="0" u="none" strike="noStrike" cap="none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Our goal:</a:t>
            </a:r>
            <a:endParaRPr>
              <a:latin typeface="Concert One"/>
              <a:ea typeface="Concert One"/>
              <a:cs typeface="Concert One"/>
              <a:sym typeface="Concert One"/>
            </a:endParaRPr>
          </a:p>
        </p:txBody>
      </p:sp>
      <p:sp>
        <p:nvSpPr>
          <p:cNvPr id="97" name="Google Shape;97;p8"/>
          <p:cNvSpPr txBox="1"/>
          <p:nvPr/>
        </p:nvSpPr>
        <p:spPr>
          <a:xfrm>
            <a:off x="1600200" y="6784844"/>
            <a:ext cx="5267400" cy="3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i="0" u="none" strike="noStrike" cap="none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Let’s think:</a:t>
            </a:r>
            <a:endParaRPr>
              <a:latin typeface="Concert One"/>
              <a:ea typeface="Concert One"/>
              <a:cs typeface="Concert One"/>
              <a:sym typeface="Concert One"/>
            </a:endParaRPr>
          </a:p>
        </p:txBody>
      </p:sp>
      <p:sp>
        <p:nvSpPr>
          <p:cNvPr id="98" name="Google Shape;98;p8"/>
          <p:cNvSpPr>
            <a:spLocks noGrp="1"/>
          </p:cNvSpPr>
          <p:nvPr>
            <p:ph type="pic" idx="2"/>
          </p:nvPr>
        </p:nvSpPr>
        <p:spPr>
          <a:xfrm>
            <a:off x="9184125" y="1049000"/>
            <a:ext cx="8128800" cy="8166900"/>
          </a:xfrm>
          <a:prstGeom prst="roundRect">
            <a:avLst>
              <a:gd name="adj" fmla="val 2690"/>
            </a:avLst>
          </a:prstGeom>
          <a:noFill/>
          <a:ln w="762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bg>
      <p:bgPr>
        <a:solidFill>
          <a:srgbClr val="7FDAFF"/>
        </a:solidFill>
        <a:effectLst/>
      </p:bgPr>
    </p:bg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5" name="Google Shape;125;p10"/>
          <p:cNvGrpSpPr/>
          <p:nvPr/>
        </p:nvGrpSpPr>
        <p:grpSpPr>
          <a:xfrm>
            <a:off x="9144000" y="2815579"/>
            <a:ext cx="8115385" cy="2917237"/>
            <a:chOff x="0" y="-47625"/>
            <a:chExt cx="2325925" cy="836100"/>
          </a:xfrm>
        </p:grpSpPr>
        <p:sp>
          <p:nvSpPr>
            <p:cNvPr id="126" name="Google Shape;126;p10"/>
            <p:cNvSpPr/>
            <p:nvPr/>
          </p:nvSpPr>
          <p:spPr>
            <a:xfrm>
              <a:off x="0" y="0"/>
              <a:ext cx="2325925" cy="788453"/>
            </a:xfrm>
            <a:custGeom>
              <a:avLst/>
              <a:gdLst/>
              <a:ahLst/>
              <a:cxnLst/>
              <a:rect l="l" t="t" r="r" b="b"/>
              <a:pathLst>
                <a:path w="2325925" h="788453" extrusionOk="0">
                  <a:moveTo>
                    <a:pt x="28620" y="0"/>
                  </a:moveTo>
                  <a:lnTo>
                    <a:pt x="2297305" y="0"/>
                  </a:lnTo>
                  <a:cubicBezTo>
                    <a:pt x="2313111" y="0"/>
                    <a:pt x="2325925" y="12813"/>
                    <a:pt x="2325925" y="28620"/>
                  </a:cubicBezTo>
                  <a:lnTo>
                    <a:pt x="2325925" y="759833"/>
                  </a:lnTo>
                  <a:cubicBezTo>
                    <a:pt x="2325925" y="775640"/>
                    <a:pt x="2313111" y="788453"/>
                    <a:pt x="2297305" y="788453"/>
                  </a:cubicBezTo>
                  <a:lnTo>
                    <a:pt x="28620" y="788453"/>
                  </a:lnTo>
                  <a:cubicBezTo>
                    <a:pt x="12813" y="788453"/>
                    <a:pt x="0" y="775640"/>
                    <a:pt x="0" y="759833"/>
                  </a:cubicBezTo>
                  <a:lnTo>
                    <a:pt x="0" y="28620"/>
                  </a:lnTo>
                  <a:cubicBezTo>
                    <a:pt x="0" y="12813"/>
                    <a:pt x="12813" y="0"/>
                    <a:pt x="28620" y="0"/>
                  </a:cubicBezTo>
                  <a:close/>
                </a:path>
              </a:pathLst>
            </a:custGeom>
            <a:solidFill>
              <a:srgbClr val="FFFFFF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" name="Google Shape;127;p10"/>
            <p:cNvSpPr txBox="1"/>
            <p:nvPr/>
          </p:nvSpPr>
          <p:spPr>
            <a:xfrm>
              <a:off x="0" y="-47625"/>
              <a:ext cx="2325900" cy="836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28" name="Google Shape;128;p10"/>
          <p:cNvGrpSpPr/>
          <p:nvPr/>
        </p:nvGrpSpPr>
        <p:grpSpPr>
          <a:xfrm>
            <a:off x="9144000" y="5852292"/>
            <a:ext cx="8115385" cy="1452973"/>
            <a:chOff x="0" y="-47625"/>
            <a:chExt cx="2325925" cy="416432"/>
          </a:xfrm>
        </p:grpSpPr>
        <p:sp>
          <p:nvSpPr>
            <p:cNvPr id="129" name="Google Shape;129;p10"/>
            <p:cNvSpPr/>
            <p:nvPr/>
          </p:nvSpPr>
          <p:spPr>
            <a:xfrm>
              <a:off x="0" y="0"/>
              <a:ext cx="2325925" cy="368807"/>
            </a:xfrm>
            <a:custGeom>
              <a:avLst/>
              <a:gdLst/>
              <a:ahLst/>
              <a:cxnLst/>
              <a:rect l="l" t="t" r="r" b="b"/>
              <a:pathLst>
                <a:path w="2325925" h="368807" extrusionOk="0">
                  <a:moveTo>
                    <a:pt x="28620" y="0"/>
                  </a:moveTo>
                  <a:lnTo>
                    <a:pt x="2297305" y="0"/>
                  </a:lnTo>
                  <a:cubicBezTo>
                    <a:pt x="2313111" y="0"/>
                    <a:pt x="2325925" y="12813"/>
                    <a:pt x="2325925" y="28620"/>
                  </a:cubicBezTo>
                  <a:lnTo>
                    <a:pt x="2325925" y="340188"/>
                  </a:lnTo>
                  <a:cubicBezTo>
                    <a:pt x="2325925" y="355994"/>
                    <a:pt x="2313111" y="368807"/>
                    <a:pt x="2297305" y="368807"/>
                  </a:cubicBezTo>
                  <a:lnTo>
                    <a:pt x="28620" y="368807"/>
                  </a:lnTo>
                  <a:cubicBezTo>
                    <a:pt x="12813" y="368807"/>
                    <a:pt x="0" y="355994"/>
                    <a:pt x="0" y="340188"/>
                  </a:cubicBezTo>
                  <a:lnTo>
                    <a:pt x="0" y="28620"/>
                  </a:lnTo>
                  <a:cubicBezTo>
                    <a:pt x="0" y="12813"/>
                    <a:pt x="12813" y="0"/>
                    <a:pt x="28620" y="0"/>
                  </a:cubicBezTo>
                  <a:close/>
                </a:path>
              </a:pathLst>
            </a:custGeom>
            <a:solidFill>
              <a:srgbClr val="FFD93D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" name="Google Shape;130;p10"/>
            <p:cNvSpPr txBox="1"/>
            <p:nvPr/>
          </p:nvSpPr>
          <p:spPr>
            <a:xfrm>
              <a:off x="0" y="-47625"/>
              <a:ext cx="2325900" cy="416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31" name="Google Shape;131;p10"/>
          <p:cNvSpPr/>
          <p:nvPr/>
        </p:nvSpPr>
        <p:spPr>
          <a:xfrm>
            <a:off x="1028700" y="810251"/>
            <a:ext cx="7043499" cy="8666498"/>
          </a:xfrm>
          <a:custGeom>
            <a:avLst/>
            <a:gdLst/>
            <a:ahLst/>
            <a:cxnLst/>
            <a:rect l="l" t="t" r="r" b="b"/>
            <a:pathLst>
              <a:path w="7043499" h="8666498" extrusionOk="0">
                <a:moveTo>
                  <a:pt x="0" y="0"/>
                </a:moveTo>
                <a:lnTo>
                  <a:pt x="7043499" y="0"/>
                </a:lnTo>
                <a:lnTo>
                  <a:pt x="7043499" y="8666498"/>
                </a:lnTo>
                <a:lnTo>
                  <a:pt x="0" y="866649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bg>
      <p:bgPr>
        <a:solidFill>
          <a:srgbClr val="FF6F61"/>
        </a:solidFill>
        <a:effectLst/>
      </p:bgPr>
    </p:bg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3" name="Google Shape;133;p11"/>
          <p:cNvGrpSpPr/>
          <p:nvPr/>
        </p:nvGrpSpPr>
        <p:grpSpPr>
          <a:xfrm>
            <a:off x="9144000" y="2815579"/>
            <a:ext cx="8115385" cy="2917237"/>
            <a:chOff x="0" y="-47625"/>
            <a:chExt cx="2325925" cy="836100"/>
          </a:xfrm>
        </p:grpSpPr>
        <p:sp>
          <p:nvSpPr>
            <p:cNvPr id="134" name="Google Shape;134;p11"/>
            <p:cNvSpPr/>
            <p:nvPr/>
          </p:nvSpPr>
          <p:spPr>
            <a:xfrm>
              <a:off x="0" y="0"/>
              <a:ext cx="2325925" cy="788453"/>
            </a:xfrm>
            <a:custGeom>
              <a:avLst/>
              <a:gdLst/>
              <a:ahLst/>
              <a:cxnLst/>
              <a:rect l="l" t="t" r="r" b="b"/>
              <a:pathLst>
                <a:path w="2325925" h="788453" extrusionOk="0">
                  <a:moveTo>
                    <a:pt x="28620" y="0"/>
                  </a:moveTo>
                  <a:lnTo>
                    <a:pt x="2297305" y="0"/>
                  </a:lnTo>
                  <a:cubicBezTo>
                    <a:pt x="2313111" y="0"/>
                    <a:pt x="2325925" y="12813"/>
                    <a:pt x="2325925" y="28620"/>
                  </a:cubicBezTo>
                  <a:lnTo>
                    <a:pt x="2325925" y="759833"/>
                  </a:lnTo>
                  <a:cubicBezTo>
                    <a:pt x="2325925" y="775640"/>
                    <a:pt x="2313111" y="788453"/>
                    <a:pt x="2297305" y="788453"/>
                  </a:cubicBezTo>
                  <a:lnTo>
                    <a:pt x="28620" y="788453"/>
                  </a:lnTo>
                  <a:cubicBezTo>
                    <a:pt x="12813" y="788453"/>
                    <a:pt x="0" y="775640"/>
                    <a:pt x="0" y="759833"/>
                  </a:cubicBezTo>
                  <a:lnTo>
                    <a:pt x="0" y="28620"/>
                  </a:lnTo>
                  <a:cubicBezTo>
                    <a:pt x="0" y="12813"/>
                    <a:pt x="12813" y="0"/>
                    <a:pt x="28620" y="0"/>
                  </a:cubicBezTo>
                  <a:close/>
                </a:path>
              </a:pathLst>
            </a:custGeom>
            <a:solidFill>
              <a:srgbClr val="FFFFFF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" name="Google Shape;135;p11"/>
            <p:cNvSpPr txBox="1"/>
            <p:nvPr/>
          </p:nvSpPr>
          <p:spPr>
            <a:xfrm>
              <a:off x="0" y="-47625"/>
              <a:ext cx="2325900" cy="836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36" name="Google Shape;136;p11"/>
          <p:cNvGrpSpPr/>
          <p:nvPr/>
        </p:nvGrpSpPr>
        <p:grpSpPr>
          <a:xfrm>
            <a:off x="9144000" y="5852292"/>
            <a:ext cx="8115385" cy="1452973"/>
            <a:chOff x="0" y="-47625"/>
            <a:chExt cx="2325925" cy="416432"/>
          </a:xfrm>
        </p:grpSpPr>
        <p:sp>
          <p:nvSpPr>
            <p:cNvPr id="137" name="Google Shape;137;p11"/>
            <p:cNvSpPr/>
            <p:nvPr/>
          </p:nvSpPr>
          <p:spPr>
            <a:xfrm>
              <a:off x="0" y="0"/>
              <a:ext cx="2325925" cy="368807"/>
            </a:xfrm>
            <a:custGeom>
              <a:avLst/>
              <a:gdLst/>
              <a:ahLst/>
              <a:cxnLst/>
              <a:rect l="l" t="t" r="r" b="b"/>
              <a:pathLst>
                <a:path w="2325925" h="368807" extrusionOk="0">
                  <a:moveTo>
                    <a:pt x="28620" y="0"/>
                  </a:moveTo>
                  <a:lnTo>
                    <a:pt x="2297305" y="0"/>
                  </a:lnTo>
                  <a:cubicBezTo>
                    <a:pt x="2313111" y="0"/>
                    <a:pt x="2325925" y="12813"/>
                    <a:pt x="2325925" y="28620"/>
                  </a:cubicBezTo>
                  <a:lnTo>
                    <a:pt x="2325925" y="340188"/>
                  </a:lnTo>
                  <a:cubicBezTo>
                    <a:pt x="2325925" y="355994"/>
                    <a:pt x="2313111" y="368807"/>
                    <a:pt x="2297305" y="368807"/>
                  </a:cubicBezTo>
                  <a:lnTo>
                    <a:pt x="28620" y="368807"/>
                  </a:lnTo>
                  <a:cubicBezTo>
                    <a:pt x="12813" y="368807"/>
                    <a:pt x="0" y="355994"/>
                    <a:pt x="0" y="340188"/>
                  </a:cubicBezTo>
                  <a:lnTo>
                    <a:pt x="0" y="28620"/>
                  </a:lnTo>
                  <a:cubicBezTo>
                    <a:pt x="0" y="12813"/>
                    <a:pt x="12813" y="0"/>
                    <a:pt x="28620" y="0"/>
                  </a:cubicBezTo>
                  <a:close/>
                </a:path>
              </a:pathLst>
            </a:custGeom>
            <a:solidFill>
              <a:srgbClr val="7FDAFF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" name="Google Shape;138;p11"/>
            <p:cNvSpPr txBox="1"/>
            <p:nvPr/>
          </p:nvSpPr>
          <p:spPr>
            <a:xfrm>
              <a:off x="0" y="-47625"/>
              <a:ext cx="2325900" cy="416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39" name="Google Shape;139;p11"/>
          <p:cNvSpPr/>
          <p:nvPr/>
        </p:nvSpPr>
        <p:spPr>
          <a:xfrm>
            <a:off x="1485661" y="810251"/>
            <a:ext cx="6129578" cy="8666498"/>
          </a:xfrm>
          <a:custGeom>
            <a:avLst/>
            <a:gdLst/>
            <a:ahLst/>
            <a:cxnLst/>
            <a:rect l="l" t="t" r="r" b="b"/>
            <a:pathLst>
              <a:path w="6129578" h="8666498" extrusionOk="0">
                <a:moveTo>
                  <a:pt x="0" y="0"/>
                </a:moveTo>
                <a:lnTo>
                  <a:pt x="6129577" y="0"/>
                </a:lnTo>
                <a:lnTo>
                  <a:pt x="6129577" y="8666498"/>
                </a:lnTo>
                <a:lnTo>
                  <a:pt x="0" y="866649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bg>
      <p:bgPr>
        <a:solidFill>
          <a:srgbClr val="7FDAFF"/>
        </a:solidFill>
        <a:effectLst/>
      </p:bgPr>
    </p:bg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1" name="Google Shape;141;p12"/>
          <p:cNvGrpSpPr/>
          <p:nvPr/>
        </p:nvGrpSpPr>
        <p:grpSpPr>
          <a:xfrm>
            <a:off x="1028700" y="862532"/>
            <a:ext cx="16230766" cy="2190094"/>
            <a:chOff x="0" y="-47625"/>
            <a:chExt cx="4651849" cy="627696"/>
          </a:xfrm>
        </p:grpSpPr>
        <p:sp>
          <p:nvSpPr>
            <p:cNvPr id="142" name="Google Shape;142;p12"/>
            <p:cNvSpPr/>
            <p:nvPr/>
          </p:nvSpPr>
          <p:spPr>
            <a:xfrm>
              <a:off x="0" y="0"/>
              <a:ext cx="4651849" cy="580071"/>
            </a:xfrm>
            <a:custGeom>
              <a:avLst/>
              <a:gdLst/>
              <a:ahLst/>
              <a:cxnLst/>
              <a:rect l="l" t="t" r="r" b="b"/>
              <a:pathLst>
                <a:path w="4651849" h="580071" extrusionOk="0">
                  <a:moveTo>
                    <a:pt x="14310" y="0"/>
                  </a:moveTo>
                  <a:lnTo>
                    <a:pt x="4637539" y="0"/>
                  </a:lnTo>
                  <a:cubicBezTo>
                    <a:pt x="4641335" y="0"/>
                    <a:pt x="4644975" y="1508"/>
                    <a:pt x="4647658" y="4191"/>
                  </a:cubicBezTo>
                  <a:cubicBezTo>
                    <a:pt x="4650342" y="6875"/>
                    <a:pt x="4651849" y="10515"/>
                    <a:pt x="4651849" y="14310"/>
                  </a:cubicBezTo>
                  <a:lnTo>
                    <a:pt x="4651849" y="565761"/>
                  </a:lnTo>
                  <a:cubicBezTo>
                    <a:pt x="4651849" y="569557"/>
                    <a:pt x="4650342" y="573196"/>
                    <a:pt x="4647658" y="575880"/>
                  </a:cubicBezTo>
                  <a:cubicBezTo>
                    <a:pt x="4644975" y="578564"/>
                    <a:pt x="4641335" y="580071"/>
                    <a:pt x="4637539" y="580071"/>
                  </a:cubicBezTo>
                  <a:lnTo>
                    <a:pt x="14310" y="580071"/>
                  </a:lnTo>
                  <a:cubicBezTo>
                    <a:pt x="10515" y="580071"/>
                    <a:pt x="6875" y="578564"/>
                    <a:pt x="4191" y="575880"/>
                  </a:cubicBezTo>
                  <a:cubicBezTo>
                    <a:pt x="1508" y="573196"/>
                    <a:pt x="0" y="569557"/>
                    <a:pt x="0" y="565761"/>
                  </a:cubicBezTo>
                  <a:lnTo>
                    <a:pt x="0" y="14310"/>
                  </a:lnTo>
                  <a:cubicBezTo>
                    <a:pt x="0" y="10515"/>
                    <a:pt x="1508" y="6875"/>
                    <a:pt x="4191" y="4191"/>
                  </a:cubicBezTo>
                  <a:cubicBezTo>
                    <a:pt x="6875" y="1508"/>
                    <a:pt x="10515" y="0"/>
                    <a:pt x="14310" y="0"/>
                  </a:cubicBezTo>
                  <a:close/>
                </a:path>
              </a:pathLst>
            </a:custGeom>
            <a:solidFill>
              <a:srgbClr val="FFFFFF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" name="Google Shape;143;p12"/>
            <p:cNvSpPr txBox="1"/>
            <p:nvPr/>
          </p:nvSpPr>
          <p:spPr>
            <a:xfrm>
              <a:off x="0" y="-47625"/>
              <a:ext cx="4651800" cy="627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44" name="Google Shape;144;p12"/>
          <p:cNvSpPr/>
          <p:nvPr/>
        </p:nvSpPr>
        <p:spPr>
          <a:xfrm>
            <a:off x="9710118" y="3531494"/>
            <a:ext cx="5936609" cy="3011480"/>
          </a:xfrm>
          <a:custGeom>
            <a:avLst/>
            <a:gdLst/>
            <a:ahLst/>
            <a:cxnLst/>
            <a:rect l="l" t="t" r="r" b="b"/>
            <a:pathLst>
              <a:path w="5936609" h="3011480" extrusionOk="0">
                <a:moveTo>
                  <a:pt x="0" y="0"/>
                </a:moveTo>
                <a:lnTo>
                  <a:pt x="5936609" y="0"/>
                </a:lnTo>
                <a:lnTo>
                  <a:pt x="5936609" y="3011480"/>
                </a:lnTo>
                <a:lnTo>
                  <a:pt x="0" y="301148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</p:sp>
      <p:pic>
        <p:nvPicPr>
          <p:cNvPr id="145" name="Google Shape;145;p1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234075" y="6299100"/>
            <a:ext cx="8455127" cy="3175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6" name="Google Shape;146;p1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44525" y="3579590"/>
            <a:ext cx="8455125" cy="53706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740530"/>
            <a:ext cx="8229600" cy="148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R="0" lvl="0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0"/>
              <a:buFont typeface="Concert One"/>
              <a:buNone/>
              <a:defRPr sz="7000" i="0" u="none" strike="noStrike" cap="none">
                <a:solidFill>
                  <a:schemeClr val="dk1"/>
                </a:solidFill>
                <a:latin typeface="Concert One"/>
                <a:ea typeface="Concert One"/>
                <a:cs typeface="Concert One"/>
                <a:sym typeface="Concert One"/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2836175"/>
            <a:ext cx="8229600" cy="452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556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arlow"/>
              <a:buChar char="•"/>
              <a:defRPr sz="200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556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arlow"/>
              <a:buChar char="–"/>
              <a:defRPr sz="200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556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arlow"/>
              <a:buChar char="•"/>
              <a:defRPr sz="200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arlow"/>
              <a:buChar char="–"/>
              <a:defRPr sz="200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arlow"/>
              <a:buChar char="»"/>
              <a:defRPr sz="200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arlow"/>
              <a:buChar char="•"/>
              <a:defRPr sz="200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arlow"/>
              <a:buChar char="•"/>
              <a:defRPr sz="200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arlow"/>
              <a:buChar char="•"/>
              <a:defRPr sz="200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arlow"/>
              <a:buChar char="•"/>
              <a:defRPr sz="200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3" r:id="rId5"/>
    <p:sldLayoutId id="2147483654" r:id="rId6"/>
    <p:sldLayoutId id="2147483656" r:id="rId7"/>
    <p:sldLayoutId id="2147483657" r:id="rId8"/>
    <p:sldLayoutId id="2147483658" r:id="rId9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FDAFF"/>
        </a:solidFill>
        <a:effectLst/>
      </p:bgPr>
    </p:bg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1" name="Google Shape;151;p13"/>
          <p:cNvGrpSpPr/>
          <p:nvPr/>
        </p:nvGrpSpPr>
        <p:grpSpPr>
          <a:xfrm>
            <a:off x="577516" y="3200777"/>
            <a:ext cx="16681784" cy="4087839"/>
            <a:chOff x="0" y="-47625"/>
            <a:chExt cx="2325925" cy="1171615"/>
          </a:xfrm>
        </p:grpSpPr>
        <p:sp>
          <p:nvSpPr>
            <p:cNvPr id="152" name="Google Shape;152;p13"/>
            <p:cNvSpPr/>
            <p:nvPr/>
          </p:nvSpPr>
          <p:spPr>
            <a:xfrm>
              <a:off x="0" y="0"/>
              <a:ext cx="2325925" cy="1123990"/>
            </a:xfrm>
            <a:custGeom>
              <a:avLst/>
              <a:gdLst/>
              <a:ahLst/>
              <a:cxnLst/>
              <a:rect l="l" t="t" r="r" b="b"/>
              <a:pathLst>
                <a:path w="2325925" h="1123990" extrusionOk="0">
                  <a:moveTo>
                    <a:pt x="28620" y="0"/>
                  </a:moveTo>
                  <a:lnTo>
                    <a:pt x="2297305" y="0"/>
                  </a:lnTo>
                  <a:cubicBezTo>
                    <a:pt x="2313111" y="0"/>
                    <a:pt x="2325925" y="12813"/>
                    <a:pt x="2325925" y="28620"/>
                  </a:cubicBezTo>
                  <a:lnTo>
                    <a:pt x="2325925" y="1095370"/>
                  </a:lnTo>
                  <a:cubicBezTo>
                    <a:pt x="2325925" y="1111176"/>
                    <a:pt x="2313111" y="1123990"/>
                    <a:pt x="2297305" y="1123990"/>
                  </a:cubicBezTo>
                  <a:lnTo>
                    <a:pt x="28620" y="1123990"/>
                  </a:lnTo>
                  <a:cubicBezTo>
                    <a:pt x="12813" y="1123990"/>
                    <a:pt x="0" y="1111176"/>
                    <a:pt x="0" y="1095370"/>
                  </a:cubicBezTo>
                  <a:lnTo>
                    <a:pt x="0" y="28620"/>
                  </a:lnTo>
                  <a:cubicBezTo>
                    <a:pt x="0" y="12813"/>
                    <a:pt x="12813" y="0"/>
                    <a:pt x="28620" y="0"/>
                  </a:cubicBezTo>
                  <a:close/>
                </a:path>
              </a:pathLst>
            </a:custGeom>
            <a:solidFill>
              <a:srgbClr val="FFFFFF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" name="Google Shape;153;p13"/>
            <p:cNvSpPr txBox="1"/>
            <p:nvPr/>
          </p:nvSpPr>
          <p:spPr>
            <a:xfrm>
              <a:off x="0" y="-47625"/>
              <a:ext cx="2325925" cy="117161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54" name="Google Shape;154;p13"/>
          <p:cNvGrpSpPr/>
          <p:nvPr/>
        </p:nvGrpSpPr>
        <p:grpSpPr>
          <a:xfrm>
            <a:off x="4860758" y="1463482"/>
            <a:ext cx="8115300" cy="1723961"/>
            <a:chOff x="0" y="-47625"/>
            <a:chExt cx="2325925" cy="494104"/>
          </a:xfrm>
        </p:grpSpPr>
        <p:sp>
          <p:nvSpPr>
            <p:cNvPr id="155" name="Google Shape;155;p13"/>
            <p:cNvSpPr/>
            <p:nvPr/>
          </p:nvSpPr>
          <p:spPr>
            <a:xfrm>
              <a:off x="0" y="0"/>
              <a:ext cx="2325925" cy="446479"/>
            </a:xfrm>
            <a:custGeom>
              <a:avLst/>
              <a:gdLst/>
              <a:ahLst/>
              <a:cxnLst/>
              <a:rect l="l" t="t" r="r" b="b"/>
              <a:pathLst>
                <a:path w="2325925" h="446479" extrusionOk="0">
                  <a:moveTo>
                    <a:pt x="28620" y="0"/>
                  </a:moveTo>
                  <a:lnTo>
                    <a:pt x="2297305" y="0"/>
                  </a:lnTo>
                  <a:cubicBezTo>
                    <a:pt x="2313111" y="0"/>
                    <a:pt x="2325925" y="12813"/>
                    <a:pt x="2325925" y="28620"/>
                  </a:cubicBezTo>
                  <a:lnTo>
                    <a:pt x="2325925" y="417859"/>
                  </a:lnTo>
                  <a:cubicBezTo>
                    <a:pt x="2325925" y="433666"/>
                    <a:pt x="2313111" y="446479"/>
                    <a:pt x="2297305" y="446479"/>
                  </a:cubicBezTo>
                  <a:lnTo>
                    <a:pt x="28620" y="446479"/>
                  </a:lnTo>
                  <a:cubicBezTo>
                    <a:pt x="12813" y="446479"/>
                    <a:pt x="0" y="433666"/>
                    <a:pt x="0" y="417859"/>
                  </a:cubicBezTo>
                  <a:lnTo>
                    <a:pt x="0" y="28620"/>
                  </a:lnTo>
                  <a:cubicBezTo>
                    <a:pt x="0" y="12813"/>
                    <a:pt x="12813" y="0"/>
                    <a:pt x="28620" y="0"/>
                  </a:cubicBezTo>
                  <a:close/>
                </a:path>
              </a:pathLst>
            </a:custGeom>
            <a:solidFill>
              <a:srgbClr val="FF6F61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" name="Google Shape;156;p13"/>
            <p:cNvSpPr txBox="1"/>
            <p:nvPr/>
          </p:nvSpPr>
          <p:spPr>
            <a:xfrm>
              <a:off x="0" y="-47625"/>
              <a:ext cx="2325925" cy="49410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65" name="Google Shape;165;p13"/>
          <p:cNvSpPr txBox="1"/>
          <p:nvPr/>
        </p:nvSpPr>
        <p:spPr>
          <a:xfrm>
            <a:off x="903314" y="4929943"/>
            <a:ext cx="16030188" cy="14287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605" i="0" u="none" strike="noStrike" cap="none" dirty="0" err="1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Rangkuman</a:t>
            </a:r>
            <a:r>
              <a:rPr lang="en-US" sz="11605" i="0" u="none" strike="noStrike" cap="none" dirty="0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 </a:t>
            </a:r>
            <a:r>
              <a:rPr lang="en-US" sz="11605" i="0" u="none" strike="noStrike" cap="none" dirty="0" err="1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Cepat</a:t>
            </a:r>
            <a:endParaRPr dirty="0">
              <a:latin typeface="Concert One"/>
              <a:ea typeface="Concert One"/>
              <a:cs typeface="Concert One"/>
              <a:sym typeface="Concert One"/>
            </a:endParaRPr>
          </a:p>
        </p:txBody>
      </p:sp>
      <p:sp>
        <p:nvSpPr>
          <p:cNvPr id="166" name="Google Shape;166;p13"/>
          <p:cNvSpPr txBox="1"/>
          <p:nvPr/>
        </p:nvSpPr>
        <p:spPr>
          <a:xfrm>
            <a:off x="6074190" y="2252329"/>
            <a:ext cx="613962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i="0" u="none" strike="noStrike" cap="none" dirty="0" err="1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Fullstack</a:t>
            </a:r>
            <a:r>
              <a:rPr lang="en-US" sz="3000" i="0" u="none" strike="noStrike" cap="none" dirty="0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 30 </a:t>
            </a:r>
            <a:r>
              <a:rPr lang="en-US" sz="3000" i="0" u="none" strike="noStrike" cap="none" dirty="0" err="1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hari</a:t>
            </a:r>
            <a:endParaRPr dirty="0">
              <a:latin typeface="Concert One"/>
              <a:ea typeface="Concert One"/>
              <a:cs typeface="Concert One"/>
              <a:sym typeface="Concert One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4">
          <a:extLst>
            <a:ext uri="{FF2B5EF4-FFF2-40B4-BE49-F238E27FC236}">
              <a16:creationId xmlns:a16="http://schemas.microsoft.com/office/drawing/2014/main" id="{09EFF501-0C3B-2FFB-158E-CD0C2F3A55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5" name="Google Shape;175;p14">
            <a:extLst>
              <a:ext uri="{FF2B5EF4-FFF2-40B4-BE49-F238E27FC236}">
                <a16:creationId xmlns:a16="http://schemas.microsoft.com/office/drawing/2014/main" id="{FBD862A4-1517-4EFF-22E3-AE7DCBBF5C94}"/>
              </a:ext>
            </a:extLst>
          </p:cNvPr>
          <p:cNvGrpSpPr/>
          <p:nvPr/>
        </p:nvGrpSpPr>
        <p:grpSpPr>
          <a:xfrm>
            <a:off x="3578051" y="862533"/>
            <a:ext cx="13681249" cy="2190072"/>
            <a:chOff x="0" y="-47625"/>
            <a:chExt cx="3921181" cy="627696"/>
          </a:xfrm>
        </p:grpSpPr>
        <p:sp>
          <p:nvSpPr>
            <p:cNvPr id="176" name="Google Shape;176;p14">
              <a:extLst>
                <a:ext uri="{FF2B5EF4-FFF2-40B4-BE49-F238E27FC236}">
                  <a16:creationId xmlns:a16="http://schemas.microsoft.com/office/drawing/2014/main" id="{16BC9FFE-D348-F912-2D89-ED48276FF300}"/>
                </a:ext>
              </a:extLst>
            </p:cNvPr>
            <p:cNvSpPr/>
            <p:nvPr/>
          </p:nvSpPr>
          <p:spPr>
            <a:xfrm>
              <a:off x="0" y="0"/>
              <a:ext cx="3921180" cy="580071"/>
            </a:xfrm>
            <a:custGeom>
              <a:avLst/>
              <a:gdLst/>
              <a:ahLst/>
              <a:cxnLst/>
              <a:rect l="l" t="t" r="r" b="b"/>
              <a:pathLst>
                <a:path w="3921180" h="580071" extrusionOk="0">
                  <a:moveTo>
                    <a:pt x="16976" y="0"/>
                  </a:moveTo>
                  <a:lnTo>
                    <a:pt x="3904204" y="0"/>
                  </a:lnTo>
                  <a:cubicBezTo>
                    <a:pt x="3913580" y="0"/>
                    <a:pt x="3921180" y="7601"/>
                    <a:pt x="3921180" y="16976"/>
                  </a:cubicBezTo>
                  <a:lnTo>
                    <a:pt x="3921180" y="563095"/>
                  </a:lnTo>
                  <a:cubicBezTo>
                    <a:pt x="3921180" y="567597"/>
                    <a:pt x="3919392" y="571915"/>
                    <a:pt x="3916208" y="575099"/>
                  </a:cubicBezTo>
                  <a:cubicBezTo>
                    <a:pt x="3913024" y="578283"/>
                    <a:pt x="3908706" y="580071"/>
                    <a:pt x="3904204" y="580071"/>
                  </a:cubicBezTo>
                  <a:lnTo>
                    <a:pt x="16976" y="580071"/>
                  </a:lnTo>
                  <a:cubicBezTo>
                    <a:pt x="12474" y="580071"/>
                    <a:pt x="8156" y="578283"/>
                    <a:pt x="4972" y="575099"/>
                  </a:cubicBezTo>
                  <a:cubicBezTo>
                    <a:pt x="1789" y="571915"/>
                    <a:pt x="0" y="567597"/>
                    <a:pt x="0" y="563095"/>
                  </a:cubicBezTo>
                  <a:lnTo>
                    <a:pt x="0" y="16976"/>
                  </a:lnTo>
                  <a:cubicBezTo>
                    <a:pt x="0" y="12474"/>
                    <a:pt x="1789" y="8156"/>
                    <a:pt x="4972" y="4972"/>
                  </a:cubicBezTo>
                  <a:cubicBezTo>
                    <a:pt x="8156" y="1789"/>
                    <a:pt x="12474" y="0"/>
                    <a:pt x="16976" y="0"/>
                  </a:cubicBezTo>
                  <a:close/>
                </a:path>
              </a:pathLst>
            </a:custGeom>
            <a:solidFill>
              <a:srgbClr val="FFD93D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" name="Google Shape;177;p14">
              <a:extLst>
                <a:ext uri="{FF2B5EF4-FFF2-40B4-BE49-F238E27FC236}">
                  <a16:creationId xmlns:a16="http://schemas.microsoft.com/office/drawing/2014/main" id="{0E4645C1-B37F-99E8-4D3A-489C1556A14D}"/>
                </a:ext>
              </a:extLst>
            </p:cNvPr>
            <p:cNvSpPr txBox="1"/>
            <p:nvPr/>
          </p:nvSpPr>
          <p:spPr>
            <a:xfrm>
              <a:off x="0" y="-47625"/>
              <a:ext cx="3921181" cy="62769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78" name="Google Shape;178;p14">
            <a:extLst>
              <a:ext uri="{FF2B5EF4-FFF2-40B4-BE49-F238E27FC236}">
                <a16:creationId xmlns:a16="http://schemas.microsoft.com/office/drawing/2014/main" id="{C446729C-07BF-86BC-2615-423048966BAB}"/>
              </a:ext>
            </a:extLst>
          </p:cNvPr>
          <p:cNvGrpSpPr/>
          <p:nvPr/>
        </p:nvGrpSpPr>
        <p:grpSpPr>
          <a:xfrm>
            <a:off x="1028700" y="862533"/>
            <a:ext cx="2263601" cy="2190072"/>
            <a:chOff x="0" y="-47625"/>
            <a:chExt cx="648770" cy="627696"/>
          </a:xfrm>
        </p:grpSpPr>
        <p:sp>
          <p:nvSpPr>
            <p:cNvPr id="179" name="Google Shape;179;p14">
              <a:extLst>
                <a:ext uri="{FF2B5EF4-FFF2-40B4-BE49-F238E27FC236}">
                  <a16:creationId xmlns:a16="http://schemas.microsoft.com/office/drawing/2014/main" id="{68888EE6-D47A-E6C8-236E-6EDA0B26BD46}"/>
                </a:ext>
              </a:extLst>
            </p:cNvPr>
            <p:cNvSpPr/>
            <p:nvPr/>
          </p:nvSpPr>
          <p:spPr>
            <a:xfrm>
              <a:off x="0" y="0"/>
              <a:ext cx="648770" cy="580071"/>
            </a:xfrm>
            <a:custGeom>
              <a:avLst/>
              <a:gdLst/>
              <a:ahLst/>
              <a:cxnLst/>
              <a:rect l="l" t="t" r="r" b="b"/>
              <a:pathLst>
                <a:path w="648770" h="580071" extrusionOk="0">
                  <a:moveTo>
                    <a:pt x="102605" y="0"/>
                  </a:moveTo>
                  <a:lnTo>
                    <a:pt x="546165" y="0"/>
                  </a:lnTo>
                  <a:cubicBezTo>
                    <a:pt x="602832" y="0"/>
                    <a:pt x="648770" y="45938"/>
                    <a:pt x="648770" y="102605"/>
                  </a:cubicBezTo>
                  <a:lnTo>
                    <a:pt x="648770" y="477466"/>
                  </a:lnTo>
                  <a:cubicBezTo>
                    <a:pt x="648770" y="534133"/>
                    <a:pt x="602832" y="580071"/>
                    <a:pt x="546165" y="580071"/>
                  </a:cubicBezTo>
                  <a:lnTo>
                    <a:pt x="102605" y="580071"/>
                  </a:lnTo>
                  <a:cubicBezTo>
                    <a:pt x="45938" y="580071"/>
                    <a:pt x="0" y="534133"/>
                    <a:pt x="0" y="477466"/>
                  </a:cubicBezTo>
                  <a:lnTo>
                    <a:pt x="0" y="102605"/>
                  </a:lnTo>
                  <a:cubicBezTo>
                    <a:pt x="0" y="45938"/>
                    <a:pt x="45938" y="0"/>
                    <a:pt x="102605" y="0"/>
                  </a:cubicBezTo>
                  <a:close/>
                </a:path>
              </a:pathLst>
            </a:custGeom>
            <a:solidFill>
              <a:srgbClr val="FFFFFF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" name="Google Shape;180;p14">
              <a:extLst>
                <a:ext uri="{FF2B5EF4-FFF2-40B4-BE49-F238E27FC236}">
                  <a16:creationId xmlns:a16="http://schemas.microsoft.com/office/drawing/2014/main" id="{371CAEB9-FFB9-44AB-4F44-A3AA4F5FF5C9}"/>
                </a:ext>
              </a:extLst>
            </p:cNvPr>
            <p:cNvSpPr txBox="1"/>
            <p:nvPr/>
          </p:nvSpPr>
          <p:spPr>
            <a:xfrm>
              <a:off x="0" y="-47625"/>
              <a:ext cx="648770" cy="62769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81" name="Google Shape;181;p14">
            <a:extLst>
              <a:ext uri="{FF2B5EF4-FFF2-40B4-BE49-F238E27FC236}">
                <a16:creationId xmlns:a16="http://schemas.microsoft.com/office/drawing/2014/main" id="{CED457DA-57AD-950E-9551-385AA6277987}"/>
              </a:ext>
            </a:extLst>
          </p:cNvPr>
          <p:cNvGrpSpPr/>
          <p:nvPr/>
        </p:nvGrpSpPr>
        <p:grpSpPr>
          <a:xfrm>
            <a:off x="1028700" y="3172188"/>
            <a:ext cx="7124437" cy="6086112"/>
            <a:chOff x="0" y="-47625"/>
            <a:chExt cx="2041934" cy="1744339"/>
          </a:xfrm>
        </p:grpSpPr>
        <p:sp>
          <p:nvSpPr>
            <p:cNvPr id="182" name="Google Shape;182;p14">
              <a:extLst>
                <a:ext uri="{FF2B5EF4-FFF2-40B4-BE49-F238E27FC236}">
                  <a16:creationId xmlns:a16="http://schemas.microsoft.com/office/drawing/2014/main" id="{D090EA79-80E4-9917-F226-27C6D619696A}"/>
                </a:ext>
              </a:extLst>
            </p:cNvPr>
            <p:cNvSpPr/>
            <p:nvPr/>
          </p:nvSpPr>
          <p:spPr>
            <a:xfrm>
              <a:off x="0" y="0"/>
              <a:ext cx="2041934" cy="1696714"/>
            </a:xfrm>
            <a:custGeom>
              <a:avLst/>
              <a:gdLst/>
              <a:ahLst/>
              <a:cxnLst/>
              <a:rect l="l" t="t" r="r" b="b"/>
              <a:pathLst>
                <a:path w="2041934" h="1696714" extrusionOk="0">
                  <a:moveTo>
                    <a:pt x="16300" y="0"/>
                  </a:moveTo>
                  <a:lnTo>
                    <a:pt x="2025634" y="0"/>
                  </a:lnTo>
                  <a:cubicBezTo>
                    <a:pt x="2029957" y="0"/>
                    <a:pt x="2034103" y="1717"/>
                    <a:pt x="2037160" y="4774"/>
                  </a:cubicBezTo>
                  <a:cubicBezTo>
                    <a:pt x="2040216" y="7831"/>
                    <a:pt x="2041934" y="11977"/>
                    <a:pt x="2041934" y="16300"/>
                  </a:cubicBezTo>
                  <a:lnTo>
                    <a:pt x="2041934" y="1680414"/>
                  </a:lnTo>
                  <a:cubicBezTo>
                    <a:pt x="2041934" y="1689417"/>
                    <a:pt x="2034636" y="1696714"/>
                    <a:pt x="2025634" y="1696714"/>
                  </a:cubicBezTo>
                  <a:lnTo>
                    <a:pt x="16300" y="1696714"/>
                  </a:lnTo>
                  <a:cubicBezTo>
                    <a:pt x="7298" y="1696714"/>
                    <a:pt x="0" y="1689417"/>
                    <a:pt x="0" y="1680414"/>
                  </a:cubicBezTo>
                  <a:lnTo>
                    <a:pt x="0" y="16300"/>
                  </a:lnTo>
                  <a:cubicBezTo>
                    <a:pt x="0" y="11977"/>
                    <a:pt x="1717" y="7831"/>
                    <a:pt x="4774" y="4774"/>
                  </a:cubicBezTo>
                  <a:cubicBezTo>
                    <a:pt x="7831" y="1717"/>
                    <a:pt x="11977" y="0"/>
                    <a:pt x="16300" y="0"/>
                  </a:cubicBezTo>
                  <a:close/>
                </a:path>
              </a:pathLst>
            </a:custGeom>
            <a:solidFill>
              <a:srgbClr val="FFFFFF"/>
            </a:solidFill>
            <a:ln w="85725" cap="sq" cmpd="sng">
              <a:solidFill>
                <a:srgbClr val="000000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" name="Google Shape;183;p14">
              <a:extLst>
                <a:ext uri="{FF2B5EF4-FFF2-40B4-BE49-F238E27FC236}">
                  <a16:creationId xmlns:a16="http://schemas.microsoft.com/office/drawing/2014/main" id="{82056A03-E4B3-DAAD-89F1-09F574E6CF49}"/>
                </a:ext>
              </a:extLst>
            </p:cNvPr>
            <p:cNvSpPr txBox="1"/>
            <p:nvPr/>
          </p:nvSpPr>
          <p:spPr>
            <a:xfrm>
              <a:off x="0" y="-47625"/>
              <a:ext cx="2041934" cy="174433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84" name="Google Shape;184;p14">
            <a:extLst>
              <a:ext uri="{FF2B5EF4-FFF2-40B4-BE49-F238E27FC236}">
                <a16:creationId xmlns:a16="http://schemas.microsoft.com/office/drawing/2014/main" id="{FD0049C4-8099-FC5B-1EF3-0775750A60C8}"/>
              </a:ext>
            </a:extLst>
          </p:cNvPr>
          <p:cNvGrpSpPr/>
          <p:nvPr/>
        </p:nvGrpSpPr>
        <p:grpSpPr>
          <a:xfrm>
            <a:off x="8438887" y="3172188"/>
            <a:ext cx="8820413" cy="2984971"/>
            <a:chOff x="0" y="-47625"/>
            <a:chExt cx="2528017" cy="855522"/>
          </a:xfrm>
        </p:grpSpPr>
        <p:sp>
          <p:nvSpPr>
            <p:cNvPr id="185" name="Google Shape;185;p14">
              <a:extLst>
                <a:ext uri="{FF2B5EF4-FFF2-40B4-BE49-F238E27FC236}">
                  <a16:creationId xmlns:a16="http://schemas.microsoft.com/office/drawing/2014/main" id="{A664FD0F-AE44-ED87-D0F0-91BED6E40AA7}"/>
                </a:ext>
              </a:extLst>
            </p:cNvPr>
            <p:cNvSpPr/>
            <p:nvPr/>
          </p:nvSpPr>
          <p:spPr>
            <a:xfrm>
              <a:off x="0" y="0"/>
              <a:ext cx="2528017" cy="807897"/>
            </a:xfrm>
            <a:custGeom>
              <a:avLst/>
              <a:gdLst/>
              <a:ahLst/>
              <a:cxnLst/>
              <a:rect l="l" t="t" r="r" b="b"/>
              <a:pathLst>
                <a:path w="2528017" h="807897" extrusionOk="0">
                  <a:moveTo>
                    <a:pt x="26332" y="0"/>
                  </a:moveTo>
                  <a:lnTo>
                    <a:pt x="2501685" y="0"/>
                  </a:lnTo>
                  <a:cubicBezTo>
                    <a:pt x="2508669" y="0"/>
                    <a:pt x="2515367" y="2774"/>
                    <a:pt x="2520305" y="7712"/>
                  </a:cubicBezTo>
                  <a:cubicBezTo>
                    <a:pt x="2525243" y="12651"/>
                    <a:pt x="2528017" y="19348"/>
                    <a:pt x="2528017" y="26332"/>
                  </a:cubicBezTo>
                  <a:lnTo>
                    <a:pt x="2528017" y="781565"/>
                  </a:lnTo>
                  <a:cubicBezTo>
                    <a:pt x="2528017" y="788549"/>
                    <a:pt x="2525243" y="795246"/>
                    <a:pt x="2520305" y="800184"/>
                  </a:cubicBezTo>
                  <a:cubicBezTo>
                    <a:pt x="2515367" y="805123"/>
                    <a:pt x="2508669" y="807897"/>
                    <a:pt x="2501685" y="807897"/>
                  </a:cubicBezTo>
                  <a:lnTo>
                    <a:pt x="26332" y="807897"/>
                  </a:lnTo>
                  <a:cubicBezTo>
                    <a:pt x="19348" y="807897"/>
                    <a:pt x="12651" y="805123"/>
                    <a:pt x="7712" y="800184"/>
                  </a:cubicBezTo>
                  <a:cubicBezTo>
                    <a:pt x="2774" y="795246"/>
                    <a:pt x="0" y="788549"/>
                    <a:pt x="0" y="781565"/>
                  </a:cubicBezTo>
                  <a:lnTo>
                    <a:pt x="0" y="26332"/>
                  </a:lnTo>
                  <a:cubicBezTo>
                    <a:pt x="0" y="19348"/>
                    <a:pt x="2774" y="12651"/>
                    <a:pt x="7712" y="7712"/>
                  </a:cubicBezTo>
                  <a:cubicBezTo>
                    <a:pt x="12651" y="2774"/>
                    <a:pt x="19348" y="0"/>
                    <a:pt x="26332" y="0"/>
                  </a:cubicBezTo>
                  <a:close/>
                </a:path>
              </a:pathLst>
            </a:custGeom>
            <a:solidFill>
              <a:srgbClr val="FFFFFF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" name="Google Shape;186;p14">
              <a:extLst>
                <a:ext uri="{FF2B5EF4-FFF2-40B4-BE49-F238E27FC236}">
                  <a16:creationId xmlns:a16="http://schemas.microsoft.com/office/drawing/2014/main" id="{2CABCC6A-C061-17CE-983F-6E6C450B7968}"/>
                </a:ext>
              </a:extLst>
            </p:cNvPr>
            <p:cNvSpPr txBox="1"/>
            <p:nvPr/>
          </p:nvSpPr>
          <p:spPr>
            <a:xfrm>
              <a:off x="0" y="-47625"/>
              <a:ext cx="2528017" cy="85552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87" name="Google Shape;187;p14">
            <a:extLst>
              <a:ext uri="{FF2B5EF4-FFF2-40B4-BE49-F238E27FC236}">
                <a16:creationId xmlns:a16="http://schemas.microsoft.com/office/drawing/2014/main" id="{91A4450B-2AD8-8AB0-C321-F97A12AAC490}"/>
              </a:ext>
            </a:extLst>
          </p:cNvPr>
          <p:cNvGrpSpPr/>
          <p:nvPr/>
        </p:nvGrpSpPr>
        <p:grpSpPr>
          <a:xfrm>
            <a:off x="8438887" y="6273329"/>
            <a:ext cx="8820413" cy="2984971"/>
            <a:chOff x="0" y="-47625"/>
            <a:chExt cx="2528017" cy="855522"/>
          </a:xfrm>
        </p:grpSpPr>
        <p:sp>
          <p:nvSpPr>
            <p:cNvPr id="188" name="Google Shape;188;p14">
              <a:extLst>
                <a:ext uri="{FF2B5EF4-FFF2-40B4-BE49-F238E27FC236}">
                  <a16:creationId xmlns:a16="http://schemas.microsoft.com/office/drawing/2014/main" id="{EA65D756-E8ED-1875-0A9C-3B779B663567}"/>
                </a:ext>
              </a:extLst>
            </p:cNvPr>
            <p:cNvSpPr/>
            <p:nvPr/>
          </p:nvSpPr>
          <p:spPr>
            <a:xfrm>
              <a:off x="0" y="0"/>
              <a:ext cx="2528017" cy="807897"/>
            </a:xfrm>
            <a:custGeom>
              <a:avLst/>
              <a:gdLst/>
              <a:ahLst/>
              <a:cxnLst/>
              <a:rect l="l" t="t" r="r" b="b"/>
              <a:pathLst>
                <a:path w="2528017" h="807897" extrusionOk="0">
                  <a:moveTo>
                    <a:pt x="26332" y="0"/>
                  </a:moveTo>
                  <a:lnTo>
                    <a:pt x="2501685" y="0"/>
                  </a:lnTo>
                  <a:cubicBezTo>
                    <a:pt x="2508669" y="0"/>
                    <a:pt x="2515367" y="2774"/>
                    <a:pt x="2520305" y="7712"/>
                  </a:cubicBezTo>
                  <a:cubicBezTo>
                    <a:pt x="2525243" y="12651"/>
                    <a:pt x="2528017" y="19348"/>
                    <a:pt x="2528017" y="26332"/>
                  </a:cubicBezTo>
                  <a:lnTo>
                    <a:pt x="2528017" y="781565"/>
                  </a:lnTo>
                  <a:cubicBezTo>
                    <a:pt x="2528017" y="788549"/>
                    <a:pt x="2525243" y="795246"/>
                    <a:pt x="2520305" y="800184"/>
                  </a:cubicBezTo>
                  <a:cubicBezTo>
                    <a:pt x="2515367" y="805123"/>
                    <a:pt x="2508669" y="807897"/>
                    <a:pt x="2501685" y="807897"/>
                  </a:cubicBezTo>
                  <a:lnTo>
                    <a:pt x="26332" y="807897"/>
                  </a:lnTo>
                  <a:cubicBezTo>
                    <a:pt x="19348" y="807897"/>
                    <a:pt x="12651" y="805123"/>
                    <a:pt x="7712" y="800184"/>
                  </a:cubicBezTo>
                  <a:cubicBezTo>
                    <a:pt x="2774" y="795246"/>
                    <a:pt x="0" y="788549"/>
                    <a:pt x="0" y="781565"/>
                  </a:cubicBezTo>
                  <a:lnTo>
                    <a:pt x="0" y="26332"/>
                  </a:lnTo>
                  <a:cubicBezTo>
                    <a:pt x="0" y="19348"/>
                    <a:pt x="2774" y="12651"/>
                    <a:pt x="7712" y="7712"/>
                  </a:cubicBezTo>
                  <a:cubicBezTo>
                    <a:pt x="12651" y="2774"/>
                    <a:pt x="19348" y="0"/>
                    <a:pt x="26332" y="0"/>
                  </a:cubicBezTo>
                  <a:close/>
                </a:path>
              </a:pathLst>
            </a:custGeom>
            <a:solidFill>
              <a:srgbClr val="FFFFFF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" name="Google Shape;189;p14">
              <a:extLst>
                <a:ext uri="{FF2B5EF4-FFF2-40B4-BE49-F238E27FC236}">
                  <a16:creationId xmlns:a16="http://schemas.microsoft.com/office/drawing/2014/main" id="{B704C03E-965E-A153-0F04-8B48BD2C3BE4}"/>
                </a:ext>
              </a:extLst>
            </p:cNvPr>
            <p:cNvSpPr txBox="1"/>
            <p:nvPr/>
          </p:nvSpPr>
          <p:spPr>
            <a:xfrm>
              <a:off x="0" y="-47625"/>
              <a:ext cx="2528017" cy="85552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90" name="Google Shape;190;p14">
            <a:extLst>
              <a:ext uri="{FF2B5EF4-FFF2-40B4-BE49-F238E27FC236}">
                <a16:creationId xmlns:a16="http://schemas.microsoft.com/office/drawing/2014/main" id="{0FED0486-4CAF-817A-6E20-33E137106D4A}"/>
              </a:ext>
            </a:extLst>
          </p:cNvPr>
          <p:cNvGrpSpPr/>
          <p:nvPr/>
        </p:nvGrpSpPr>
        <p:grpSpPr>
          <a:xfrm>
            <a:off x="1322595" y="4288798"/>
            <a:ext cx="6294844" cy="763121"/>
            <a:chOff x="0" y="-47625"/>
            <a:chExt cx="484380" cy="239857"/>
          </a:xfrm>
        </p:grpSpPr>
        <p:sp>
          <p:nvSpPr>
            <p:cNvPr id="191" name="Google Shape;191;p14">
              <a:extLst>
                <a:ext uri="{FF2B5EF4-FFF2-40B4-BE49-F238E27FC236}">
                  <a16:creationId xmlns:a16="http://schemas.microsoft.com/office/drawing/2014/main" id="{E78A716A-0804-02FE-4C24-432C766871A3}"/>
                </a:ext>
              </a:extLst>
            </p:cNvPr>
            <p:cNvSpPr/>
            <p:nvPr/>
          </p:nvSpPr>
          <p:spPr>
            <a:xfrm>
              <a:off x="0" y="0"/>
              <a:ext cx="484380" cy="192232"/>
            </a:xfrm>
            <a:custGeom>
              <a:avLst/>
              <a:gdLst/>
              <a:ahLst/>
              <a:cxnLst/>
              <a:rect l="l" t="t" r="r" b="b"/>
              <a:pathLst>
                <a:path w="484380" h="192232" extrusionOk="0">
                  <a:moveTo>
                    <a:pt x="75355" y="0"/>
                  </a:moveTo>
                  <a:lnTo>
                    <a:pt x="409025" y="0"/>
                  </a:lnTo>
                  <a:cubicBezTo>
                    <a:pt x="450642" y="0"/>
                    <a:pt x="484380" y="33738"/>
                    <a:pt x="484380" y="75355"/>
                  </a:cubicBezTo>
                  <a:lnTo>
                    <a:pt x="484380" y="116877"/>
                  </a:lnTo>
                  <a:cubicBezTo>
                    <a:pt x="484380" y="158494"/>
                    <a:pt x="450642" y="192232"/>
                    <a:pt x="409025" y="192232"/>
                  </a:cubicBezTo>
                  <a:lnTo>
                    <a:pt x="75355" y="192232"/>
                  </a:lnTo>
                  <a:cubicBezTo>
                    <a:pt x="33738" y="192232"/>
                    <a:pt x="0" y="158494"/>
                    <a:pt x="0" y="116877"/>
                  </a:cubicBezTo>
                  <a:lnTo>
                    <a:pt x="0" y="75355"/>
                  </a:lnTo>
                  <a:cubicBezTo>
                    <a:pt x="0" y="33738"/>
                    <a:pt x="33738" y="0"/>
                    <a:pt x="75355" y="0"/>
                  </a:cubicBezTo>
                  <a:close/>
                </a:path>
              </a:pathLst>
            </a:custGeom>
            <a:solidFill>
              <a:srgbClr val="FFD93D"/>
            </a:solidFill>
            <a:ln w="38100" cap="sq" cmpd="sng">
              <a:solidFill>
                <a:srgbClr val="000000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" name="Google Shape;192;p14">
              <a:extLst>
                <a:ext uri="{FF2B5EF4-FFF2-40B4-BE49-F238E27FC236}">
                  <a16:creationId xmlns:a16="http://schemas.microsoft.com/office/drawing/2014/main" id="{7B896BE2-CB51-161B-4F22-6F58909035AB}"/>
                </a:ext>
              </a:extLst>
            </p:cNvPr>
            <p:cNvSpPr txBox="1"/>
            <p:nvPr/>
          </p:nvSpPr>
          <p:spPr>
            <a:xfrm>
              <a:off x="0" y="-47625"/>
              <a:ext cx="484380" cy="2398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96" name="Google Shape;196;p14">
            <a:extLst>
              <a:ext uri="{FF2B5EF4-FFF2-40B4-BE49-F238E27FC236}">
                <a16:creationId xmlns:a16="http://schemas.microsoft.com/office/drawing/2014/main" id="{26517D48-AF0C-3245-1E2B-29E5B63769D5}"/>
              </a:ext>
            </a:extLst>
          </p:cNvPr>
          <p:cNvGrpSpPr/>
          <p:nvPr/>
        </p:nvGrpSpPr>
        <p:grpSpPr>
          <a:xfrm>
            <a:off x="1322594" y="5007276"/>
            <a:ext cx="6294844" cy="763121"/>
            <a:chOff x="0" y="-47625"/>
            <a:chExt cx="484380" cy="239857"/>
          </a:xfrm>
        </p:grpSpPr>
        <p:sp>
          <p:nvSpPr>
            <p:cNvPr id="197" name="Google Shape;197;p14">
              <a:extLst>
                <a:ext uri="{FF2B5EF4-FFF2-40B4-BE49-F238E27FC236}">
                  <a16:creationId xmlns:a16="http://schemas.microsoft.com/office/drawing/2014/main" id="{7E2E2C26-D46F-B417-6069-67F3E9E06514}"/>
                </a:ext>
              </a:extLst>
            </p:cNvPr>
            <p:cNvSpPr/>
            <p:nvPr/>
          </p:nvSpPr>
          <p:spPr>
            <a:xfrm>
              <a:off x="0" y="0"/>
              <a:ext cx="484380" cy="192232"/>
            </a:xfrm>
            <a:custGeom>
              <a:avLst/>
              <a:gdLst/>
              <a:ahLst/>
              <a:cxnLst/>
              <a:rect l="l" t="t" r="r" b="b"/>
              <a:pathLst>
                <a:path w="484380" h="192232" extrusionOk="0">
                  <a:moveTo>
                    <a:pt x="75355" y="0"/>
                  </a:moveTo>
                  <a:lnTo>
                    <a:pt x="409025" y="0"/>
                  </a:lnTo>
                  <a:cubicBezTo>
                    <a:pt x="450642" y="0"/>
                    <a:pt x="484380" y="33738"/>
                    <a:pt x="484380" y="75355"/>
                  </a:cubicBezTo>
                  <a:lnTo>
                    <a:pt x="484380" y="116877"/>
                  </a:lnTo>
                  <a:cubicBezTo>
                    <a:pt x="484380" y="158494"/>
                    <a:pt x="450642" y="192232"/>
                    <a:pt x="409025" y="192232"/>
                  </a:cubicBezTo>
                  <a:lnTo>
                    <a:pt x="75355" y="192232"/>
                  </a:lnTo>
                  <a:cubicBezTo>
                    <a:pt x="33738" y="192232"/>
                    <a:pt x="0" y="158494"/>
                    <a:pt x="0" y="116877"/>
                  </a:cubicBezTo>
                  <a:lnTo>
                    <a:pt x="0" y="75355"/>
                  </a:lnTo>
                  <a:cubicBezTo>
                    <a:pt x="0" y="33738"/>
                    <a:pt x="33738" y="0"/>
                    <a:pt x="75355" y="0"/>
                  </a:cubicBezTo>
                  <a:close/>
                </a:path>
              </a:pathLst>
            </a:custGeom>
            <a:solidFill>
              <a:srgbClr val="FF6F61"/>
            </a:solidFill>
            <a:ln w="38100" cap="sq" cmpd="sng">
              <a:solidFill>
                <a:srgbClr val="000000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" name="Google Shape;198;p14">
              <a:extLst>
                <a:ext uri="{FF2B5EF4-FFF2-40B4-BE49-F238E27FC236}">
                  <a16:creationId xmlns:a16="http://schemas.microsoft.com/office/drawing/2014/main" id="{C96B4A91-5360-5874-725A-140E7ABF329F}"/>
                </a:ext>
              </a:extLst>
            </p:cNvPr>
            <p:cNvSpPr txBox="1"/>
            <p:nvPr/>
          </p:nvSpPr>
          <p:spPr>
            <a:xfrm>
              <a:off x="0" y="-47625"/>
              <a:ext cx="484380" cy="2398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02" name="Google Shape;202;p14">
            <a:extLst>
              <a:ext uri="{FF2B5EF4-FFF2-40B4-BE49-F238E27FC236}">
                <a16:creationId xmlns:a16="http://schemas.microsoft.com/office/drawing/2014/main" id="{806B3C2C-8F7D-9CFC-A34E-C74659B7B85B}"/>
              </a:ext>
            </a:extLst>
          </p:cNvPr>
          <p:cNvGrpSpPr/>
          <p:nvPr/>
        </p:nvGrpSpPr>
        <p:grpSpPr>
          <a:xfrm>
            <a:off x="1295913" y="5796994"/>
            <a:ext cx="6294844" cy="763121"/>
            <a:chOff x="0" y="-47625"/>
            <a:chExt cx="484380" cy="239857"/>
          </a:xfrm>
        </p:grpSpPr>
        <p:sp>
          <p:nvSpPr>
            <p:cNvPr id="203" name="Google Shape;203;p14">
              <a:extLst>
                <a:ext uri="{FF2B5EF4-FFF2-40B4-BE49-F238E27FC236}">
                  <a16:creationId xmlns:a16="http://schemas.microsoft.com/office/drawing/2014/main" id="{0BD66BFF-7B77-F4AA-408D-0C304FB3438E}"/>
                </a:ext>
              </a:extLst>
            </p:cNvPr>
            <p:cNvSpPr/>
            <p:nvPr/>
          </p:nvSpPr>
          <p:spPr>
            <a:xfrm>
              <a:off x="0" y="0"/>
              <a:ext cx="484380" cy="192232"/>
            </a:xfrm>
            <a:custGeom>
              <a:avLst/>
              <a:gdLst/>
              <a:ahLst/>
              <a:cxnLst/>
              <a:rect l="l" t="t" r="r" b="b"/>
              <a:pathLst>
                <a:path w="484380" h="192232" extrusionOk="0">
                  <a:moveTo>
                    <a:pt x="75355" y="0"/>
                  </a:moveTo>
                  <a:lnTo>
                    <a:pt x="409025" y="0"/>
                  </a:lnTo>
                  <a:cubicBezTo>
                    <a:pt x="450642" y="0"/>
                    <a:pt x="484380" y="33738"/>
                    <a:pt x="484380" y="75355"/>
                  </a:cubicBezTo>
                  <a:lnTo>
                    <a:pt x="484380" y="116877"/>
                  </a:lnTo>
                  <a:cubicBezTo>
                    <a:pt x="484380" y="158494"/>
                    <a:pt x="450642" y="192232"/>
                    <a:pt x="409025" y="192232"/>
                  </a:cubicBezTo>
                  <a:lnTo>
                    <a:pt x="75355" y="192232"/>
                  </a:lnTo>
                  <a:cubicBezTo>
                    <a:pt x="33738" y="192232"/>
                    <a:pt x="0" y="158494"/>
                    <a:pt x="0" y="116877"/>
                  </a:cubicBezTo>
                  <a:lnTo>
                    <a:pt x="0" y="75355"/>
                  </a:lnTo>
                  <a:cubicBezTo>
                    <a:pt x="0" y="33738"/>
                    <a:pt x="33738" y="0"/>
                    <a:pt x="75355" y="0"/>
                  </a:cubicBezTo>
                  <a:close/>
                </a:path>
              </a:pathLst>
            </a:custGeom>
            <a:solidFill>
              <a:srgbClr val="43D374"/>
            </a:solidFill>
            <a:ln w="38100" cap="sq" cmpd="sng">
              <a:solidFill>
                <a:srgbClr val="000000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" name="Google Shape;204;p14">
              <a:extLst>
                <a:ext uri="{FF2B5EF4-FFF2-40B4-BE49-F238E27FC236}">
                  <a16:creationId xmlns:a16="http://schemas.microsoft.com/office/drawing/2014/main" id="{36EE80CB-C9FA-C872-429D-3EF3F61F4726}"/>
                </a:ext>
              </a:extLst>
            </p:cNvPr>
            <p:cNvSpPr txBox="1"/>
            <p:nvPr/>
          </p:nvSpPr>
          <p:spPr>
            <a:xfrm>
              <a:off x="0" y="-47625"/>
              <a:ext cx="484380" cy="2398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08" name="Google Shape;208;p14">
            <a:extLst>
              <a:ext uri="{FF2B5EF4-FFF2-40B4-BE49-F238E27FC236}">
                <a16:creationId xmlns:a16="http://schemas.microsoft.com/office/drawing/2014/main" id="{AEF52647-F93C-3AB7-7C4E-122F3F1CBC23}"/>
              </a:ext>
            </a:extLst>
          </p:cNvPr>
          <p:cNvGrpSpPr/>
          <p:nvPr/>
        </p:nvGrpSpPr>
        <p:grpSpPr>
          <a:xfrm>
            <a:off x="1306551" y="6568438"/>
            <a:ext cx="6294844" cy="763121"/>
            <a:chOff x="0" y="-47625"/>
            <a:chExt cx="484380" cy="239857"/>
          </a:xfrm>
        </p:grpSpPr>
        <p:sp>
          <p:nvSpPr>
            <p:cNvPr id="209" name="Google Shape;209;p14">
              <a:extLst>
                <a:ext uri="{FF2B5EF4-FFF2-40B4-BE49-F238E27FC236}">
                  <a16:creationId xmlns:a16="http://schemas.microsoft.com/office/drawing/2014/main" id="{A7F52A43-45DC-A378-1C30-BEC7271F7EE7}"/>
                </a:ext>
              </a:extLst>
            </p:cNvPr>
            <p:cNvSpPr/>
            <p:nvPr/>
          </p:nvSpPr>
          <p:spPr>
            <a:xfrm>
              <a:off x="0" y="0"/>
              <a:ext cx="484380" cy="192232"/>
            </a:xfrm>
            <a:custGeom>
              <a:avLst/>
              <a:gdLst/>
              <a:ahLst/>
              <a:cxnLst/>
              <a:rect l="l" t="t" r="r" b="b"/>
              <a:pathLst>
                <a:path w="484380" h="192232" extrusionOk="0">
                  <a:moveTo>
                    <a:pt x="75355" y="0"/>
                  </a:moveTo>
                  <a:lnTo>
                    <a:pt x="409025" y="0"/>
                  </a:lnTo>
                  <a:cubicBezTo>
                    <a:pt x="450642" y="0"/>
                    <a:pt x="484380" y="33738"/>
                    <a:pt x="484380" y="75355"/>
                  </a:cubicBezTo>
                  <a:lnTo>
                    <a:pt x="484380" y="116877"/>
                  </a:lnTo>
                  <a:cubicBezTo>
                    <a:pt x="484380" y="158494"/>
                    <a:pt x="450642" y="192232"/>
                    <a:pt x="409025" y="192232"/>
                  </a:cubicBezTo>
                  <a:lnTo>
                    <a:pt x="75355" y="192232"/>
                  </a:lnTo>
                  <a:cubicBezTo>
                    <a:pt x="33738" y="192232"/>
                    <a:pt x="0" y="158494"/>
                    <a:pt x="0" y="116877"/>
                  </a:cubicBezTo>
                  <a:lnTo>
                    <a:pt x="0" y="75355"/>
                  </a:lnTo>
                  <a:cubicBezTo>
                    <a:pt x="0" y="33738"/>
                    <a:pt x="33738" y="0"/>
                    <a:pt x="75355" y="0"/>
                  </a:cubicBezTo>
                  <a:close/>
                </a:path>
              </a:pathLst>
            </a:custGeom>
            <a:solidFill>
              <a:srgbClr val="FFD93D"/>
            </a:solidFill>
            <a:ln w="38100" cap="sq" cmpd="sng">
              <a:solidFill>
                <a:srgbClr val="000000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" name="Google Shape;210;p14">
              <a:extLst>
                <a:ext uri="{FF2B5EF4-FFF2-40B4-BE49-F238E27FC236}">
                  <a16:creationId xmlns:a16="http://schemas.microsoft.com/office/drawing/2014/main" id="{F6BFC199-1C92-161F-D85B-C13F0A8BE4E2}"/>
                </a:ext>
              </a:extLst>
            </p:cNvPr>
            <p:cNvSpPr txBox="1"/>
            <p:nvPr/>
          </p:nvSpPr>
          <p:spPr>
            <a:xfrm>
              <a:off x="0" y="-47625"/>
              <a:ext cx="484380" cy="2398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14" name="Google Shape;214;p14">
            <a:extLst>
              <a:ext uri="{FF2B5EF4-FFF2-40B4-BE49-F238E27FC236}">
                <a16:creationId xmlns:a16="http://schemas.microsoft.com/office/drawing/2014/main" id="{1E497908-D5EE-D9CA-2FFE-7FC17CB3716F}"/>
              </a:ext>
            </a:extLst>
          </p:cNvPr>
          <p:cNvGrpSpPr/>
          <p:nvPr/>
        </p:nvGrpSpPr>
        <p:grpSpPr>
          <a:xfrm>
            <a:off x="1348695" y="7317720"/>
            <a:ext cx="6294844" cy="763121"/>
            <a:chOff x="0" y="-47625"/>
            <a:chExt cx="484380" cy="239857"/>
          </a:xfrm>
        </p:grpSpPr>
        <p:sp>
          <p:nvSpPr>
            <p:cNvPr id="215" name="Google Shape;215;p14">
              <a:extLst>
                <a:ext uri="{FF2B5EF4-FFF2-40B4-BE49-F238E27FC236}">
                  <a16:creationId xmlns:a16="http://schemas.microsoft.com/office/drawing/2014/main" id="{9A7E3AEC-0337-7C3F-1F7E-78BE0F016721}"/>
                </a:ext>
              </a:extLst>
            </p:cNvPr>
            <p:cNvSpPr/>
            <p:nvPr/>
          </p:nvSpPr>
          <p:spPr>
            <a:xfrm>
              <a:off x="0" y="0"/>
              <a:ext cx="484380" cy="192232"/>
            </a:xfrm>
            <a:custGeom>
              <a:avLst/>
              <a:gdLst/>
              <a:ahLst/>
              <a:cxnLst/>
              <a:rect l="l" t="t" r="r" b="b"/>
              <a:pathLst>
                <a:path w="484380" h="192232" extrusionOk="0">
                  <a:moveTo>
                    <a:pt x="75355" y="0"/>
                  </a:moveTo>
                  <a:lnTo>
                    <a:pt x="409025" y="0"/>
                  </a:lnTo>
                  <a:cubicBezTo>
                    <a:pt x="450642" y="0"/>
                    <a:pt x="484380" y="33738"/>
                    <a:pt x="484380" y="75355"/>
                  </a:cubicBezTo>
                  <a:lnTo>
                    <a:pt x="484380" y="116877"/>
                  </a:lnTo>
                  <a:cubicBezTo>
                    <a:pt x="484380" y="158494"/>
                    <a:pt x="450642" y="192232"/>
                    <a:pt x="409025" y="192232"/>
                  </a:cubicBezTo>
                  <a:lnTo>
                    <a:pt x="75355" y="192232"/>
                  </a:lnTo>
                  <a:cubicBezTo>
                    <a:pt x="33738" y="192232"/>
                    <a:pt x="0" y="158494"/>
                    <a:pt x="0" y="116877"/>
                  </a:cubicBezTo>
                  <a:lnTo>
                    <a:pt x="0" y="75355"/>
                  </a:lnTo>
                  <a:cubicBezTo>
                    <a:pt x="0" y="33738"/>
                    <a:pt x="33738" y="0"/>
                    <a:pt x="75355" y="0"/>
                  </a:cubicBezTo>
                  <a:close/>
                </a:path>
              </a:pathLst>
            </a:custGeom>
            <a:solidFill>
              <a:srgbClr val="FF6F61"/>
            </a:solidFill>
            <a:ln w="38100" cap="sq" cmpd="sng">
              <a:solidFill>
                <a:srgbClr val="000000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" name="Google Shape;216;p14">
              <a:extLst>
                <a:ext uri="{FF2B5EF4-FFF2-40B4-BE49-F238E27FC236}">
                  <a16:creationId xmlns:a16="http://schemas.microsoft.com/office/drawing/2014/main" id="{E8B3B34F-D856-28E6-FCC1-56CF815796BF}"/>
                </a:ext>
              </a:extLst>
            </p:cNvPr>
            <p:cNvSpPr txBox="1"/>
            <p:nvPr/>
          </p:nvSpPr>
          <p:spPr>
            <a:xfrm>
              <a:off x="0" y="-47625"/>
              <a:ext cx="484380" cy="2398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20" name="Google Shape;220;p14">
            <a:extLst>
              <a:ext uri="{FF2B5EF4-FFF2-40B4-BE49-F238E27FC236}">
                <a16:creationId xmlns:a16="http://schemas.microsoft.com/office/drawing/2014/main" id="{93B46534-CB52-2351-B430-A18FDA71732B}"/>
              </a:ext>
            </a:extLst>
          </p:cNvPr>
          <p:cNvGrpSpPr/>
          <p:nvPr/>
        </p:nvGrpSpPr>
        <p:grpSpPr>
          <a:xfrm>
            <a:off x="1399713" y="8126917"/>
            <a:ext cx="6191044" cy="763121"/>
            <a:chOff x="0" y="-47625"/>
            <a:chExt cx="484380" cy="239857"/>
          </a:xfrm>
        </p:grpSpPr>
        <p:sp>
          <p:nvSpPr>
            <p:cNvPr id="221" name="Google Shape;221;p14">
              <a:extLst>
                <a:ext uri="{FF2B5EF4-FFF2-40B4-BE49-F238E27FC236}">
                  <a16:creationId xmlns:a16="http://schemas.microsoft.com/office/drawing/2014/main" id="{04B260F9-BBCB-80B0-2600-AB7D86F223B2}"/>
                </a:ext>
              </a:extLst>
            </p:cNvPr>
            <p:cNvSpPr/>
            <p:nvPr/>
          </p:nvSpPr>
          <p:spPr>
            <a:xfrm>
              <a:off x="0" y="0"/>
              <a:ext cx="484380" cy="192232"/>
            </a:xfrm>
            <a:custGeom>
              <a:avLst/>
              <a:gdLst/>
              <a:ahLst/>
              <a:cxnLst/>
              <a:rect l="l" t="t" r="r" b="b"/>
              <a:pathLst>
                <a:path w="484380" h="192232" extrusionOk="0">
                  <a:moveTo>
                    <a:pt x="75355" y="0"/>
                  </a:moveTo>
                  <a:lnTo>
                    <a:pt x="409025" y="0"/>
                  </a:lnTo>
                  <a:cubicBezTo>
                    <a:pt x="450642" y="0"/>
                    <a:pt x="484380" y="33738"/>
                    <a:pt x="484380" y="75355"/>
                  </a:cubicBezTo>
                  <a:lnTo>
                    <a:pt x="484380" y="116877"/>
                  </a:lnTo>
                  <a:cubicBezTo>
                    <a:pt x="484380" y="158494"/>
                    <a:pt x="450642" y="192232"/>
                    <a:pt x="409025" y="192232"/>
                  </a:cubicBezTo>
                  <a:lnTo>
                    <a:pt x="75355" y="192232"/>
                  </a:lnTo>
                  <a:cubicBezTo>
                    <a:pt x="33738" y="192232"/>
                    <a:pt x="0" y="158494"/>
                    <a:pt x="0" y="116877"/>
                  </a:cubicBezTo>
                  <a:lnTo>
                    <a:pt x="0" y="75355"/>
                  </a:lnTo>
                  <a:cubicBezTo>
                    <a:pt x="0" y="33738"/>
                    <a:pt x="33738" y="0"/>
                    <a:pt x="75355" y="0"/>
                  </a:cubicBezTo>
                  <a:close/>
                </a:path>
              </a:pathLst>
            </a:custGeom>
            <a:solidFill>
              <a:srgbClr val="43D374"/>
            </a:solidFill>
            <a:ln w="38100" cap="sq" cmpd="sng">
              <a:solidFill>
                <a:srgbClr val="000000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" name="Google Shape;222;p14">
              <a:extLst>
                <a:ext uri="{FF2B5EF4-FFF2-40B4-BE49-F238E27FC236}">
                  <a16:creationId xmlns:a16="http://schemas.microsoft.com/office/drawing/2014/main" id="{D93D9252-27E6-B255-A1A0-AB5D83DAD508}"/>
                </a:ext>
              </a:extLst>
            </p:cNvPr>
            <p:cNvSpPr txBox="1"/>
            <p:nvPr/>
          </p:nvSpPr>
          <p:spPr>
            <a:xfrm>
              <a:off x="0" y="-47625"/>
              <a:ext cx="484380" cy="2398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28" name="Google Shape;228;p14">
            <a:extLst>
              <a:ext uri="{FF2B5EF4-FFF2-40B4-BE49-F238E27FC236}">
                <a16:creationId xmlns:a16="http://schemas.microsoft.com/office/drawing/2014/main" id="{1C035C16-A138-E5F2-7577-284B61847731}"/>
              </a:ext>
            </a:extLst>
          </p:cNvPr>
          <p:cNvSpPr txBox="1"/>
          <p:nvPr/>
        </p:nvSpPr>
        <p:spPr>
          <a:xfrm>
            <a:off x="4764504" y="1433494"/>
            <a:ext cx="10716127" cy="12926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0" dirty="0">
                <a:latin typeface="Concert One"/>
                <a:ea typeface="Concert One"/>
                <a:cs typeface="Concert One"/>
                <a:sym typeface="Concert One"/>
              </a:rPr>
              <a:t>HARI PERTAMA 1.1</a:t>
            </a:r>
            <a:endParaRPr dirty="0">
              <a:latin typeface="Concert One"/>
              <a:ea typeface="Concert One"/>
              <a:cs typeface="Concert One"/>
              <a:sym typeface="Concert One"/>
            </a:endParaRPr>
          </a:p>
        </p:txBody>
      </p:sp>
      <p:sp>
        <p:nvSpPr>
          <p:cNvPr id="229" name="Google Shape;229;p14">
            <a:extLst>
              <a:ext uri="{FF2B5EF4-FFF2-40B4-BE49-F238E27FC236}">
                <a16:creationId xmlns:a16="http://schemas.microsoft.com/office/drawing/2014/main" id="{AD2AF66B-8000-6DAD-2E20-655A0F39550C}"/>
              </a:ext>
            </a:extLst>
          </p:cNvPr>
          <p:cNvSpPr txBox="1"/>
          <p:nvPr/>
        </p:nvSpPr>
        <p:spPr>
          <a:xfrm>
            <a:off x="1632373" y="1534718"/>
            <a:ext cx="1056300" cy="116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0" dirty="0">
                <a:latin typeface="Concert One"/>
                <a:ea typeface="Concert One"/>
                <a:cs typeface="Concert One"/>
                <a:sym typeface="Concert One"/>
              </a:rPr>
              <a:t>1</a:t>
            </a:r>
            <a:endParaRPr dirty="0">
              <a:latin typeface="Concert One"/>
              <a:ea typeface="Concert One"/>
              <a:cs typeface="Concert One"/>
              <a:sym typeface="Concert One"/>
            </a:endParaRPr>
          </a:p>
        </p:txBody>
      </p:sp>
      <p:sp>
        <p:nvSpPr>
          <p:cNvPr id="231" name="Google Shape;231;p14">
            <a:extLst>
              <a:ext uri="{FF2B5EF4-FFF2-40B4-BE49-F238E27FC236}">
                <a16:creationId xmlns:a16="http://schemas.microsoft.com/office/drawing/2014/main" id="{B747792C-4036-95EB-62FC-BC0896094580}"/>
              </a:ext>
            </a:extLst>
          </p:cNvPr>
          <p:cNvSpPr txBox="1"/>
          <p:nvPr/>
        </p:nvSpPr>
        <p:spPr>
          <a:xfrm>
            <a:off x="1632350" y="1233957"/>
            <a:ext cx="1056300" cy="29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99" i="0" u="none" strike="noStrike" cap="none" dirty="0">
                <a:solidFill>
                  <a:srgbClr val="FF6F61"/>
                </a:solidFill>
                <a:latin typeface="Barlow"/>
                <a:ea typeface="Barlow"/>
                <a:cs typeface="Barlow"/>
                <a:sym typeface="Barlow"/>
              </a:rPr>
              <a:t>DAY</a:t>
            </a:r>
            <a:endParaRPr dirty="0">
              <a:latin typeface="Barlow"/>
              <a:ea typeface="Barlow"/>
              <a:cs typeface="Barlow"/>
              <a:sym typeface="Barlow"/>
            </a:endParaRPr>
          </a:p>
        </p:txBody>
      </p:sp>
      <p:sp>
        <p:nvSpPr>
          <p:cNvPr id="232" name="Google Shape;232;p14">
            <a:extLst>
              <a:ext uri="{FF2B5EF4-FFF2-40B4-BE49-F238E27FC236}">
                <a16:creationId xmlns:a16="http://schemas.microsoft.com/office/drawing/2014/main" id="{02779E1E-76EE-71D5-2692-8F9D05D5AB47}"/>
              </a:ext>
            </a:extLst>
          </p:cNvPr>
          <p:cNvSpPr txBox="1"/>
          <p:nvPr/>
        </p:nvSpPr>
        <p:spPr>
          <a:xfrm>
            <a:off x="1564339" y="3843952"/>
            <a:ext cx="6053100" cy="3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i="0" u="none" strike="noStrike" cap="none" dirty="0" err="1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Urutan</a:t>
            </a:r>
            <a:r>
              <a:rPr lang="en-US" sz="3200" i="0" u="none" strike="noStrike" cap="none" dirty="0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 Daily</a:t>
            </a:r>
            <a:endParaRPr dirty="0">
              <a:latin typeface="Concert One"/>
              <a:ea typeface="Concert One"/>
              <a:cs typeface="Concert One"/>
              <a:sym typeface="Concert One"/>
            </a:endParaRPr>
          </a:p>
        </p:txBody>
      </p:sp>
      <p:sp>
        <p:nvSpPr>
          <p:cNvPr id="235" name="Google Shape;235;p14">
            <a:extLst>
              <a:ext uri="{FF2B5EF4-FFF2-40B4-BE49-F238E27FC236}">
                <a16:creationId xmlns:a16="http://schemas.microsoft.com/office/drawing/2014/main" id="{2D03622A-BB8A-1AF7-5B24-2DA0C3C543FB}"/>
              </a:ext>
            </a:extLst>
          </p:cNvPr>
          <p:cNvSpPr txBox="1"/>
          <p:nvPr/>
        </p:nvSpPr>
        <p:spPr>
          <a:xfrm>
            <a:off x="1553463" y="4658089"/>
            <a:ext cx="2806557" cy="2462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lnSpc>
                <a:spcPct val="7999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1.Buat Folder Project</a:t>
            </a:r>
            <a:endParaRPr sz="2000" dirty="0"/>
          </a:p>
        </p:txBody>
      </p:sp>
      <p:sp>
        <p:nvSpPr>
          <p:cNvPr id="236" name="Google Shape;236;p14">
            <a:extLst>
              <a:ext uri="{FF2B5EF4-FFF2-40B4-BE49-F238E27FC236}">
                <a16:creationId xmlns:a16="http://schemas.microsoft.com/office/drawing/2014/main" id="{4D015054-BF64-5609-01E3-B6768FAF5D81}"/>
              </a:ext>
            </a:extLst>
          </p:cNvPr>
          <p:cNvSpPr txBox="1"/>
          <p:nvPr/>
        </p:nvSpPr>
        <p:spPr>
          <a:xfrm>
            <a:off x="1524224" y="5340167"/>
            <a:ext cx="2806556" cy="2462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lnSpc>
                <a:spcPct val="7999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2.Jadikan Git Repo</a:t>
            </a:r>
            <a:endParaRPr sz="2000" dirty="0"/>
          </a:p>
        </p:txBody>
      </p:sp>
      <p:sp>
        <p:nvSpPr>
          <p:cNvPr id="237" name="Google Shape;237;p14">
            <a:extLst>
              <a:ext uri="{FF2B5EF4-FFF2-40B4-BE49-F238E27FC236}">
                <a16:creationId xmlns:a16="http://schemas.microsoft.com/office/drawing/2014/main" id="{3854C3E1-32A9-CC5A-C02E-AE3F29323162}"/>
              </a:ext>
            </a:extLst>
          </p:cNvPr>
          <p:cNvSpPr txBox="1"/>
          <p:nvPr/>
        </p:nvSpPr>
        <p:spPr>
          <a:xfrm>
            <a:off x="1553462" y="6165017"/>
            <a:ext cx="2806556" cy="2462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lnSpc>
                <a:spcPct val="7999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3.Buat .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gitignore</a:t>
            </a:r>
            <a:endParaRPr sz="2000" dirty="0"/>
          </a:p>
        </p:txBody>
      </p:sp>
      <p:sp>
        <p:nvSpPr>
          <p:cNvPr id="238" name="Google Shape;238;p14">
            <a:extLst>
              <a:ext uri="{FF2B5EF4-FFF2-40B4-BE49-F238E27FC236}">
                <a16:creationId xmlns:a16="http://schemas.microsoft.com/office/drawing/2014/main" id="{3499F191-B6C4-AB10-2290-6DF60E3DE29A}"/>
              </a:ext>
            </a:extLst>
          </p:cNvPr>
          <p:cNvSpPr txBox="1"/>
          <p:nvPr/>
        </p:nvSpPr>
        <p:spPr>
          <a:xfrm>
            <a:off x="1572385" y="6952182"/>
            <a:ext cx="2678168" cy="2462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lnSpc>
                <a:spcPct val="7999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4.BuatREADME</a:t>
            </a:r>
            <a:endParaRPr sz="2000" dirty="0"/>
          </a:p>
        </p:txBody>
      </p:sp>
      <p:sp>
        <p:nvSpPr>
          <p:cNvPr id="239" name="Google Shape;239;p14">
            <a:extLst>
              <a:ext uri="{FF2B5EF4-FFF2-40B4-BE49-F238E27FC236}">
                <a16:creationId xmlns:a16="http://schemas.microsoft.com/office/drawing/2014/main" id="{72CF8017-21AC-9FDE-E187-D7567E50A9F6}"/>
              </a:ext>
            </a:extLst>
          </p:cNvPr>
          <p:cNvSpPr txBox="1"/>
          <p:nvPr/>
        </p:nvSpPr>
        <p:spPr>
          <a:xfrm>
            <a:off x="1564339" y="7677420"/>
            <a:ext cx="2678168" cy="2462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7999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5.Hubungkan 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ke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Github</a:t>
            </a:r>
            <a:endParaRPr sz="2000" dirty="0"/>
          </a:p>
        </p:txBody>
      </p:sp>
      <p:sp>
        <p:nvSpPr>
          <p:cNvPr id="240" name="Google Shape;240;p14">
            <a:extLst>
              <a:ext uri="{FF2B5EF4-FFF2-40B4-BE49-F238E27FC236}">
                <a16:creationId xmlns:a16="http://schemas.microsoft.com/office/drawing/2014/main" id="{A13723C4-3FFE-566E-B4D3-CBF2B851A34B}"/>
              </a:ext>
            </a:extLst>
          </p:cNvPr>
          <p:cNvSpPr txBox="1"/>
          <p:nvPr/>
        </p:nvSpPr>
        <p:spPr>
          <a:xfrm>
            <a:off x="1572385" y="8430818"/>
            <a:ext cx="2842794" cy="2462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7999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6.Commit &amp; push 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Github</a:t>
            </a:r>
            <a:endParaRPr sz="2000" dirty="0"/>
          </a:p>
        </p:txBody>
      </p:sp>
      <p:sp>
        <p:nvSpPr>
          <p:cNvPr id="257" name="Google Shape;257;p14">
            <a:extLst>
              <a:ext uri="{FF2B5EF4-FFF2-40B4-BE49-F238E27FC236}">
                <a16:creationId xmlns:a16="http://schemas.microsoft.com/office/drawing/2014/main" id="{260B6634-BA60-CAEA-CDF5-8CE00210408F}"/>
              </a:ext>
            </a:extLst>
          </p:cNvPr>
          <p:cNvSpPr txBox="1"/>
          <p:nvPr/>
        </p:nvSpPr>
        <p:spPr>
          <a:xfrm>
            <a:off x="9822543" y="4439584"/>
            <a:ext cx="6053100" cy="3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i="0" u="none" strike="noStrike" cap="none" dirty="0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Setup Project</a:t>
            </a:r>
            <a:endParaRPr dirty="0">
              <a:latin typeface="Concert One"/>
              <a:ea typeface="Concert One"/>
              <a:cs typeface="Concert One"/>
              <a:sym typeface="Concert One"/>
            </a:endParaRPr>
          </a:p>
        </p:txBody>
      </p:sp>
      <p:sp>
        <p:nvSpPr>
          <p:cNvPr id="3" name="Google Shape;257;p14">
            <a:extLst>
              <a:ext uri="{FF2B5EF4-FFF2-40B4-BE49-F238E27FC236}">
                <a16:creationId xmlns:a16="http://schemas.microsoft.com/office/drawing/2014/main" id="{0EE3E748-3E4E-B78A-3107-965EA44F0B3B}"/>
              </a:ext>
            </a:extLst>
          </p:cNvPr>
          <p:cNvSpPr txBox="1"/>
          <p:nvPr/>
        </p:nvSpPr>
        <p:spPr>
          <a:xfrm>
            <a:off x="8438887" y="6782945"/>
            <a:ext cx="2823412" cy="3939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i="0" u="none" strike="noStrike" cap="none" dirty="0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Folder Project</a:t>
            </a:r>
            <a:endParaRPr dirty="0">
              <a:latin typeface="Concert One"/>
              <a:ea typeface="Concert One"/>
              <a:cs typeface="Concert One"/>
              <a:sym typeface="Concert One"/>
            </a:endParaRPr>
          </a:p>
        </p:txBody>
      </p:sp>
      <p:sp>
        <p:nvSpPr>
          <p:cNvPr id="7" name="Google Shape;257;p14">
            <a:extLst>
              <a:ext uri="{FF2B5EF4-FFF2-40B4-BE49-F238E27FC236}">
                <a16:creationId xmlns:a16="http://schemas.microsoft.com/office/drawing/2014/main" id="{B6DD535D-81BB-28D5-CE30-7E1E4AB0E3F6}"/>
              </a:ext>
            </a:extLst>
          </p:cNvPr>
          <p:cNvSpPr txBox="1"/>
          <p:nvPr/>
        </p:nvSpPr>
        <p:spPr>
          <a:xfrm>
            <a:off x="13901225" y="6752785"/>
            <a:ext cx="2823412" cy="3939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i="0" u="none" strike="noStrike" cap="none" dirty="0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GIT</a:t>
            </a:r>
            <a:endParaRPr dirty="0">
              <a:latin typeface="Concert One"/>
              <a:ea typeface="Concert One"/>
              <a:cs typeface="Concert One"/>
              <a:sym typeface="Concert One"/>
            </a:endParaRPr>
          </a:p>
        </p:txBody>
      </p:sp>
      <p:sp>
        <p:nvSpPr>
          <p:cNvPr id="9" name="Google Shape;257;p14">
            <a:extLst>
              <a:ext uri="{FF2B5EF4-FFF2-40B4-BE49-F238E27FC236}">
                <a16:creationId xmlns:a16="http://schemas.microsoft.com/office/drawing/2014/main" id="{A0B75014-CAED-9CA8-2FA7-DA578ED855B9}"/>
              </a:ext>
            </a:extLst>
          </p:cNvPr>
          <p:cNvSpPr txBox="1"/>
          <p:nvPr/>
        </p:nvSpPr>
        <p:spPr>
          <a:xfrm>
            <a:off x="13901226" y="8288979"/>
            <a:ext cx="2823412" cy="3939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i="0" u="none" strike="noStrike" cap="none" dirty="0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GIT HUB</a:t>
            </a:r>
            <a:endParaRPr dirty="0">
              <a:latin typeface="Concert One"/>
              <a:ea typeface="Concert One"/>
              <a:cs typeface="Concert One"/>
              <a:sym typeface="Concert One"/>
            </a:endParaRPr>
          </a:p>
        </p:txBody>
      </p:sp>
      <p:sp>
        <p:nvSpPr>
          <p:cNvPr id="11" name="Google Shape;257;p14">
            <a:extLst>
              <a:ext uri="{FF2B5EF4-FFF2-40B4-BE49-F238E27FC236}">
                <a16:creationId xmlns:a16="http://schemas.microsoft.com/office/drawing/2014/main" id="{8936D899-8754-E5E3-C709-5B7A3217B334}"/>
              </a:ext>
            </a:extLst>
          </p:cNvPr>
          <p:cNvSpPr txBox="1"/>
          <p:nvPr/>
        </p:nvSpPr>
        <p:spPr>
          <a:xfrm>
            <a:off x="8283301" y="8303597"/>
            <a:ext cx="2823412" cy="3939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i="0" u="none" strike="noStrike" cap="none" dirty="0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React</a:t>
            </a:r>
            <a:endParaRPr dirty="0">
              <a:latin typeface="Concert One"/>
              <a:ea typeface="Concert One"/>
              <a:cs typeface="Concert One"/>
              <a:sym typeface="Concert One"/>
            </a:endParaRPr>
          </a:p>
        </p:txBody>
      </p:sp>
      <p:sp>
        <p:nvSpPr>
          <p:cNvPr id="12" name="Arrow: Right 11">
            <a:extLst>
              <a:ext uri="{FF2B5EF4-FFF2-40B4-BE49-F238E27FC236}">
                <a16:creationId xmlns:a16="http://schemas.microsoft.com/office/drawing/2014/main" id="{CCFDF825-DABC-8D5A-3E58-E41C94207F64}"/>
              </a:ext>
            </a:extLst>
          </p:cNvPr>
          <p:cNvSpPr/>
          <p:nvPr/>
        </p:nvSpPr>
        <p:spPr>
          <a:xfrm>
            <a:off x="12092558" y="6737606"/>
            <a:ext cx="978408" cy="4846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3" name="Arrow: Down 12">
            <a:extLst>
              <a:ext uri="{FF2B5EF4-FFF2-40B4-BE49-F238E27FC236}">
                <a16:creationId xmlns:a16="http://schemas.microsoft.com/office/drawing/2014/main" id="{7629C8E2-5D65-6D08-7051-50BC3EEAA18C}"/>
              </a:ext>
            </a:extLst>
          </p:cNvPr>
          <p:cNvSpPr/>
          <p:nvPr/>
        </p:nvSpPr>
        <p:spPr>
          <a:xfrm>
            <a:off x="15070615" y="7124596"/>
            <a:ext cx="484632" cy="978408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 dirty="0"/>
          </a:p>
        </p:txBody>
      </p:sp>
      <p:sp>
        <p:nvSpPr>
          <p:cNvPr id="14" name="Arrow: Left 13">
            <a:extLst>
              <a:ext uri="{FF2B5EF4-FFF2-40B4-BE49-F238E27FC236}">
                <a16:creationId xmlns:a16="http://schemas.microsoft.com/office/drawing/2014/main" id="{382D7FD4-D417-9AB2-9D8F-AE1AF44A115A}"/>
              </a:ext>
            </a:extLst>
          </p:cNvPr>
          <p:cNvSpPr/>
          <p:nvPr/>
        </p:nvSpPr>
        <p:spPr>
          <a:xfrm>
            <a:off x="12140051" y="8212919"/>
            <a:ext cx="978408" cy="484632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35903723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F90DA"/>
        </a:solidFill>
        <a:effectLst/>
      </p:bgPr>
    </p:bg>
    <p:spTree>
      <p:nvGrpSpPr>
        <p:cNvPr id="1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3" name="Google Shape;373;p20"/>
          <p:cNvGrpSpPr/>
          <p:nvPr/>
        </p:nvGrpSpPr>
        <p:grpSpPr>
          <a:xfrm>
            <a:off x="1010227" y="4726104"/>
            <a:ext cx="5226008" cy="4532196"/>
            <a:chOff x="0" y="-47625"/>
            <a:chExt cx="1497825" cy="1298972"/>
          </a:xfrm>
        </p:grpSpPr>
        <p:sp>
          <p:nvSpPr>
            <p:cNvPr id="374" name="Google Shape;374;p20"/>
            <p:cNvSpPr/>
            <p:nvPr/>
          </p:nvSpPr>
          <p:spPr>
            <a:xfrm>
              <a:off x="0" y="0"/>
              <a:ext cx="1497825" cy="1251347"/>
            </a:xfrm>
            <a:custGeom>
              <a:avLst/>
              <a:gdLst/>
              <a:ahLst/>
              <a:cxnLst/>
              <a:rect l="l" t="t" r="r" b="b"/>
              <a:pathLst>
                <a:path w="1497825" h="1251347" extrusionOk="0">
                  <a:moveTo>
                    <a:pt x="44443" y="0"/>
                  </a:moveTo>
                  <a:lnTo>
                    <a:pt x="1453383" y="0"/>
                  </a:lnTo>
                  <a:cubicBezTo>
                    <a:pt x="1477928" y="0"/>
                    <a:pt x="1497825" y="19898"/>
                    <a:pt x="1497825" y="44443"/>
                  </a:cubicBezTo>
                  <a:lnTo>
                    <a:pt x="1497825" y="1206904"/>
                  </a:lnTo>
                  <a:cubicBezTo>
                    <a:pt x="1497825" y="1218691"/>
                    <a:pt x="1493143" y="1229995"/>
                    <a:pt x="1484808" y="1238330"/>
                  </a:cubicBezTo>
                  <a:cubicBezTo>
                    <a:pt x="1476474" y="1246665"/>
                    <a:pt x="1465169" y="1251347"/>
                    <a:pt x="1453383" y="1251347"/>
                  </a:cubicBezTo>
                  <a:lnTo>
                    <a:pt x="44443" y="1251347"/>
                  </a:lnTo>
                  <a:cubicBezTo>
                    <a:pt x="32656" y="1251347"/>
                    <a:pt x="21352" y="1246665"/>
                    <a:pt x="13017" y="1238330"/>
                  </a:cubicBezTo>
                  <a:cubicBezTo>
                    <a:pt x="4682" y="1229995"/>
                    <a:pt x="0" y="1218691"/>
                    <a:pt x="0" y="1206904"/>
                  </a:cubicBezTo>
                  <a:lnTo>
                    <a:pt x="0" y="44443"/>
                  </a:lnTo>
                  <a:cubicBezTo>
                    <a:pt x="0" y="32656"/>
                    <a:pt x="4682" y="21352"/>
                    <a:pt x="13017" y="13017"/>
                  </a:cubicBezTo>
                  <a:cubicBezTo>
                    <a:pt x="21352" y="4682"/>
                    <a:pt x="32656" y="0"/>
                    <a:pt x="44443" y="0"/>
                  </a:cubicBezTo>
                  <a:close/>
                </a:path>
              </a:pathLst>
            </a:custGeom>
            <a:solidFill>
              <a:srgbClr val="FFFFFF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5" name="Google Shape;375;p20"/>
            <p:cNvSpPr txBox="1"/>
            <p:nvPr/>
          </p:nvSpPr>
          <p:spPr>
            <a:xfrm>
              <a:off x="0" y="-47625"/>
              <a:ext cx="1497825" cy="129897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76" name="Google Shape;376;p20"/>
          <p:cNvGrpSpPr/>
          <p:nvPr/>
        </p:nvGrpSpPr>
        <p:grpSpPr>
          <a:xfrm>
            <a:off x="6530996" y="4726104"/>
            <a:ext cx="5226008" cy="4532196"/>
            <a:chOff x="0" y="-47625"/>
            <a:chExt cx="1497825" cy="1298972"/>
          </a:xfrm>
        </p:grpSpPr>
        <p:sp>
          <p:nvSpPr>
            <p:cNvPr id="377" name="Google Shape;377;p20"/>
            <p:cNvSpPr/>
            <p:nvPr/>
          </p:nvSpPr>
          <p:spPr>
            <a:xfrm>
              <a:off x="0" y="0"/>
              <a:ext cx="1497825" cy="1251347"/>
            </a:xfrm>
            <a:custGeom>
              <a:avLst/>
              <a:gdLst/>
              <a:ahLst/>
              <a:cxnLst/>
              <a:rect l="l" t="t" r="r" b="b"/>
              <a:pathLst>
                <a:path w="1497825" h="1251347" extrusionOk="0">
                  <a:moveTo>
                    <a:pt x="44443" y="0"/>
                  </a:moveTo>
                  <a:lnTo>
                    <a:pt x="1453383" y="0"/>
                  </a:lnTo>
                  <a:cubicBezTo>
                    <a:pt x="1477928" y="0"/>
                    <a:pt x="1497825" y="19898"/>
                    <a:pt x="1497825" y="44443"/>
                  </a:cubicBezTo>
                  <a:lnTo>
                    <a:pt x="1497825" y="1206904"/>
                  </a:lnTo>
                  <a:cubicBezTo>
                    <a:pt x="1497825" y="1218691"/>
                    <a:pt x="1493143" y="1229995"/>
                    <a:pt x="1484808" y="1238330"/>
                  </a:cubicBezTo>
                  <a:cubicBezTo>
                    <a:pt x="1476474" y="1246665"/>
                    <a:pt x="1465169" y="1251347"/>
                    <a:pt x="1453383" y="1251347"/>
                  </a:cubicBezTo>
                  <a:lnTo>
                    <a:pt x="44443" y="1251347"/>
                  </a:lnTo>
                  <a:cubicBezTo>
                    <a:pt x="32656" y="1251347"/>
                    <a:pt x="21352" y="1246665"/>
                    <a:pt x="13017" y="1238330"/>
                  </a:cubicBezTo>
                  <a:cubicBezTo>
                    <a:pt x="4682" y="1229995"/>
                    <a:pt x="0" y="1218691"/>
                    <a:pt x="0" y="1206904"/>
                  </a:cubicBezTo>
                  <a:lnTo>
                    <a:pt x="0" y="44443"/>
                  </a:lnTo>
                  <a:cubicBezTo>
                    <a:pt x="0" y="32656"/>
                    <a:pt x="4682" y="21352"/>
                    <a:pt x="13017" y="13017"/>
                  </a:cubicBezTo>
                  <a:cubicBezTo>
                    <a:pt x="21352" y="4682"/>
                    <a:pt x="32656" y="0"/>
                    <a:pt x="44443" y="0"/>
                  </a:cubicBezTo>
                  <a:close/>
                </a:path>
              </a:pathLst>
            </a:custGeom>
            <a:solidFill>
              <a:srgbClr val="FFFFFF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8" name="Google Shape;378;p20"/>
            <p:cNvSpPr txBox="1"/>
            <p:nvPr/>
          </p:nvSpPr>
          <p:spPr>
            <a:xfrm>
              <a:off x="0" y="-47625"/>
              <a:ext cx="1497825" cy="129897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79" name="Google Shape;379;p20"/>
          <p:cNvGrpSpPr/>
          <p:nvPr/>
        </p:nvGrpSpPr>
        <p:grpSpPr>
          <a:xfrm>
            <a:off x="12033292" y="4726104"/>
            <a:ext cx="5226008" cy="4532196"/>
            <a:chOff x="0" y="-47625"/>
            <a:chExt cx="1497825" cy="1298972"/>
          </a:xfrm>
        </p:grpSpPr>
        <p:sp>
          <p:nvSpPr>
            <p:cNvPr id="380" name="Google Shape;380;p20"/>
            <p:cNvSpPr/>
            <p:nvPr/>
          </p:nvSpPr>
          <p:spPr>
            <a:xfrm>
              <a:off x="0" y="0"/>
              <a:ext cx="1497825" cy="1251347"/>
            </a:xfrm>
            <a:custGeom>
              <a:avLst/>
              <a:gdLst/>
              <a:ahLst/>
              <a:cxnLst/>
              <a:rect l="l" t="t" r="r" b="b"/>
              <a:pathLst>
                <a:path w="1497825" h="1251347" extrusionOk="0">
                  <a:moveTo>
                    <a:pt x="44443" y="0"/>
                  </a:moveTo>
                  <a:lnTo>
                    <a:pt x="1453383" y="0"/>
                  </a:lnTo>
                  <a:cubicBezTo>
                    <a:pt x="1477928" y="0"/>
                    <a:pt x="1497825" y="19898"/>
                    <a:pt x="1497825" y="44443"/>
                  </a:cubicBezTo>
                  <a:lnTo>
                    <a:pt x="1497825" y="1206904"/>
                  </a:lnTo>
                  <a:cubicBezTo>
                    <a:pt x="1497825" y="1218691"/>
                    <a:pt x="1493143" y="1229995"/>
                    <a:pt x="1484808" y="1238330"/>
                  </a:cubicBezTo>
                  <a:cubicBezTo>
                    <a:pt x="1476474" y="1246665"/>
                    <a:pt x="1465169" y="1251347"/>
                    <a:pt x="1453383" y="1251347"/>
                  </a:cubicBezTo>
                  <a:lnTo>
                    <a:pt x="44443" y="1251347"/>
                  </a:lnTo>
                  <a:cubicBezTo>
                    <a:pt x="32656" y="1251347"/>
                    <a:pt x="21352" y="1246665"/>
                    <a:pt x="13017" y="1238330"/>
                  </a:cubicBezTo>
                  <a:cubicBezTo>
                    <a:pt x="4682" y="1229995"/>
                    <a:pt x="0" y="1218691"/>
                    <a:pt x="0" y="1206904"/>
                  </a:cubicBezTo>
                  <a:lnTo>
                    <a:pt x="0" y="44443"/>
                  </a:lnTo>
                  <a:cubicBezTo>
                    <a:pt x="0" y="32656"/>
                    <a:pt x="4682" y="21352"/>
                    <a:pt x="13017" y="13017"/>
                  </a:cubicBezTo>
                  <a:cubicBezTo>
                    <a:pt x="21352" y="4682"/>
                    <a:pt x="32656" y="0"/>
                    <a:pt x="44443" y="0"/>
                  </a:cubicBezTo>
                  <a:close/>
                </a:path>
              </a:pathLst>
            </a:custGeom>
            <a:solidFill>
              <a:srgbClr val="FFFFFF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1" name="Google Shape;381;p20"/>
            <p:cNvSpPr txBox="1"/>
            <p:nvPr/>
          </p:nvSpPr>
          <p:spPr>
            <a:xfrm>
              <a:off x="0" y="-47625"/>
              <a:ext cx="1497825" cy="129897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82" name="Google Shape;382;p20"/>
          <p:cNvGrpSpPr/>
          <p:nvPr/>
        </p:nvGrpSpPr>
        <p:grpSpPr>
          <a:xfrm>
            <a:off x="1028700" y="862532"/>
            <a:ext cx="8115385" cy="2190094"/>
            <a:chOff x="0" y="-47625"/>
            <a:chExt cx="2325925" cy="627696"/>
          </a:xfrm>
        </p:grpSpPr>
        <p:sp>
          <p:nvSpPr>
            <p:cNvPr id="383" name="Google Shape;383;p20"/>
            <p:cNvSpPr/>
            <p:nvPr/>
          </p:nvSpPr>
          <p:spPr>
            <a:xfrm>
              <a:off x="0" y="0"/>
              <a:ext cx="2325925" cy="580071"/>
            </a:xfrm>
            <a:custGeom>
              <a:avLst/>
              <a:gdLst/>
              <a:ahLst/>
              <a:cxnLst/>
              <a:rect l="l" t="t" r="r" b="b"/>
              <a:pathLst>
                <a:path w="2325925" h="580071" extrusionOk="0">
                  <a:moveTo>
                    <a:pt x="28620" y="0"/>
                  </a:moveTo>
                  <a:lnTo>
                    <a:pt x="2297305" y="0"/>
                  </a:lnTo>
                  <a:cubicBezTo>
                    <a:pt x="2313111" y="0"/>
                    <a:pt x="2325925" y="12813"/>
                    <a:pt x="2325925" y="28620"/>
                  </a:cubicBezTo>
                  <a:lnTo>
                    <a:pt x="2325925" y="551451"/>
                  </a:lnTo>
                  <a:cubicBezTo>
                    <a:pt x="2325925" y="567258"/>
                    <a:pt x="2313111" y="580071"/>
                    <a:pt x="2297305" y="580071"/>
                  </a:cubicBezTo>
                  <a:lnTo>
                    <a:pt x="28620" y="580071"/>
                  </a:lnTo>
                  <a:cubicBezTo>
                    <a:pt x="12813" y="580071"/>
                    <a:pt x="0" y="567258"/>
                    <a:pt x="0" y="551451"/>
                  </a:cubicBezTo>
                  <a:lnTo>
                    <a:pt x="0" y="28620"/>
                  </a:lnTo>
                  <a:cubicBezTo>
                    <a:pt x="0" y="12813"/>
                    <a:pt x="12813" y="0"/>
                    <a:pt x="28620" y="0"/>
                  </a:cubicBezTo>
                  <a:close/>
                </a:path>
              </a:pathLst>
            </a:custGeom>
            <a:solidFill>
              <a:srgbClr val="FFD93D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4" name="Google Shape;384;p20"/>
            <p:cNvSpPr txBox="1"/>
            <p:nvPr/>
          </p:nvSpPr>
          <p:spPr>
            <a:xfrm>
              <a:off x="0" y="-47625"/>
              <a:ext cx="2325925" cy="62769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85" name="Google Shape;385;p20"/>
          <p:cNvGrpSpPr/>
          <p:nvPr/>
        </p:nvGrpSpPr>
        <p:grpSpPr>
          <a:xfrm>
            <a:off x="9429750" y="862533"/>
            <a:ext cx="7829550" cy="2190072"/>
            <a:chOff x="0" y="-47625"/>
            <a:chExt cx="2244026" cy="627696"/>
          </a:xfrm>
        </p:grpSpPr>
        <p:sp>
          <p:nvSpPr>
            <p:cNvPr id="386" name="Google Shape;386;p20"/>
            <p:cNvSpPr/>
            <p:nvPr/>
          </p:nvSpPr>
          <p:spPr>
            <a:xfrm>
              <a:off x="0" y="0"/>
              <a:ext cx="2244026" cy="580071"/>
            </a:xfrm>
            <a:custGeom>
              <a:avLst/>
              <a:gdLst/>
              <a:ahLst/>
              <a:cxnLst/>
              <a:rect l="l" t="t" r="r" b="b"/>
              <a:pathLst>
                <a:path w="2244026" h="580071" extrusionOk="0">
                  <a:moveTo>
                    <a:pt x="29664" y="0"/>
                  </a:moveTo>
                  <a:lnTo>
                    <a:pt x="2214362" y="0"/>
                  </a:lnTo>
                  <a:cubicBezTo>
                    <a:pt x="2222229" y="0"/>
                    <a:pt x="2229774" y="3125"/>
                    <a:pt x="2235338" y="8688"/>
                  </a:cubicBezTo>
                  <a:cubicBezTo>
                    <a:pt x="2240901" y="14252"/>
                    <a:pt x="2244026" y="21797"/>
                    <a:pt x="2244026" y="29664"/>
                  </a:cubicBezTo>
                  <a:lnTo>
                    <a:pt x="2244026" y="550407"/>
                  </a:lnTo>
                  <a:cubicBezTo>
                    <a:pt x="2244026" y="558274"/>
                    <a:pt x="2240901" y="565820"/>
                    <a:pt x="2235338" y="571383"/>
                  </a:cubicBezTo>
                  <a:cubicBezTo>
                    <a:pt x="2229774" y="576946"/>
                    <a:pt x="2222229" y="580071"/>
                    <a:pt x="2214362" y="580071"/>
                  </a:cubicBezTo>
                  <a:lnTo>
                    <a:pt x="29664" y="580071"/>
                  </a:lnTo>
                  <a:cubicBezTo>
                    <a:pt x="21797" y="580071"/>
                    <a:pt x="14252" y="576946"/>
                    <a:pt x="8688" y="571383"/>
                  </a:cubicBezTo>
                  <a:cubicBezTo>
                    <a:pt x="3125" y="565820"/>
                    <a:pt x="0" y="558274"/>
                    <a:pt x="0" y="550407"/>
                  </a:cubicBezTo>
                  <a:lnTo>
                    <a:pt x="0" y="29664"/>
                  </a:lnTo>
                  <a:cubicBezTo>
                    <a:pt x="0" y="21797"/>
                    <a:pt x="3125" y="14252"/>
                    <a:pt x="8688" y="8688"/>
                  </a:cubicBezTo>
                  <a:cubicBezTo>
                    <a:pt x="14252" y="3125"/>
                    <a:pt x="21797" y="0"/>
                    <a:pt x="29664" y="0"/>
                  </a:cubicBezTo>
                  <a:close/>
                </a:path>
              </a:pathLst>
            </a:custGeom>
            <a:solidFill>
              <a:srgbClr val="FFFFFF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" name="Google Shape;387;p20"/>
            <p:cNvSpPr txBox="1"/>
            <p:nvPr/>
          </p:nvSpPr>
          <p:spPr>
            <a:xfrm>
              <a:off x="0" y="-47625"/>
              <a:ext cx="2244026" cy="62769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88" name="Google Shape;388;p20"/>
          <p:cNvSpPr txBox="1"/>
          <p:nvPr/>
        </p:nvSpPr>
        <p:spPr>
          <a:xfrm>
            <a:off x="2573139" y="1653128"/>
            <a:ext cx="5026500" cy="923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0" i="0" u="none" strike="noStrike" cap="none" dirty="0" err="1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Tahapan</a:t>
            </a:r>
            <a:r>
              <a:rPr lang="en-US" sz="7500" i="0" u="none" strike="noStrike" cap="none" dirty="0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 1.1</a:t>
            </a:r>
            <a:endParaRPr dirty="0">
              <a:latin typeface="Concert One"/>
              <a:ea typeface="Concert One"/>
              <a:cs typeface="Concert One"/>
              <a:sym typeface="Concert One"/>
            </a:endParaRPr>
          </a:p>
        </p:txBody>
      </p:sp>
      <p:sp>
        <p:nvSpPr>
          <p:cNvPr id="389" name="Google Shape;389;p20"/>
          <p:cNvSpPr txBox="1"/>
          <p:nvPr/>
        </p:nvSpPr>
        <p:spPr>
          <a:xfrm>
            <a:off x="10081055" y="1837787"/>
            <a:ext cx="65268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599" i="0" u="none" strike="noStrike" cap="none" dirty="0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Set up Project</a:t>
            </a:r>
            <a:endParaRPr dirty="0">
              <a:latin typeface="Concert One"/>
              <a:ea typeface="Concert One"/>
              <a:cs typeface="Concert One"/>
              <a:sym typeface="Concert One"/>
            </a:endParaRPr>
          </a:p>
        </p:txBody>
      </p:sp>
      <p:grpSp>
        <p:nvGrpSpPr>
          <p:cNvPr id="390" name="Google Shape;390;p20"/>
          <p:cNvGrpSpPr/>
          <p:nvPr/>
        </p:nvGrpSpPr>
        <p:grpSpPr>
          <a:xfrm>
            <a:off x="1010227" y="3167711"/>
            <a:ext cx="5226008" cy="1452959"/>
            <a:chOff x="0" y="-47625"/>
            <a:chExt cx="1497825" cy="416432"/>
          </a:xfrm>
        </p:grpSpPr>
        <p:sp>
          <p:nvSpPr>
            <p:cNvPr id="391" name="Google Shape;391;p20"/>
            <p:cNvSpPr/>
            <p:nvPr/>
          </p:nvSpPr>
          <p:spPr>
            <a:xfrm>
              <a:off x="0" y="0"/>
              <a:ext cx="1497825" cy="368807"/>
            </a:xfrm>
            <a:custGeom>
              <a:avLst/>
              <a:gdLst/>
              <a:ahLst/>
              <a:cxnLst/>
              <a:rect l="l" t="t" r="r" b="b"/>
              <a:pathLst>
                <a:path w="1497825" h="368807" extrusionOk="0">
                  <a:moveTo>
                    <a:pt x="44443" y="0"/>
                  </a:moveTo>
                  <a:lnTo>
                    <a:pt x="1453383" y="0"/>
                  </a:lnTo>
                  <a:cubicBezTo>
                    <a:pt x="1477928" y="0"/>
                    <a:pt x="1497825" y="19898"/>
                    <a:pt x="1497825" y="44443"/>
                  </a:cubicBezTo>
                  <a:lnTo>
                    <a:pt x="1497825" y="324365"/>
                  </a:lnTo>
                  <a:cubicBezTo>
                    <a:pt x="1497825" y="348910"/>
                    <a:pt x="1477928" y="368807"/>
                    <a:pt x="1453383" y="368807"/>
                  </a:cubicBezTo>
                  <a:lnTo>
                    <a:pt x="44443" y="368807"/>
                  </a:lnTo>
                  <a:cubicBezTo>
                    <a:pt x="32656" y="368807"/>
                    <a:pt x="21352" y="364125"/>
                    <a:pt x="13017" y="355790"/>
                  </a:cubicBezTo>
                  <a:cubicBezTo>
                    <a:pt x="4682" y="347456"/>
                    <a:pt x="0" y="336152"/>
                    <a:pt x="0" y="324365"/>
                  </a:cubicBezTo>
                  <a:lnTo>
                    <a:pt x="0" y="44443"/>
                  </a:lnTo>
                  <a:cubicBezTo>
                    <a:pt x="0" y="32656"/>
                    <a:pt x="4682" y="21352"/>
                    <a:pt x="13017" y="13017"/>
                  </a:cubicBezTo>
                  <a:cubicBezTo>
                    <a:pt x="21352" y="4682"/>
                    <a:pt x="32656" y="0"/>
                    <a:pt x="44443" y="0"/>
                  </a:cubicBezTo>
                  <a:close/>
                </a:path>
              </a:pathLst>
            </a:custGeom>
            <a:solidFill>
              <a:srgbClr val="FF6F61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2" name="Google Shape;392;p20"/>
            <p:cNvSpPr txBox="1"/>
            <p:nvPr/>
          </p:nvSpPr>
          <p:spPr>
            <a:xfrm>
              <a:off x="0" y="-47625"/>
              <a:ext cx="1497825" cy="4164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93" name="Google Shape;393;p20"/>
          <p:cNvGrpSpPr/>
          <p:nvPr/>
        </p:nvGrpSpPr>
        <p:grpSpPr>
          <a:xfrm>
            <a:off x="6521856" y="3167711"/>
            <a:ext cx="5226008" cy="1452959"/>
            <a:chOff x="0" y="-47625"/>
            <a:chExt cx="1497825" cy="416432"/>
          </a:xfrm>
        </p:grpSpPr>
        <p:sp>
          <p:nvSpPr>
            <p:cNvPr id="394" name="Google Shape;394;p20"/>
            <p:cNvSpPr/>
            <p:nvPr/>
          </p:nvSpPr>
          <p:spPr>
            <a:xfrm>
              <a:off x="0" y="0"/>
              <a:ext cx="1497825" cy="368807"/>
            </a:xfrm>
            <a:custGeom>
              <a:avLst/>
              <a:gdLst/>
              <a:ahLst/>
              <a:cxnLst/>
              <a:rect l="l" t="t" r="r" b="b"/>
              <a:pathLst>
                <a:path w="1497825" h="368807" extrusionOk="0">
                  <a:moveTo>
                    <a:pt x="44443" y="0"/>
                  </a:moveTo>
                  <a:lnTo>
                    <a:pt x="1453383" y="0"/>
                  </a:lnTo>
                  <a:cubicBezTo>
                    <a:pt x="1477928" y="0"/>
                    <a:pt x="1497825" y="19898"/>
                    <a:pt x="1497825" y="44443"/>
                  </a:cubicBezTo>
                  <a:lnTo>
                    <a:pt x="1497825" y="324365"/>
                  </a:lnTo>
                  <a:cubicBezTo>
                    <a:pt x="1497825" y="348910"/>
                    <a:pt x="1477928" y="368807"/>
                    <a:pt x="1453383" y="368807"/>
                  </a:cubicBezTo>
                  <a:lnTo>
                    <a:pt x="44443" y="368807"/>
                  </a:lnTo>
                  <a:cubicBezTo>
                    <a:pt x="32656" y="368807"/>
                    <a:pt x="21352" y="364125"/>
                    <a:pt x="13017" y="355790"/>
                  </a:cubicBezTo>
                  <a:cubicBezTo>
                    <a:pt x="4682" y="347456"/>
                    <a:pt x="0" y="336152"/>
                    <a:pt x="0" y="324365"/>
                  </a:cubicBezTo>
                  <a:lnTo>
                    <a:pt x="0" y="44443"/>
                  </a:lnTo>
                  <a:cubicBezTo>
                    <a:pt x="0" y="32656"/>
                    <a:pt x="4682" y="21352"/>
                    <a:pt x="13017" y="13017"/>
                  </a:cubicBezTo>
                  <a:cubicBezTo>
                    <a:pt x="21352" y="4682"/>
                    <a:pt x="32656" y="0"/>
                    <a:pt x="44443" y="0"/>
                  </a:cubicBezTo>
                  <a:close/>
                </a:path>
              </a:pathLst>
            </a:custGeom>
            <a:solidFill>
              <a:srgbClr val="43D374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5" name="Google Shape;395;p20"/>
            <p:cNvSpPr txBox="1"/>
            <p:nvPr/>
          </p:nvSpPr>
          <p:spPr>
            <a:xfrm>
              <a:off x="0" y="-47625"/>
              <a:ext cx="1497825" cy="4164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96" name="Google Shape;396;p20"/>
          <p:cNvGrpSpPr/>
          <p:nvPr/>
        </p:nvGrpSpPr>
        <p:grpSpPr>
          <a:xfrm>
            <a:off x="12033292" y="3167711"/>
            <a:ext cx="5226008" cy="1452959"/>
            <a:chOff x="0" y="-47625"/>
            <a:chExt cx="1497825" cy="416432"/>
          </a:xfrm>
        </p:grpSpPr>
        <p:sp>
          <p:nvSpPr>
            <p:cNvPr id="397" name="Google Shape;397;p20"/>
            <p:cNvSpPr/>
            <p:nvPr/>
          </p:nvSpPr>
          <p:spPr>
            <a:xfrm>
              <a:off x="0" y="0"/>
              <a:ext cx="1497825" cy="368807"/>
            </a:xfrm>
            <a:custGeom>
              <a:avLst/>
              <a:gdLst/>
              <a:ahLst/>
              <a:cxnLst/>
              <a:rect l="l" t="t" r="r" b="b"/>
              <a:pathLst>
                <a:path w="1497825" h="368807" extrusionOk="0">
                  <a:moveTo>
                    <a:pt x="44443" y="0"/>
                  </a:moveTo>
                  <a:lnTo>
                    <a:pt x="1453383" y="0"/>
                  </a:lnTo>
                  <a:cubicBezTo>
                    <a:pt x="1477928" y="0"/>
                    <a:pt x="1497825" y="19898"/>
                    <a:pt x="1497825" y="44443"/>
                  </a:cubicBezTo>
                  <a:lnTo>
                    <a:pt x="1497825" y="324365"/>
                  </a:lnTo>
                  <a:cubicBezTo>
                    <a:pt x="1497825" y="348910"/>
                    <a:pt x="1477928" y="368807"/>
                    <a:pt x="1453383" y="368807"/>
                  </a:cubicBezTo>
                  <a:lnTo>
                    <a:pt x="44443" y="368807"/>
                  </a:lnTo>
                  <a:cubicBezTo>
                    <a:pt x="32656" y="368807"/>
                    <a:pt x="21352" y="364125"/>
                    <a:pt x="13017" y="355790"/>
                  </a:cubicBezTo>
                  <a:cubicBezTo>
                    <a:pt x="4682" y="347456"/>
                    <a:pt x="0" y="336152"/>
                    <a:pt x="0" y="324365"/>
                  </a:cubicBezTo>
                  <a:lnTo>
                    <a:pt x="0" y="44443"/>
                  </a:lnTo>
                  <a:cubicBezTo>
                    <a:pt x="0" y="32656"/>
                    <a:pt x="4682" y="21352"/>
                    <a:pt x="13017" y="13017"/>
                  </a:cubicBezTo>
                  <a:cubicBezTo>
                    <a:pt x="21352" y="4682"/>
                    <a:pt x="32656" y="0"/>
                    <a:pt x="44443" y="0"/>
                  </a:cubicBezTo>
                  <a:close/>
                </a:path>
              </a:pathLst>
            </a:custGeom>
            <a:solidFill>
              <a:srgbClr val="7FDAFF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" name="Google Shape;398;p20"/>
            <p:cNvSpPr txBox="1"/>
            <p:nvPr/>
          </p:nvSpPr>
          <p:spPr>
            <a:xfrm>
              <a:off x="0" y="-47625"/>
              <a:ext cx="1497825" cy="4164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99" name="Google Shape;399;p20"/>
          <p:cNvSpPr txBox="1"/>
          <p:nvPr/>
        </p:nvSpPr>
        <p:spPr>
          <a:xfrm>
            <a:off x="1422359" y="3677054"/>
            <a:ext cx="4401743" cy="5538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599" i="0" u="none" strike="noStrike" cap="none" dirty="0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1.Buat Folder Project</a:t>
            </a:r>
            <a:endParaRPr dirty="0">
              <a:latin typeface="Concert One"/>
              <a:ea typeface="Concert One"/>
              <a:cs typeface="Concert One"/>
              <a:sym typeface="Concert One"/>
            </a:endParaRPr>
          </a:p>
        </p:txBody>
      </p:sp>
      <p:sp>
        <p:nvSpPr>
          <p:cNvPr id="400" name="Google Shape;400;p20"/>
          <p:cNvSpPr txBox="1"/>
          <p:nvPr/>
        </p:nvSpPr>
        <p:spPr>
          <a:xfrm>
            <a:off x="6643780" y="3454054"/>
            <a:ext cx="4982159" cy="11077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599" i="0" u="none" strike="noStrike" cap="none" dirty="0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2.Jadikan Folder Git Repo</a:t>
            </a:r>
            <a:endParaRPr dirty="0">
              <a:latin typeface="Concert One"/>
              <a:ea typeface="Concert One"/>
              <a:cs typeface="Concert One"/>
              <a:sym typeface="Concert One"/>
            </a:endParaRPr>
          </a:p>
        </p:txBody>
      </p:sp>
      <p:sp>
        <p:nvSpPr>
          <p:cNvPr id="401" name="Google Shape;401;p20"/>
          <p:cNvSpPr txBox="1"/>
          <p:nvPr/>
        </p:nvSpPr>
        <p:spPr>
          <a:xfrm>
            <a:off x="12368218" y="3700339"/>
            <a:ext cx="4556033" cy="5538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599" i="0" u="none" strike="noStrike" cap="none" dirty="0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3.Buat File .</a:t>
            </a:r>
            <a:r>
              <a:rPr lang="en-US" sz="3599" i="0" u="none" strike="noStrike" cap="none" dirty="0" err="1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gitignore</a:t>
            </a:r>
            <a:endParaRPr dirty="0">
              <a:latin typeface="Concert One"/>
              <a:ea typeface="Concert One"/>
              <a:cs typeface="Concert One"/>
              <a:sym typeface="Concert One"/>
            </a:endParaRPr>
          </a:p>
        </p:txBody>
      </p:sp>
      <p:sp>
        <p:nvSpPr>
          <p:cNvPr id="402" name="Google Shape;402;p20"/>
          <p:cNvSpPr txBox="1"/>
          <p:nvPr/>
        </p:nvSpPr>
        <p:spPr>
          <a:xfrm>
            <a:off x="1588525" y="6146400"/>
            <a:ext cx="4069500" cy="1840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514350" marR="0" lvl="0" indent="-5143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Font typeface="+mj-lt"/>
              <a:buAutoNum type="arabicPeriod"/>
            </a:pPr>
            <a:r>
              <a:rPr lang="en-US" sz="2600" i="0" u="none" strike="noStrike" cap="none" dirty="0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Buka Terminal</a:t>
            </a:r>
          </a:p>
          <a:p>
            <a:pPr marL="514350" indent="-514350">
              <a:lnSpc>
                <a:spcPct val="115000"/>
              </a:lnSpc>
              <a:buFont typeface="+mj-lt"/>
              <a:buAutoNum type="arabicPeriod"/>
            </a:pPr>
            <a:r>
              <a:rPr lang="en-US" sz="2600" dirty="0">
                <a:latin typeface="Barlow"/>
                <a:ea typeface="Barlow"/>
                <a:cs typeface="Barlow"/>
                <a:sym typeface="Barlow"/>
              </a:rPr>
              <a:t>Buka Git bash</a:t>
            </a:r>
            <a:endParaRPr lang="en-US" sz="2600" i="0" u="none" strike="noStrike" cap="none" dirty="0">
              <a:solidFill>
                <a:srgbClr val="000000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514350" marR="0" lvl="0" indent="-5143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Font typeface="+mj-lt"/>
              <a:buAutoNum type="arabicPeriod"/>
            </a:pPr>
            <a:r>
              <a:rPr lang="en-US" sz="2600" dirty="0" err="1">
                <a:latin typeface="Barlow"/>
                <a:ea typeface="Barlow"/>
                <a:cs typeface="Barlow"/>
                <a:sym typeface="Barlow"/>
              </a:rPr>
              <a:t>Mkdir</a:t>
            </a:r>
            <a:r>
              <a:rPr lang="en-US" sz="2600" dirty="0">
                <a:latin typeface="Barlow"/>
                <a:ea typeface="Barlow"/>
                <a:cs typeface="Barlow"/>
                <a:sym typeface="Barlow"/>
              </a:rPr>
              <a:t> fullstack-30hari</a:t>
            </a:r>
          </a:p>
          <a:p>
            <a:pPr marL="514350" marR="0" lvl="0" indent="-5143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Font typeface="+mj-lt"/>
              <a:buAutoNum type="arabicPeriod"/>
            </a:pPr>
            <a:r>
              <a:rPr lang="en-US" sz="2600" i="0" u="none" strike="noStrike" cap="none" dirty="0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Cd fullstack-30</a:t>
            </a:r>
            <a:r>
              <a:rPr lang="en-US" sz="2600" dirty="0">
                <a:latin typeface="Barlow"/>
                <a:ea typeface="Barlow"/>
                <a:cs typeface="Barlow"/>
                <a:sym typeface="Barlow"/>
              </a:rPr>
              <a:t>Hari</a:t>
            </a:r>
            <a:endParaRPr lang="en-US" sz="2600" i="0" u="none" strike="noStrike" cap="none" dirty="0">
              <a:solidFill>
                <a:srgbClr val="000000"/>
              </a:solidFill>
              <a:latin typeface="Barlow"/>
              <a:ea typeface="Barlow"/>
              <a:cs typeface="Barlow"/>
              <a:sym typeface="Barlow"/>
            </a:endParaRPr>
          </a:p>
        </p:txBody>
      </p:sp>
      <p:sp>
        <p:nvSpPr>
          <p:cNvPr id="3" name="Google Shape;402;p20">
            <a:extLst>
              <a:ext uri="{FF2B5EF4-FFF2-40B4-BE49-F238E27FC236}">
                <a16:creationId xmlns:a16="http://schemas.microsoft.com/office/drawing/2014/main" id="{A366B5EC-5BD2-6334-EC90-97A9A96A458C}"/>
              </a:ext>
            </a:extLst>
          </p:cNvPr>
          <p:cNvSpPr txBox="1"/>
          <p:nvPr/>
        </p:nvSpPr>
        <p:spPr>
          <a:xfrm>
            <a:off x="6955428" y="6189439"/>
            <a:ext cx="4069500" cy="1840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514350" marR="0" lvl="0" indent="-5143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Font typeface="+mj-lt"/>
              <a:buAutoNum type="arabicPeriod"/>
            </a:pPr>
            <a:r>
              <a:rPr lang="en-US" sz="2600" i="0" u="none" strike="noStrike" cap="none" dirty="0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Buka Terminal</a:t>
            </a:r>
          </a:p>
          <a:p>
            <a:pPr marL="514350" lvl="0" indent="-514350">
              <a:lnSpc>
                <a:spcPct val="115000"/>
              </a:lnSpc>
              <a:buFont typeface="+mj-lt"/>
              <a:buAutoNum type="arabicPeriod"/>
            </a:pPr>
            <a:r>
              <a:rPr lang="en-US" sz="2600" dirty="0">
                <a:latin typeface="Barlow"/>
                <a:ea typeface="Barlow"/>
                <a:cs typeface="Barlow"/>
                <a:sym typeface="Barlow"/>
              </a:rPr>
              <a:t>Git Init</a:t>
            </a:r>
            <a:endParaRPr lang="en-US" sz="2600" i="0" u="none" strike="noStrike" cap="none" dirty="0">
              <a:solidFill>
                <a:srgbClr val="000000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514350" marR="0" lvl="0" indent="-5143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Font typeface="+mj-lt"/>
              <a:buAutoNum type="arabicPeriod"/>
            </a:pPr>
            <a:r>
              <a:rPr lang="en-US" sz="2600" dirty="0">
                <a:latin typeface="Barlow"/>
                <a:ea typeface="Barlow"/>
                <a:cs typeface="Barlow"/>
                <a:sym typeface="Barlow"/>
              </a:rPr>
              <a:t>Git Status</a:t>
            </a:r>
          </a:p>
          <a:p>
            <a:pPr marL="514350" marR="0" lvl="0" indent="-5143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Font typeface="+mj-lt"/>
              <a:buAutoNum type="arabicPeriod"/>
            </a:pPr>
            <a:r>
              <a:rPr lang="en-US" sz="2600" i="0" u="none" strike="noStrike" cap="none" dirty="0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Cd fullstack-30</a:t>
            </a:r>
            <a:r>
              <a:rPr lang="en-US" sz="2600" dirty="0">
                <a:latin typeface="Barlow"/>
                <a:ea typeface="Barlow"/>
                <a:cs typeface="Barlow"/>
                <a:sym typeface="Barlow"/>
              </a:rPr>
              <a:t>Hari</a:t>
            </a:r>
            <a:endParaRPr lang="en-US" sz="2600" i="0" u="none" strike="noStrike" cap="none" dirty="0">
              <a:solidFill>
                <a:srgbClr val="000000"/>
              </a:solidFill>
              <a:latin typeface="Barlow"/>
              <a:ea typeface="Barlow"/>
              <a:cs typeface="Barlow"/>
              <a:sym typeface="Barlow"/>
            </a:endParaRPr>
          </a:p>
        </p:txBody>
      </p:sp>
      <p:sp>
        <p:nvSpPr>
          <p:cNvPr id="5" name="Google Shape;402;p20">
            <a:extLst>
              <a:ext uri="{FF2B5EF4-FFF2-40B4-BE49-F238E27FC236}">
                <a16:creationId xmlns:a16="http://schemas.microsoft.com/office/drawing/2014/main" id="{6742F08E-0CF9-4583-2E84-BB5AB804B4D3}"/>
              </a:ext>
            </a:extLst>
          </p:cNvPr>
          <p:cNvSpPr txBox="1"/>
          <p:nvPr/>
        </p:nvSpPr>
        <p:spPr>
          <a:xfrm>
            <a:off x="12611484" y="6071950"/>
            <a:ext cx="4069500" cy="17820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514350" marR="0" lvl="0" indent="-5143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Font typeface="+mj-lt"/>
              <a:buAutoNum type="arabicPeriod"/>
            </a:pPr>
            <a:r>
              <a:rPr lang="en-US" sz="2600" i="0" u="none" strike="noStrike" cap="none" dirty="0" err="1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Buat</a:t>
            </a:r>
            <a:r>
              <a:rPr lang="en-US" sz="2600" i="0" u="none" strike="noStrike" cap="none" dirty="0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 File </a:t>
            </a:r>
            <a:r>
              <a:rPr lang="en-US" sz="2600" i="0" u="none" strike="noStrike" cap="none" dirty="0" err="1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Didalam</a:t>
            </a:r>
            <a:r>
              <a:rPr lang="en-US" sz="2600" i="0" u="none" strike="noStrike" cap="none" dirty="0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 project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US" sz="2600" i="0" u="none" strike="noStrike" cap="none" dirty="0" err="1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Isinya</a:t>
            </a:r>
            <a:r>
              <a:rPr lang="en-US" sz="2600" i="0" u="none" strike="noStrike" cap="none" dirty="0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 </a:t>
            </a:r>
            <a:r>
              <a:rPr lang="en-ID" sz="2800" dirty="0" err="1"/>
              <a:t>node_modules</a:t>
            </a:r>
            <a:r>
              <a:rPr lang="en-ID" sz="2800" dirty="0"/>
              <a:t>/ </a:t>
            </a:r>
            <a:r>
              <a:rPr lang="en-ID" sz="2800" dirty="0" err="1"/>
              <a:t>dist</a:t>
            </a:r>
            <a:r>
              <a:rPr lang="en-ID" sz="2800" dirty="0"/>
              <a:t>/ .env</a:t>
            </a:r>
            <a:endParaRPr lang="en-US" sz="2600" i="0" u="none" strike="noStrike" cap="none" dirty="0">
              <a:solidFill>
                <a:srgbClr val="000000"/>
              </a:solidFill>
              <a:latin typeface="Barlow"/>
              <a:ea typeface="Barlow"/>
              <a:cs typeface="Barlow"/>
              <a:sym typeface="Barlow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F90DA"/>
        </a:solidFill>
        <a:effectLst/>
      </p:bgPr>
    </p:bg>
    <p:spTree>
      <p:nvGrpSpPr>
        <p:cNvPr id="1" name="Shape 372">
          <a:extLst>
            <a:ext uri="{FF2B5EF4-FFF2-40B4-BE49-F238E27FC236}">
              <a16:creationId xmlns:a16="http://schemas.microsoft.com/office/drawing/2014/main" id="{7D0596A4-DB57-7CD4-506F-F4927B6A3F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3" name="Google Shape;373;p20">
            <a:extLst>
              <a:ext uri="{FF2B5EF4-FFF2-40B4-BE49-F238E27FC236}">
                <a16:creationId xmlns:a16="http://schemas.microsoft.com/office/drawing/2014/main" id="{FCCDFE77-CCF4-4610-5EF8-D7FCD1D29981}"/>
              </a:ext>
            </a:extLst>
          </p:cNvPr>
          <p:cNvGrpSpPr/>
          <p:nvPr/>
        </p:nvGrpSpPr>
        <p:grpSpPr>
          <a:xfrm>
            <a:off x="1010227" y="4726104"/>
            <a:ext cx="5226008" cy="4532196"/>
            <a:chOff x="0" y="-47625"/>
            <a:chExt cx="1497825" cy="1298972"/>
          </a:xfrm>
        </p:grpSpPr>
        <p:sp>
          <p:nvSpPr>
            <p:cNvPr id="374" name="Google Shape;374;p20">
              <a:extLst>
                <a:ext uri="{FF2B5EF4-FFF2-40B4-BE49-F238E27FC236}">
                  <a16:creationId xmlns:a16="http://schemas.microsoft.com/office/drawing/2014/main" id="{6628337B-809F-C6F6-C0ED-28182FF05A86}"/>
                </a:ext>
              </a:extLst>
            </p:cNvPr>
            <p:cNvSpPr/>
            <p:nvPr/>
          </p:nvSpPr>
          <p:spPr>
            <a:xfrm>
              <a:off x="0" y="0"/>
              <a:ext cx="1497825" cy="1251347"/>
            </a:xfrm>
            <a:custGeom>
              <a:avLst/>
              <a:gdLst/>
              <a:ahLst/>
              <a:cxnLst/>
              <a:rect l="l" t="t" r="r" b="b"/>
              <a:pathLst>
                <a:path w="1497825" h="1251347" extrusionOk="0">
                  <a:moveTo>
                    <a:pt x="44443" y="0"/>
                  </a:moveTo>
                  <a:lnTo>
                    <a:pt x="1453383" y="0"/>
                  </a:lnTo>
                  <a:cubicBezTo>
                    <a:pt x="1477928" y="0"/>
                    <a:pt x="1497825" y="19898"/>
                    <a:pt x="1497825" y="44443"/>
                  </a:cubicBezTo>
                  <a:lnTo>
                    <a:pt x="1497825" y="1206904"/>
                  </a:lnTo>
                  <a:cubicBezTo>
                    <a:pt x="1497825" y="1218691"/>
                    <a:pt x="1493143" y="1229995"/>
                    <a:pt x="1484808" y="1238330"/>
                  </a:cubicBezTo>
                  <a:cubicBezTo>
                    <a:pt x="1476474" y="1246665"/>
                    <a:pt x="1465169" y="1251347"/>
                    <a:pt x="1453383" y="1251347"/>
                  </a:cubicBezTo>
                  <a:lnTo>
                    <a:pt x="44443" y="1251347"/>
                  </a:lnTo>
                  <a:cubicBezTo>
                    <a:pt x="32656" y="1251347"/>
                    <a:pt x="21352" y="1246665"/>
                    <a:pt x="13017" y="1238330"/>
                  </a:cubicBezTo>
                  <a:cubicBezTo>
                    <a:pt x="4682" y="1229995"/>
                    <a:pt x="0" y="1218691"/>
                    <a:pt x="0" y="1206904"/>
                  </a:cubicBezTo>
                  <a:lnTo>
                    <a:pt x="0" y="44443"/>
                  </a:lnTo>
                  <a:cubicBezTo>
                    <a:pt x="0" y="32656"/>
                    <a:pt x="4682" y="21352"/>
                    <a:pt x="13017" y="13017"/>
                  </a:cubicBezTo>
                  <a:cubicBezTo>
                    <a:pt x="21352" y="4682"/>
                    <a:pt x="32656" y="0"/>
                    <a:pt x="44443" y="0"/>
                  </a:cubicBezTo>
                  <a:close/>
                </a:path>
              </a:pathLst>
            </a:custGeom>
            <a:solidFill>
              <a:srgbClr val="FFFFFF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5" name="Google Shape;375;p20">
              <a:extLst>
                <a:ext uri="{FF2B5EF4-FFF2-40B4-BE49-F238E27FC236}">
                  <a16:creationId xmlns:a16="http://schemas.microsoft.com/office/drawing/2014/main" id="{0895297F-81D4-9161-87E3-981DC5DF5703}"/>
                </a:ext>
              </a:extLst>
            </p:cNvPr>
            <p:cNvSpPr txBox="1"/>
            <p:nvPr/>
          </p:nvSpPr>
          <p:spPr>
            <a:xfrm>
              <a:off x="0" y="-47625"/>
              <a:ext cx="1497825" cy="129897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76" name="Google Shape;376;p20">
            <a:extLst>
              <a:ext uri="{FF2B5EF4-FFF2-40B4-BE49-F238E27FC236}">
                <a16:creationId xmlns:a16="http://schemas.microsoft.com/office/drawing/2014/main" id="{B1153F2F-7B2E-FFB9-02FA-4C596915B202}"/>
              </a:ext>
            </a:extLst>
          </p:cNvPr>
          <p:cNvGrpSpPr/>
          <p:nvPr/>
        </p:nvGrpSpPr>
        <p:grpSpPr>
          <a:xfrm>
            <a:off x="6530996" y="4726104"/>
            <a:ext cx="5226008" cy="4532196"/>
            <a:chOff x="0" y="-47625"/>
            <a:chExt cx="1497825" cy="1298972"/>
          </a:xfrm>
        </p:grpSpPr>
        <p:sp>
          <p:nvSpPr>
            <p:cNvPr id="377" name="Google Shape;377;p20">
              <a:extLst>
                <a:ext uri="{FF2B5EF4-FFF2-40B4-BE49-F238E27FC236}">
                  <a16:creationId xmlns:a16="http://schemas.microsoft.com/office/drawing/2014/main" id="{9FFF24B9-9351-B73B-4313-8A248F5A6610}"/>
                </a:ext>
              </a:extLst>
            </p:cNvPr>
            <p:cNvSpPr/>
            <p:nvPr/>
          </p:nvSpPr>
          <p:spPr>
            <a:xfrm>
              <a:off x="0" y="0"/>
              <a:ext cx="1497825" cy="1251347"/>
            </a:xfrm>
            <a:custGeom>
              <a:avLst/>
              <a:gdLst/>
              <a:ahLst/>
              <a:cxnLst/>
              <a:rect l="l" t="t" r="r" b="b"/>
              <a:pathLst>
                <a:path w="1497825" h="1251347" extrusionOk="0">
                  <a:moveTo>
                    <a:pt x="44443" y="0"/>
                  </a:moveTo>
                  <a:lnTo>
                    <a:pt x="1453383" y="0"/>
                  </a:lnTo>
                  <a:cubicBezTo>
                    <a:pt x="1477928" y="0"/>
                    <a:pt x="1497825" y="19898"/>
                    <a:pt x="1497825" y="44443"/>
                  </a:cubicBezTo>
                  <a:lnTo>
                    <a:pt x="1497825" y="1206904"/>
                  </a:lnTo>
                  <a:cubicBezTo>
                    <a:pt x="1497825" y="1218691"/>
                    <a:pt x="1493143" y="1229995"/>
                    <a:pt x="1484808" y="1238330"/>
                  </a:cubicBezTo>
                  <a:cubicBezTo>
                    <a:pt x="1476474" y="1246665"/>
                    <a:pt x="1465169" y="1251347"/>
                    <a:pt x="1453383" y="1251347"/>
                  </a:cubicBezTo>
                  <a:lnTo>
                    <a:pt x="44443" y="1251347"/>
                  </a:lnTo>
                  <a:cubicBezTo>
                    <a:pt x="32656" y="1251347"/>
                    <a:pt x="21352" y="1246665"/>
                    <a:pt x="13017" y="1238330"/>
                  </a:cubicBezTo>
                  <a:cubicBezTo>
                    <a:pt x="4682" y="1229995"/>
                    <a:pt x="0" y="1218691"/>
                    <a:pt x="0" y="1206904"/>
                  </a:cubicBezTo>
                  <a:lnTo>
                    <a:pt x="0" y="44443"/>
                  </a:lnTo>
                  <a:cubicBezTo>
                    <a:pt x="0" y="32656"/>
                    <a:pt x="4682" y="21352"/>
                    <a:pt x="13017" y="13017"/>
                  </a:cubicBezTo>
                  <a:cubicBezTo>
                    <a:pt x="21352" y="4682"/>
                    <a:pt x="32656" y="0"/>
                    <a:pt x="44443" y="0"/>
                  </a:cubicBezTo>
                  <a:close/>
                </a:path>
              </a:pathLst>
            </a:custGeom>
            <a:solidFill>
              <a:srgbClr val="FFFFFF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8" name="Google Shape;378;p20">
              <a:extLst>
                <a:ext uri="{FF2B5EF4-FFF2-40B4-BE49-F238E27FC236}">
                  <a16:creationId xmlns:a16="http://schemas.microsoft.com/office/drawing/2014/main" id="{B55687CC-4043-466E-CCFB-942982D9738B}"/>
                </a:ext>
              </a:extLst>
            </p:cNvPr>
            <p:cNvSpPr txBox="1"/>
            <p:nvPr/>
          </p:nvSpPr>
          <p:spPr>
            <a:xfrm>
              <a:off x="0" y="-47625"/>
              <a:ext cx="1497825" cy="129897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79" name="Google Shape;379;p20">
            <a:extLst>
              <a:ext uri="{FF2B5EF4-FFF2-40B4-BE49-F238E27FC236}">
                <a16:creationId xmlns:a16="http://schemas.microsoft.com/office/drawing/2014/main" id="{A65DB7DC-4215-E425-8FCA-60A84CC448AD}"/>
              </a:ext>
            </a:extLst>
          </p:cNvPr>
          <p:cNvGrpSpPr/>
          <p:nvPr/>
        </p:nvGrpSpPr>
        <p:grpSpPr>
          <a:xfrm>
            <a:off x="12033292" y="4726104"/>
            <a:ext cx="5226008" cy="4532196"/>
            <a:chOff x="0" y="-47625"/>
            <a:chExt cx="1497825" cy="1298972"/>
          </a:xfrm>
        </p:grpSpPr>
        <p:sp>
          <p:nvSpPr>
            <p:cNvPr id="380" name="Google Shape;380;p20">
              <a:extLst>
                <a:ext uri="{FF2B5EF4-FFF2-40B4-BE49-F238E27FC236}">
                  <a16:creationId xmlns:a16="http://schemas.microsoft.com/office/drawing/2014/main" id="{33BC94B4-502D-C1A5-3831-E11241A9A769}"/>
                </a:ext>
              </a:extLst>
            </p:cNvPr>
            <p:cNvSpPr/>
            <p:nvPr/>
          </p:nvSpPr>
          <p:spPr>
            <a:xfrm>
              <a:off x="0" y="0"/>
              <a:ext cx="1497825" cy="1251347"/>
            </a:xfrm>
            <a:custGeom>
              <a:avLst/>
              <a:gdLst/>
              <a:ahLst/>
              <a:cxnLst/>
              <a:rect l="l" t="t" r="r" b="b"/>
              <a:pathLst>
                <a:path w="1497825" h="1251347" extrusionOk="0">
                  <a:moveTo>
                    <a:pt x="44443" y="0"/>
                  </a:moveTo>
                  <a:lnTo>
                    <a:pt x="1453383" y="0"/>
                  </a:lnTo>
                  <a:cubicBezTo>
                    <a:pt x="1477928" y="0"/>
                    <a:pt x="1497825" y="19898"/>
                    <a:pt x="1497825" y="44443"/>
                  </a:cubicBezTo>
                  <a:lnTo>
                    <a:pt x="1497825" y="1206904"/>
                  </a:lnTo>
                  <a:cubicBezTo>
                    <a:pt x="1497825" y="1218691"/>
                    <a:pt x="1493143" y="1229995"/>
                    <a:pt x="1484808" y="1238330"/>
                  </a:cubicBezTo>
                  <a:cubicBezTo>
                    <a:pt x="1476474" y="1246665"/>
                    <a:pt x="1465169" y="1251347"/>
                    <a:pt x="1453383" y="1251347"/>
                  </a:cubicBezTo>
                  <a:lnTo>
                    <a:pt x="44443" y="1251347"/>
                  </a:lnTo>
                  <a:cubicBezTo>
                    <a:pt x="32656" y="1251347"/>
                    <a:pt x="21352" y="1246665"/>
                    <a:pt x="13017" y="1238330"/>
                  </a:cubicBezTo>
                  <a:cubicBezTo>
                    <a:pt x="4682" y="1229995"/>
                    <a:pt x="0" y="1218691"/>
                    <a:pt x="0" y="1206904"/>
                  </a:cubicBezTo>
                  <a:lnTo>
                    <a:pt x="0" y="44443"/>
                  </a:lnTo>
                  <a:cubicBezTo>
                    <a:pt x="0" y="32656"/>
                    <a:pt x="4682" y="21352"/>
                    <a:pt x="13017" y="13017"/>
                  </a:cubicBezTo>
                  <a:cubicBezTo>
                    <a:pt x="21352" y="4682"/>
                    <a:pt x="32656" y="0"/>
                    <a:pt x="44443" y="0"/>
                  </a:cubicBezTo>
                  <a:close/>
                </a:path>
              </a:pathLst>
            </a:custGeom>
            <a:solidFill>
              <a:srgbClr val="FFFFFF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1" name="Google Shape;381;p20">
              <a:extLst>
                <a:ext uri="{FF2B5EF4-FFF2-40B4-BE49-F238E27FC236}">
                  <a16:creationId xmlns:a16="http://schemas.microsoft.com/office/drawing/2014/main" id="{A7BCF0AA-3FFB-3F3B-28A8-0F7ACD9443B5}"/>
                </a:ext>
              </a:extLst>
            </p:cNvPr>
            <p:cNvSpPr txBox="1"/>
            <p:nvPr/>
          </p:nvSpPr>
          <p:spPr>
            <a:xfrm>
              <a:off x="0" y="-47625"/>
              <a:ext cx="1497825" cy="129897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82" name="Google Shape;382;p20">
            <a:extLst>
              <a:ext uri="{FF2B5EF4-FFF2-40B4-BE49-F238E27FC236}">
                <a16:creationId xmlns:a16="http://schemas.microsoft.com/office/drawing/2014/main" id="{C407C03C-6ECD-D8DA-D1F4-D7B9CF6588AA}"/>
              </a:ext>
            </a:extLst>
          </p:cNvPr>
          <p:cNvGrpSpPr/>
          <p:nvPr/>
        </p:nvGrpSpPr>
        <p:grpSpPr>
          <a:xfrm>
            <a:off x="1028700" y="862532"/>
            <a:ext cx="8115385" cy="2190094"/>
            <a:chOff x="0" y="-47625"/>
            <a:chExt cx="2325925" cy="627696"/>
          </a:xfrm>
        </p:grpSpPr>
        <p:sp>
          <p:nvSpPr>
            <p:cNvPr id="383" name="Google Shape;383;p20">
              <a:extLst>
                <a:ext uri="{FF2B5EF4-FFF2-40B4-BE49-F238E27FC236}">
                  <a16:creationId xmlns:a16="http://schemas.microsoft.com/office/drawing/2014/main" id="{6D066462-BAFD-F8FA-9681-29B5051D3198}"/>
                </a:ext>
              </a:extLst>
            </p:cNvPr>
            <p:cNvSpPr/>
            <p:nvPr/>
          </p:nvSpPr>
          <p:spPr>
            <a:xfrm>
              <a:off x="0" y="0"/>
              <a:ext cx="2325925" cy="580071"/>
            </a:xfrm>
            <a:custGeom>
              <a:avLst/>
              <a:gdLst/>
              <a:ahLst/>
              <a:cxnLst/>
              <a:rect l="l" t="t" r="r" b="b"/>
              <a:pathLst>
                <a:path w="2325925" h="580071" extrusionOk="0">
                  <a:moveTo>
                    <a:pt x="28620" y="0"/>
                  </a:moveTo>
                  <a:lnTo>
                    <a:pt x="2297305" y="0"/>
                  </a:lnTo>
                  <a:cubicBezTo>
                    <a:pt x="2313111" y="0"/>
                    <a:pt x="2325925" y="12813"/>
                    <a:pt x="2325925" y="28620"/>
                  </a:cubicBezTo>
                  <a:lnTo>
                    <a:pt x="2325925" y="551451"/>
                  </a:lnTo>
                  <a:cubicBezTo>
                    <a:pt x="2325925" y="567258"/>
                    <a:pt x="2313111" y="580071"/>
                    <a:pt x="2297305" y="580071"/>
                  </a:cubicBezTo>
                  <a:lnTo>
                    <a:pt x="28620" y="580071"/>
                  </a:lnTo>
                  <a:cubicBezTo>
                    <a:pt x="12813" y="580071"/>
                    <a:pt x="0" y="567258"/>
                    <a:pt x="0" y="551451"/>
                  </a:cubicBezTo>
                  <a:lnTo>
                    <a:pt x="0" y="28620"/>
                  </a:lnTo>
                  <a:cubicBezTo>
                    <a:pt x="0" y="12813"/>
                    <a:pt x="12813" y="0"/>
                    <a:pt x="28620" y="0"/>
                  </a:cubicBezTo>
                  <a:close/>
                </a:path>
              </a:pathLst>
            </a:custGeom>
            <a:solidFill>
              <a:srgbClr val="FFD93D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4" name="Google Shape;384;p20">
              <a:extLst>
                <a:ext uri="{FF2B5EF4-FFF2-40B4-BE49-F238E27FC236}">
                  <a16:creationId xmlns:a16="http://schemas.microsoft.com/office/drawing/2014/main" id="{ED22AF82-4001-93B9-E70D-484B49A5C88C}"/>
                </a:ext>
              </a:extLst>
            </p:cNvPr>
            <p:cNvSpPr txBox="1"/>
            <p:nvPr/>
          </p:nvSpPr>
          <p:spPr>
            <a:xfrm>
              <a:off x="0" y="-47625"/>
              <a:ext cx="2325925" cy="62769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85" name="Google Shape;385;p20">
            <a:extLst>
              <a:ext uri="{FF2B5EF4-FFF2-40B4-BE49-F238E27FC236}">
                <a16:creationId xmlns:a16="http://schemas.microsoft.com/office/drawing/2014/main" id="{89778A5F-6F17-62A1-5036-EECC8D121FD7}"/>
              </a:ext>
            </a:extLst>
          </p:cNvPr>
          <p:cNvGrpSpPr/>
          <p:nvPr/>
        </p:nvGrpSpPr>
        <p:grpSpPr>
          <a:xfrm>
            <a:off x="9429750" y="862533"/>
            <a:ext cx="7829550" cy="2190072"/>
            <a:chOff x="0" y="-47625"/>
            <a:chExt cx="2244026" cy="627696"/>
          </a:xfrm>
        </p:grpSpPr>
        <p:sp>
          <p:nvSpPr>
            <p:cNvPr id="386" name="Google Shape;386;p20">
              <a:extLst>
                <a:ext uri="{FF2B5EF4-FFF2-40B4-BE49-F238E27FC236}">
                  <a16:creationId xmlns:a16="http://schemas.microsoft.com/office/drawing/2014/main" id="{F4BFAD28-4801-E428-08F2-20EE40D89A4E}"/>
                </a:ext>
              </a:extLst>
            </p:cNvPr>
            <p:cNvSpPr/>
            <p:nvPr/>
          </p:nvSpPr>
          <p:spPr>
            <a:xfrm>
              <a:off x="0" y="0"/>
              <a:ext cx="2244026" cy="580071"/>
            </a:xfrm>
            <a:custGeom>
              <a:avLst/>
              <a:gdLst/>
              <a:ahLst/>
              <a:cxnLst/>
              <a:rect l="l" t="t" r="r" b="b"/>
              <a:pathLst>
                <a:path w="2244026" h="580071" extrusionOk="0">
                  <a:moveTo>
                    <a:pt x="29664" y="0"/>
                  </a:moveTo>
                  <a:lnTo>
                    <a:pt x="2214362" y="0"/>
                  </a:lnTo>
                  <a:cubicBezTo>
                    <a:pt x="2222229" y="0"/>
                    <a:pt x="2229774" y="3125"/>
                    <a:pt x="2235338" y="8688"/>
                  </a:cubicBezTo>
                  <a:cubicBezTo>
                    <a:pt x="2240901" y="14252"/>
                    <a:pt x="2244026" y="21797"/>
                    <a:pt x="2244026" y="29664"/>
                  </a:cubicBezTo>
                  <a:lnTo>
                    <a:pt x="2244026" y="550407"/>
                  </a:lnTo>
                  <a:cubicBezTo>
                    <a:pt x="2244026" y="558274"/>
                    <a:pt x="2240901" y="565820"/>
                    <a:pt x="2235338" y="571383"/>
                  </a:cubicBezTo>
                  <a:cubicBezTo>
                    <a:pt x="2229774" y="576946"/>
                    <a:pt x="2222229" y="580071"/>
                    <a:pt x="2214362" y="580071"/>
                  </a:cubicBezTo>
                  <a:lnTo>
                    <a:pt x="29664" y="580071"/>
                  </a:lnTo>
                  <a:cubicBezTo>
                    <a:pt x="21797" y="580071"/>
                    <a:pt x="14252" y="576946"/>
                    <a:pt x="8688" y="571383"/>
                  </a:cubicBezTo>
                  <a:cubicBezTo>
                    <a:pt x="3125" y="565820"/>
                    <a:pt x="0" y="558274"/>
                    <a:pt x="0" y="550407"/>
                  </a:cubicBezTo>
                  <a:lnTo>
                    <a:pt x="0" y="29664"/>
                  </a:lnTo>
                  <a:cubicBezTo>
                    <a:pt x="0" y="21797"/>
                    <a:pt x="3125" y="14252"/>
                    <a:pt x="8688" y="8688"/>
                  </a:cubicBezTo>
                  <a:cubicBezTo>
                    <a:pt x="14252" y="3125"/>
                    <a:pt x="21797" y="0"/>
                    <a:pt x="29664" y="0"/>
                  </a:cubicBezTo>
                  <a:close/>
                </a:path>
              </a:pathLst>
            </a:custGeom>
            <a:solidFill>
              <a:srgbClr val="FFFFFF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" name="Google Shape;387;p20">
              <a:extLst>
                <a:ext uri="{FF2B5EF4-FFF2-40B4-BE49-F238E27FC236}">
                  <a16:creationId xmlns:a16="http://schemas.microsoft.com/office/drawing/2014/main" id="{492EB0F0-625B-6F92-189A-9A2C255E4737}"/>
                </a:ext>
              </a:extLst>
            </p:cNvPr>
            <p:cNvSpPr txBox="1"/>
            <p:nvPr/>
          </p:nvSpPr>
          <p:spPr>
            <a:xfrm>
              <a:off x="0" y="-47625"/>
              <a:ext cx="2244026" cy="62769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88" name="Google Shape;388;p20">
            <a:extLst>
              <a:ext uri="{FF2B5EF4-FFF2-40B4-BE49-F238E27FC236}">
                <a16:creationId xmlns:a16="http://schemas.microsoft.com/office/drawing/2014/main" id="{93F12044-CB83-E1C8-64F6-EEAE53783F3A}"/>
              </a:ext>
            </a:extLst>
          </p:cNvPr>
          <p:cNvSpPr txBox="1"/>
          <p:nvPr/>
        </p:nvSpPr>
        <p:spPr>
          <a:xfrm>
            <a:off x="2573139" y="1653128"/>
            <a:ext cx="5026500" cy="923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0" i="0" u="none" strike="noStrike" cap="none" dirty="0" err="1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Tahapan</a:t>
            </a:r>
            <a:r>
              <a:rPr lang="en-US" sz="7500" i="0" u="none" strike="noStrike" cap="none" dirty="0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 1</a:t>
            </a:r>
            <a:r>
              <a:rPr lang="en-US" sz="7500" dirty="0">
                <a:latin typeface="Concert One"/>
                <a:ea typeface="Concert One"/>
                <a:cs typeface="Concert One"/>
                <a:sym typeface="Concert One"/>
              </a:rPr>
              <a:t>.1</a:t>
            </a:r>
            <a:endParaRPr dirty="0">
              <a:latin typeface="Concert One"/>
              <a:ea typeface="Concert One"/>
              <a:cs typeface="Concert One"/>
              <a:sym typeface="Concert One"/>
            </a:endParaRPr>
          </a:p>
        </p:txBody>
      </p:sp>
      <p:sp>
        <p:nvSpPr>
          <p:cNvPr id="389" name="Google Shape;389;p20">
            <a:extLst>
              <a:ext uri="{FF2B5EF4-FFF2-40B4-BE49-F238E27FC236}">
                <a16:creationId xmlns:a16="http://schemas.microsoft.com/office/drawing/2014/main" id="{EE2109DC-17FD-DFFE-7881-9893A8089F37}"/>
              </a:ext>
            </a:extLst>
          </p:cNvPr>
          <p:cNvSpPr txBox="1"/>
          <p:nvPr/>
        </p:nvSpPr>
        <p:spPr>
          <a:xfrm>
            <a:off x="10081055" y="1837787"/>
            <a:ext cx="65268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599" i="0" u="none" strike="noStrike" cap="none" dirty="0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Set up Project</a:t>
            </a:r>
            <a:endParaRPr dirty="0">
              <a:latin typeface="Concert One"/>
              <a:ea typeface="Concert One"/>
              <a:cs typeface="Concert One"/>
              <a:sym typeface="Concert One"/>
            </a:endParaRPr>
          </a:p>
        </p:txBody>
      </p:sp>
      <p:grpSp>
        <p:nvGrpSpPr>
          <p:cNvPr id="390" name="Google Shape;390;p20">
            <a:extLst>
              <a:ext uri="{FF2B5EF4-FFF2-40B4-BE49-F238E27FC236}">
                <a16:creationId xmlns:a16="http://schemas.microsoft.com/office/drawing/2014/main" id="{E911473A-7CB8-D053-5404-06DC3412B22C}"/>
              </a:ext>
            </a:extLst>
          </p:cNvPr>
          <p:cNvGrpSpPr/>
          <p:nvPr/>
        </p:nvGrpSpPr>
        <p:grpSpPr>
          <a:xfrm>
            <a:off x="1010227" y="3167711"/>
            <a:ext cx="5226008" cy="1452959"/>
            <a:chOff x="0" y="-47625"/>
            <a:chExt cx="1497825" cy="416432"/>
          </a:xfrm>
        </p:grpSpPr>
        <p:sp>
          <p:nvSpPr>
            <p:cNvPr id="391" name="Google Shape;391;p20">
              <a:extLst>
                <a:ext uri="{FF2B5EF4-FFF2-40B4-BE49-F238E27FC236}">
                  <a16:creationId xmlns:a16="http://schemas.microsoft.com/office/drawing/2014/main" id="{E40B5538-A37F-9849-3EF3-6B943EB0BAF1}"/>
                </a:ext>
              </a:extLst>
            </p:cNvPr>
            <p:cNvSpPr/>
            <p:nvPr/>
          </p:nvSpPr>
          <p:spPr>
            <a:xfrm>
              <a:off x="0" y="0"/>
              <a:ext cx="1497825" cy="368807"/>
            </a:xfrm>
            <a:custGeom>
              <a:avLst/>
              <a:gdLst/>
              <a:ahLst/>
              <a:cxnLst/>
              <a:rect l="l" t="t" r="r" b="b"/>
              <a:pathLst>
                <a:path w="1497825" h="368807" extrusionOk="0">
                  <a:moveTo>
                    <a:pt x="44443" y="0"/>
                  </a:moveTo>
                  <a:lnTo>
                    <a:pt x="1453383" y="0"/>
                  </a:lnTo>
                  <a:cubicBezTo>
                    <a:pt x="1477928" y="0"/>
                    <a:pt x="1497825" y="19898"/>
                    <a:pt x="1497825" y="44443"/>
                  </a:cubicBezTo>
                  <a:lnTo>
                    <a:pt x="1497825" y="324365"/>
                  </a:lnTo>
                  <a:cubicBezTo>
                    <a:pt x="1497825" y="348910"/>
                    <a:pt x="1477928" y="368807"/>
                    <a:pt x="1453383" y="368807"/>
                  </a:cubicBezTo>
                  <a:lnTo>
                    <a:pt x="44443" y="368807"/>
                  </a:lnTo>
                  <a:cubicBezTo>
                    <a:pt x="32656" y="368807"/>
                    <a:pt x="21352" y="364125"/>
                    <a:pt x="13017" y="355790"/>
                  </a:cubicBezTo>
                  <a:cubicBezTo>
                    <a:pt x="4682" y="347456"/>
                    <a:pt x="0" y="336152"/>
                    <a:pt x="0" y="324365"/>
                  </a:cubicBezTo>
                  <a:lnTo>
                    <a:pt x="0" y="44443"/>
                  </a:lnTo>
                  <a:cubicBezTo>
                    <a:pt x="0" y="32656"/>
                    <a:pt x="4682" y="21352"/>
                    <a:pt x="13017" y="13017"/>
                  </a:cubicBezTo>
                  <a:cubicBezTo>
                    <a:pt x="21352" y="4682"/>
                    <a:pt x="32656" y="0"/>
                    <a:pt x="44443" y="0"/>
                  </a:cubicBezTo>
                  <a:close/>
                </a:path>
              </a:pathLst>
            </a:custGeom>
            <a:solidFill>
              <a:srgbClr val="FF6F61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2" name="Google Shape;392;p20">
              <a:extLst>
                <a:ext uri="{FF2B5EF4-FFF2-40B4-BE49-F238E27FC236}">
                  <a16:creationId xmlns:a16="http://schemas.microsoft.com/office/drawing/2014/main" id="{C8A0E4F9-94CF-D43F-CAFE-5B9626EB3850}"/>
                </a:ext>
              </a:extLst>
            </p:cNvPr>
            <p:cNvSpPr txBox="1"/>
            <p:nvPr/>
          </p:nvSpPr>
          <p:spPr>
            <a:xfrm>
              <a:off x="0" y="-47625"/>
              <a:ext cx="1497825" cy="4164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93" name="Google Shape;393;p20">
            <a:extLst>
              <a:ext uri="{FF2B5EF4-FFF2-40B4-BE49-F238E27FC236}">
                <a16:creationId xmlns:a16="http://schemas.microsoft.com/office/drawing/2014/main" id="{6F23DFEC-62F4-4DBF-C513-152FC6EFB90F}"/>
              </a:ext>
            </a:extLst>
          </p:cNvPr>
          <p:cNvGrpSpPr/>
          <p:nvPr/>
        </p:nvGrpSpPr>
        <p:grpSpPr>
          <a:xfrm>
            <a:off x="6521856" y="3167711"/>
            <a:ext cx="5226008" cy="1452959"/>
            <a:chOff x="0" y="-47625"/>
            <a:chExt cx="1497825" cy="416432"/>
          </a:xfrm>
        </p:grpSpPr>
        <p:sp>
          <p:nvSpPr>
            <p:cNvPr id="394" name="Google Shape;394;p20">
              <a:extLst>
                <a:ext uri="{FF2B5EF4-FFF2-40B4-BE49-F238E27FC236}">
                  <a16:creationId xmlns:a16="http://schemas.microsoft.com/office/drawing/2014/main" id="{B34B5361-CA13-1C97-E6E0-BCA377CF903F}"/>
                </a:ext>
              </a:extLst>
            </p:cNvPr>
            <p:cNvSpPr/>
            <p:nvPr/>
          </p:nvSpPr>
          <p:spPr>
            <a:xfrm>
              <a:off x="0" y="0"/>
              <a:ext cx="1497825" cy="368807"/>
            </a:xfrm>
            <a:custGeom>
              <a:avLst/>
              <a:gdLst/>
              <a:ahLst/>
              <a:cxnLst/>
              <a:rect l="l" t="t" r="r" b="b"/>
              <a:pathLst>
                <a:path w="1497825" h="368807" extrusionOk="0">
                  <a:moveTo>
                    <a:pt x="44443" y="0"/>
                  </a:moveTo>
                  <a:lnTo>
                    <a:pt x="1453383" y="0"/>
                  </a:lnTo>
                  <a:cubicBezTo>
                    <a:pt x="1477928" y="0"/>
                    <a:pt x="1497825" y="19898"/>
                    <a:pt x="1497825" y="44443"/>
                  </a:cubicBezTo>
                  <a:lnTo>
                    <a:pt x="1497825" y="324365"/>
                  </a:lnTo>
                  <a:cubicBezTo>
                    <a:pt x="1497825" y="348910"/>
                    <a:pt x="1477928" y="368807"/>
                    <a:pt x="1453383" y="368807"/>
                  </a:cubicBezTo>
                  <a:lnTo>
                    <a:pt x="44443" y="368807"/>
                  </a:lnTo>
                  <a:cubicBezTo>
                    <a:pt x="32656" y="368807"/>
                    <a:pt x="21352" y="364125"/>
                    <a:pt x="13017" y="355790"/>
                  </a:cubicBezTo>
                  <a:cubicBezTo>
                    <a:pt x="4682" y="347456"/>
                    <a:pt x="0" y="336152"/>
                    <a:pt x="0" y="324365"/>
                  </a:cubicBezTo>
                  <a:lnTo>
                    <a:pt x="0" y="44443"/>
                  </a:lnTo>
                  <a:cubicBezTo>
                    <a:pt x="0" y="32656"/>
                    <a:pt x="4682" y="21352"/>
                    <a:pt x="13017" y="13017"/>
                  </a:cubicBezTo>
                  <a:cubicBezTo>
                    <a:pt x="21352" y="4682"/>
                    <a:pt x="32656" y="0"/>
                    <a:pt x="44443" y="0"/>
                  </a:cubicBezTo>
                  <a:close/>
                </a:path>
              </a:pathLst>
            </a:custGeom>
            <a:solidFill>
              <a:srgbClr val="43D374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5" name="Google Shape;395;p20">
              <a:extLst>
                <a:ext uri="{FF2B5EF4-FFF2-40B4-BE49-F238E27FC236}">
                  <a16:creationId xmlns:a16="http://schemas.microsoft.com/office/drawing/2014/main" id="{3B86DFA1-A5A3-9E9E-CDCE-D74D89BCEAFA}"/>
                </a:ext>
              </a:extLst>
            </p:cNvPr>
            <p:cNvSpPr txBox="1"/>
            <p:nvPr/>
          </p:nvSpPr>
          <p:spPr>
            <a:xfrm>
              <a:off x="0" y="-47625"/>
              <a:ext cx="1497825" cy="4164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96" name="Google Shape;396;p20">
            <a:extLst>
              <a:ext uri="{FF2B5EF4-FFF2-40B4-BE49-F238E27FC236}">
                <a16:creationId xmlns:a16="http://schemas.microsoft.com/office/drawing/2014/main" id="{D6DCFF85-BE6D-57BA-3402-7B317BB0CB26}"/>
              </a:ext>
            </a:extLst>
          </p:cNvPr>
          <p:cNvGrpSpPr/>
          <p:nvPr/>
        </p:nvGrpSpPr>
        <p:grpSpPr>
          <a:xfrm>
            <a:off x="12033292" y="3167711"/>
            <a:ext cx="5226008" cy="1452959"/>
            <a:chOff x="0" y="-47625"/>
            <a:chExt cx="1497825" cy="416432"/>
          </a:xfrm>
        </p:grpSpPr>
        <p:sp>
          <p:nvSpPr>
            <p:cNvPr id="397" name="Google Shape;397;p20">
              <a:extLst>
                <a:ext uri="{FF2B5EF4-FFF2-40B4-BE49-F238E27FC236}">
                  <a16:creationId xmlns:a16="http://schemas.microsoft.com/office/drawing/2014/main" id="{7F0DFEFD-538B-C6A2-4DB4-1353F20AFDD0}"/>
                </a:ext>
              </a:extLst>
            </p:cNvPr>
            <p:cNvSpPr/>
            <p:nvPr/>
          </p:nvSpPr>
          <p:spPr>
            <a:xfrm>
              <a:off x="0" y="0"/>
              <a:ext cx="1497825" cy="368807"/>
            </a:xfrm>
            <a:custGeom>
              <a:avLst/>
              <a:gdLst/>
              <a:ahLst/>
              <a:cxnLst/>
              <a:rect l="l" t="t" r="r" b="b"/>
              <a:pathLst>
                <a:path w="1497825" h="368807" extrusionOk="0">
                  <a:moveTo>
                    <a:pt x="44443" y="0"/>
                  </a:moveTo>
                  <a:lnTo>
                    <a:pt x="1453383" y="0"/>
                  </a:lnTo>
                  <a:cubicBezTo>
                    <a:pt x="1477928" y="0"/>
                    <a:pt x="1497825" y="19898"/>
                    <a:pt x="1497825" y="44443"/>
                  </a:cubicBezTo>
                  <a:lnTo>
                    <a:pt x="1497825" y="324365"/>
                  </a:lnTo>
                  <a:cubicBezTo>
                    <a:pt x="1497825" y="348910"/>
                    <a:pt x="1477928" y="368807"/>
                    <a:pt x="1453383" y="368807"/>
                  </a:cubicBezTo>
                  <a:lnTo>
                    <a:pt x="44443" y="368807"/>
                  </a:lnTo>
                  <a:cubicBezTo>
                    <a:pt x="32656" y="368807"/>
                    <a:pt x="21352" y="364125"/>
                    <a:pt x="13017" y="355790"/>
                  </a:cubicBezTo>
                  <a:cubicBezTo>
                    <a:pt x="4682" y="347456"/>
                    <a:pt x="0" y="336152"/>
                    <a:pt x="0" y="324365"/>
                  </a:cubicBezTo>
                  <a:lnTo>
                    <a:pt x="0" y="44443"/>
                  </a:lnTo>
                  <a:cubicBezTo>
                    <a:pt x="0" y="32656"/>
                    <a:pt x="4682" y="21352"/>
                    <a:pt x="13017" y="13017"/>
                  </a:cubicBezTo>
                  <a:cubicBezTo>
                    <a:pt x="21352" y="4682"/>
                    <a:pt x="32656" y="0"/>
                    <a:pt x="44443" y="0"/>
                  </a:cubicBezTo>
                  <a:close/>
                </a:path>
              </a:pathLst>
            </a:custGeom>
            <a:solidFill>
              <a:srgbClr val="7FDAFF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" name="Google Shape;398;p20">
              <a:extLst>
                <a:ext uri="{FF2B5EF4-FFF2-40B4-BE49-F238E27FC236}">
                  <a16:creationId xmlns:a16="http://schemas.microsoft.com/office/drawing/2014/main" id="{66047DC9-0AF5-A02F-7ED2-43F0441D81DE}"/>
                </a:ext>
              </a:extLst>
            </p:cNvPr>
            <p:cNvSpPr txBox="1"/>
            <p:nvPr/>
          </p:nvSpPr>
          <p:spPr>
            <a:xfrm>
              <a:off x="0" y="-47625"/>
              <a:ext cx="1497825" cy="4164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99" name="Google Shape;399;p20">
            <a:extLst>
              <a:ext uri="{FF2B5EF4-FFF2-40B4-BE49-F238E27FC236}">
                <a16:creationId xmlns:a16="http://schemas.microsoft.com/office/drawing/2014/main" id="{A3495EB2-E8CA-9877-C331-D5CAC1DCA296}"/>
              </a:ext>
            </a:extLst>
          </p:cNvPr>
          <p:cNvSpPr txBox="1"/>
          <p:nvPr/>
        </p:nvSpPr>
        <p:spPr>
          <a:xfrm>
            <a:off x="1422359" y="3677054"/>
            <a:ext cx="4401743" cy="5538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599" dirty="0">
                <a:latin typeface="Concert One"/>
                <a:ea typeface="Concert One"/>
                <a:cs typeface="Concert One"/>
                <a:sym typeface="Concert One"/>
              </a:rPr>
              <a:t>4</a:t>
            </a:r>
            <a:r>
              <a:rPr lang="en-US" sz="3599" i="0" u="none" strike="noStrike" cap="none" dirty="0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.Buat File README</a:t>
            </a:r>
            <a:endParaRPr dirty="0">
              <a:latin typeface="Concert One"/>
              <a:ea typeface="Concert One"/>
              <a:cs typeface="Concert One"/>
              <a:sym typeface="Concert One"/>
            </a:endParaRPr>
          </a:p>
        </p:txBody>
      </p:sp>
      <p:sp>
        <p:nvSpPr>
          <p:cNvPr id="400" name="Google Shape;400;p20">
            <a:extLst>
              <a:ext uri="{FF2B5EF4-FFF2-40B4-BE49-F238E27FC236}">
                <a16:creationId xmlns:a16="http://schemas.microsoft.com/office/drawing/2014/main" id="{12448255-FBF3-515F-7EEA-C946419A29BF}"/>
              </a:ext>
            </a:extLst>
          </p:cNvPr>
          <p:cNvSpPr txBox="1"/>
          <p:nvPr/>
        </p:nvSpPr>
        <p:spPr>
          <a:xfrm>
            <a:off x="6643780" y="3454054"/>
            <a:ext cx="4982159" cy="11077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599" i="0" u="none" strike="noStrike" cap="none" dirty="0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5.Hubungkan Dengan GitHub</a:t>
            </a:r>
            <a:endParaRPr dirty="0">
              <a:latin typeface="Concert One"/>
              <a:ea typeface="Concert One"/>
              <a:cs typeface="Concert One"/>
              <a:sym typeface="Concert One"/>
            </a:endParaRPr>
          </a:p>
        </p:txBody>
      </p:sp>
      <p:sp>
        <p:nvSpPr>
          <p:cNvPr id="401" name="Google Shape;401;p20">
            <a:extLst>
              <a:ext uri="{FF2B5EF4-FFF2-40B4-BE49-F238E27FC236}">
                <a16:creationId xmlns:a16="http://schemas.microsoft.com/office/drawing/2014/main" id="{3ACA7627-AA32-6AFA-908B-4B242F8D5630}"/>
              </a:ext>
            </a:extLst>
          </p:cNvPr>
          <p:cNvSpPr txBox="1"/>
          <p:nvPr/>
        </p:nvSpPr>
        <p:spPr>
          <a:xfrm>
            <a:off x="12368218" y="3700339"/>
            <a:ext cx="4556033" cy="5538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599" dirty="0">
                <a:latin typeface="Concert One"/>
                <a:ea typeface="Concert One"/>
                <a:cs typeface="Concert One"/>
                <a:sym typeface="Concert One"/>
              </a:rPr>
              <a:t>6</a:t>
            </a:r>
            <a:r>
              <a:rPr lang="en-US" sz="3599" i="0" u="none" strike="noStrike" cap="none" dirty="0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.Commit &amp; Push</a:t>
            </a:r>
            <a:endParaRPr dirty="0">
              <a:latin typeface="Concert One"/>
              <a:ea typeface="Concert One"/>
              <a:cs typeface="Concert One"/>
              <a:sym typeface="Concert One"/>
            </a:endParaRPr>
          </a:p>
        </p:txBody>
      </p:sp>
      <p:sp>
        <p:nvSpPr>
          <p:cNvPr id="402" name="Google Shape;402;p20">
            <a:extLst>
              <a:ext uri="{FF2B5EF4-FFF2-40B4-BE49-F238E27FC236}">
                <a16:creationId xmlns:a16="http://schemas.microsoft.com/office/drawing/2014/main" id="{6231F309-2A86-1AFD-480D-57CAB248EB40}"/>
              </a:ext>
            </a:extLst>
          </p:cNvPr>
          <p:cNvSpPr txBox="1"/>
          <p:nvPr/>
        </p:nvSpPr>
        <p:spPr>
          <a:xfrm>
            <a:off x="1588480" y="5373917"/>
            <a:ext cx="4069500" cy="9202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514350" marR="0" lvl="0" indent="-5143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Font typeface="+mj-lt"/>
              <a:buAutoNum type="arabicPeriod"/>
            </a:pPr>
            <a:r>
              <a:rPr lang="en-US" sz="2600" i="0" u="none" strike="noStrike" cap="none" dirty="0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Isi Dengan Target </a:t>
            </a:r>
            <a:r>
              <a:rPr lang="en-US" sz="2600" i="0" u="none" strike="noStrike" cap="none" dirty="0" err="1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ketentuan</a:t>
            </a:r>
            <a:endParaRPr lang="en-US" sz="2600" i="0" u="none" strike="noStrike" cap="none" dirty="0">
              <a:solidFill>
                <a:srgbClr val="000000"/>
              </a:solidFill>
              <a:latin typeface="Barlow"/>
              <a:ea typeface="Barlow"/>
              <a:cs typeface="Barlow"/>
              <a:sym typeface="Barlow"/>
            </a:endParaRPr>
          </a:p>
        </p:txBody>
      </p:sp>
      <p:sp>
        <p:nvSpPr>
          <p:cNvPr id="3" name="Google Shape;402;p20">
            <a:extLst>
              <a:ext uri="{FF2B5EF4-FFF2-40B4-BE49-F238E27FC236}">
                <a16:creationId xmlns:a16="http://schemas.microsoft.com/office/drawing/2014/main" id="{7D8A5033-1C18-B8CC-6ABA-BA4543EABA2B}"/>
              </a:ext>
            </a:extLst>
          </p:cNvPr>
          <p:cNvSpPr txBox="1"/>
          <p:nvPr/>
        </p:nvSpPr>
        <p:spPr>
          <a:xfrm>
            <a:off x="6955428" y="5373917"/>
            <a:ext cx="4069500" cy="9202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514350" marR="0" lvl="0" indent="-5143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Font typeface="+mj-lt"/>
              <a:buAutoNum type="arabicPeriod"/>
            </a:pPr>
            <a:r>
              <a:rPr lang="en-US" sz="2600" i="0" u="none" strike="noStrike" cap="none" dirty="0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Remote File </a:t>
            </a:r>
            <a:r>
              <a:rPr lang="en-US" sz="2600" i="0" u="none" strike="noStrike" cap="none" dirty="0" err="1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dengan</a:t>
            </a:r>
            <a:r>
              <a:rPr lang="en-US" sz="2600" i="0" u="none" strike="noStrike" cap="none" dirty="0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 </a:t>
            </a:r>
            <a:r>
              <a:rPr lang="en-US" sz="2600" i="0" u="none" strike="noStrike" cap="none" dirty="0" err="1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github</a:t>
            </a:r>
            <a:endParaRPr lang="en-US" sz="2600" i="0" u="none" strike="noStrike" cap="none" dirty="0">
              <a:solidFill>
                <a:srgbClr val="000000"/>
              </a:solidFill>
              <a:latin typeface="Barlow"/>
              <a:ea typeface="Barlow"/>
              <a:cs typeface="Barlow"/>
              <a:sym typeface="Barlow"/>
            </a:endParaRPr>
          </a:p>
        </p:txBody>
      </p:sp>
      <p:sp>
        <p:nvSpPr>
          <p:cNvPr id="5" name="Google Shape;402;p20">
            <a:extLst>
              <a:ext uri="{FF2B5EF4-FFF2-40B4-BE49-F238E27FC236}">
                <a16:creationId xmlns:a16="http://schemas.microsoft.com/office/drawing/2014/main" id="{D413CCA7-A8D9-D34C-2006-C755456887C5}"/>
              </a:ext>
            </a:extLst>
          </p:cNvPr>
          <p:cNvSpPr txBox="1"/>
          <p:nvPr/>
        </p:nvSpPr>
        <p:spPr>
          <a:xfrm>
            <a:off x="12538355" y="5293259"/>
            <a:ext cx="4069500" cy="23006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514350" marR="0" lvl="0" indent="-5143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Font typeface="+mj-lt"/>
              <a:buAutoNum type="arabicPeriod"/>
            </a:pPr>
            <a:r>
              <a:rPr lang="en-US" sz="2600" i="0" u="none" strike="noStrike" cap="none" dirty="0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Git Status</a:t>
            </a:r>
          </a:p>
          <a:p>
            <a:pPr marL="514350" marR="0" lvl="0" indent="-5143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Font typeface="+mj-lt"/>
              <a:buAutoNum type="arabicPeriod"/>
            </a:pPr>
            <a:r>
              <a:rPr lang="en-US" sz="2600" dirty="0">
                <a:latin typeface="Barlow"/>
                <a:ea typeface="Barlow"/>
                <a:cs typeface="Barlow"/>
                <a:sym typeface="Barlow"/>
              </a:rPr>
              <a:t>Git add .</a:t>
            </a:r>
          </a:p>
          <a:p>
            <a:pPr marL="514350" marR="0" lvl="0" indent="-5143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Font typeface="+mj-lt"/>
              <a:buAutoNum type="arabicPeriod"/>
            </a:pPr>
            <a:r>
              <a:rPr lang="en-US" sz="2600" i="0" u="none" strike="noStrike" cap="none" dirty="0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Git commit –m “</a:t>
            </a:r>
            <a:r>
              <a:rPr lang="en-US" sz="2600" i="0" u="none" strike="noStrike" cap="none" dirty="0" err="1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isi</a:t>
            </a:r>
            <a:r>
              <a:rPr lang="en-US" sz="2600" i="0" u="none" strike="noStrike" cap="none" dirty="0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 </a:t>
            </a:r>
            <a:r>
              <a:rPr lang="en-US" sz="2600" i="0" u="none" strike="noStrike" cap="none" dirty="0" err="1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komen</a:t>
            </a:r>
            <a:r>
              <a:rPr lang="en-US" sz="2600" i="0" u="none" strike="noStrike" cap="none" dirty="0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”</a:t>
            </a:r>
          </a:p>
          <a:p>
            <a:pPr marL="514350" marR="0" lvl="0" indent="-5143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Font typeface="+mj-lt"/>
              <a:buAutoNum type="arabicPeriod"/>
            </a:pPr>
            <a:r>
              <a:rPr lang="en-US" sz="2600" dirty="0">
                <a:latin typeface="Barlow"/>
                <a:ea typeface="Barlow"/>
                <a:cs typeface="Barlow"/>
                <a:sym typeface="Barlow"/>
              </a:rPr>
              <a:t>Git push origin main</a:t>
            </a:r>
            <a:endParaRPr lang="en-US" sz="2600" i="0" u="none" strike="noStrike" cap="none" dirty="0">
              <a:solidFill>
                <a:srgbClr val="000000"/>
              </a:solidFill>
              <a:latin typeface="Barlow"/>
              <a:ea typeface="Barlow"/>
              <a:cs typeface="Barlow"/>
              <a:sym typeface="Barlow"/>
            </a:endParaRPr>
          </a:p>
        </p:txBody>
      </p:sp>
    </p:spTree>
    <p:extLst>
      <p:ext uri="{BB962C8B-B14F-4D97-AF65-F5344CB8AC3E}">
        <p14:creationId xmlns:p14="http://schemas.microsoft.com/office/powerpoint/2010/main" val="35707045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3D374"/>
        </a:solidFill>
        <a:effectLst/>
      </p:bgPr>
    </p:bg>
    <p:spTree>
      <p:nvGrpSpPr>
        <p:cNvPr id="1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9" name="Google Shape;329;p19"/>
          <p:cNvGrpSpPr/>
          <p:nvPr/>
        </p:nvGrpSpPr>
        <p:grpSpPr>
          <a:xfrm>
            <a:off x="1028700" y="862533"/>
            <a:ext cx="7829550" cy="2190072"/>
            <a:chOff x="0" y="-47625"/>
            <a:chExt cx="2244026" cy="627696"/>
          </a:xfrm>
        </p:grpSpPr>
        <p:sp>
          <p:nvSpPr>
            <p:cNvPr id="330" name="Google Shape;330;p19"/>
            <p:cNvSpPr/>
            <p:nvPr/>
          </p:nvSpPr>
          <p:spPr>
            <a:xfrm>
              <a:off x="0" y="0"/>
              <a:ext cx="2244026" cy="580071"/>
            </a:xfrm>
            <a:custGeom>
              <a:avLst/>
              <a:gdLst/>
              <a:ahLst/>
              <a:cxnLst/>
              <a:rect l="l" t="t" r="r" b="b"/>
              <a:pathLst>
                <a:path w="2244026" h="580071" extrusionOk="0">
                  <a:moveTo>
                    <a:pt x="29664" y="0"/>
                  </a:moveTo>
                  <a:lnTo>
                    <a:pt x="2214362" y="0"/>
                  </a:lnTo>
                  <a:cubicBezTo>
                    <a:pt x="2222229" y="0"/>
                    <a:pt x="2229774" y="3125"/>
                    <a:pt x="2235338" y="8688"/>
                  </a:cubicBezTo>
                  <a:cubicBezTo>
                    <a:pt x="2240901" y="14252"/>
                    <a:pt x="2244026" y="21797"/>
                    <a:pt x="2244026" y="29664"/>
                  </a:cubicBezTo>
                  <a:lnTo>
                    <a:pt x="2244026" y="550407"/>
                  </a:lnTo>
                  <a:cubicBezTo>
                    <a:pt x="2244026" y="558274"/>
                    <a:pt x="2240901" y="565820"/>
                    <a:pt x="2235338" y="571383"/>
                  </a:cubicBezTo>
                  <a:cubicBezTo>
                    <a:pt x="2229774" y="576946"/>
                    <a:pt x="2222229" y="580071"/>
                    <a:pt x="2214362" y="580071"/>
                  </a:cubicBezTo>
                  <a:lnTo>
                    <a:pt x="29664" y="580071"/>
                  </a:lnTo>
                  <a:cubicBezTo>
                    <a:pt x="21797" y="580071"/>
                    <a:pt x="14252" y="576946"/>
                    <a:pt x="8688" y="571383"/>
                  </a:cubicBezTo>
                  <a:cubicBezTo>
                    <a:pt x="3125" y="565820"/>
                    <a:pt x="0" y="558274"/>
                    <a:pt x="0" y="550407"/>
                  </a:cubicBezTo>
                  <a:lnTo>
                    <a:pt x="0" y="29664"/>
                  </a:lnTo>
                  <a:cubicBezTo>
                    <a:pt x="0" y="21797"/>
                    <a:pt x="3125" y="14252"/>
                    <a:pt x="8688" y="8688"/>
                  </a:cubicBezTo>
                  <a:cubicBezTo>
                    <a:pt x="14252" y="3125"/>
                    <a:pt x="21797" y="0"/>
                    <a:pt x="29664" y="0"/>
                  </a:cubicBezTo>
                  <a:close/>
                </a:path>
              </a:pathLst>
            </a:custGeom>
            <a:solidFill>
              <a:srgbClr val="7FDAFF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1" name="Google Shape;331;p19"/>
            <p:cNvSpPr txBox="1"/>
            <p:nvPr/>
          </p:nvSpPr>
          <p:spPr>
            <a:xfrm>
              <a:off x="0" y="-47625"/>
              <a:ext cx="2244026" cy="62769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32" name="Google Shape;332;p19"/>
          <p:cNvGrpSpPr/>
          <p:nvPr/>
        </p:nvGrpSpPr>
        <p:grpSpPr>
          <a:xfrm>
            <a:off x="1028700" y="3172188"/>
            <a:ext cx="7829550" cy="2603977"/>
            <a:chOff x="0" y="-47625"/>
            <a:chExt cx="2244026" cy="746325"/>
          </a:xfrm>
        </p:grpSpPr>
        <p:sp>
          <p:nvSpPr>
            <p:cNvPr id="333" name="Google Shape;333;p19"/>
            <p:cNvSpPr/>
            <p:nvPr/>
          </p:nvSpPr>
          <p:spPr>
            <a:xfrm>
              <a:off x="0" y="0"/>
              <a:ext cx="2244026" cy="698700"/>
            </a:xfrm>
            <a:custGeom>
              <a:avLst/>
              <a:gdLst/>
              <a:ahLst/>
              <a:cxnLst/>
              <a:rect l="l" t="t" r="r" b="b"/>
              <a:pathLst>
                <a:path w="2244026" h="698700" extrusionOk="0">
                  <a:moveTo>
                    <a:pt x="29664" y="0"/>
                  </a:moveTo>
                  <a:lnTo>
                    <a:pt x="2214362" y="0"/>
                  </a:lnTo>
                  <a:cubicBezTo>
                    <a:pt x="2222229" y="0"/>
                    <a:pt x="2229774" y="3125"/>
                    <a:pt x="2235338" y="8688"/>
                  </a:cubicBezTo>
                  <a:cubicBezTo>
                    <a:pt x="2240901" y="14252"/>
                    <a:pt x="2244026" y="21797"/>
                    <a:pt x="2244026" y="29664"/>
                  </a:cubicBezTo>
                  <a:lnTo>
                    <a:pt x="2244026" y="669035"/>
                  </a:lnTo>
                  <a:cubicBezTo>
                    <a:pt x="2244026" y="676903"/>
                    <a:pt x="2240901" y="684448"/>
                    <a:pt x="2235338" y="690011"/>
                  </a:cubicBezTo>
                  <a:cubicBezTo>
                    <a:pt x="2229774" y="695574"/>
                    <a:pt x="2222229" y="698700"/>
                    <a:pt x="2214362" y="698700"/>
                  </a:cubicBezTo>
                  <a:lnTo>
                    <a:pt x="29664" y="698700"/>
                  </a:lnTo>
                  <a:cubicBezTo>
                    <a:pt x="21797" y="698700"/>
                    <a:pt x="14252" y="695574"/>
                    <a:pt x="8688" y="690011"/>
                  </a:cubicBezTo>
                  <a:cubicBezTo>
                    <a:pt x="3125" y="684448"/>
                    <a:pt x="0" y="676903"/>
                    <a:pt x="0" y="669035"/>
                  </a:cubicBezTo>
                  <a:lnTo>
                    <a:pt x="0" y="29664"/>
                  </a:lnTo>
                  <a:cubicBezTo>
                    <a:pt x="0" y="21797"/>
                    <a:pt x="3125" y="14252"/>
                    <a:pt x="8688" y="8688"/>
                  </a:cubicBezTo>
                  <a:cubicBezTo>
                    <a:pt x="14252" y="3125"/>
                    <a:pt x="21797" y="0"/>
                    <a:pt x="29664" y="0"/>
                  </a:cubicBezTo>
                  <a:close/>
                </a:path>
              </a:pathLst>
            </a:custGeom>
            <a:solidFill>
              <a:srgbClr val="FFFFFF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4" name="Google Shape;334;p19"/>
            <p:cNvSpPr txBox="1"/>
            <p:nvPr/>
          </p:nvSpPr>
          <p:spPr>
            <a:xfrm>
              <a:off x="0" y="-47625"/>
              <a:ext cx="2244026" cy="74632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35" name="Google Shape;335;p19"/>
          <p:cNvGrpSpPr/>
          <p:nvPr/>
        </p:nvGrpSpPr>
        <p:grpSpPr>
          <a:xfrm>
            <a:off x="1028700" y="5895745"/>
            <a:ext cx="7829550" cy="3362555"/>
            <a:chOff x="0" y="-47625"/>
            <a:chExt cx="2244026" cy="963741"/>
          </a:xfrm>
        </p:grpSpPr>
        <p:sp>
          <p:nvSpPr>
            <p:cNvPr id="336" name="Google Shape;336;p19"/>
            <p:cNvSpPr/>
            <p:nvPr/>
          </p:nvSpPr>
          <p:spPr>
            <a:xfrm>
              <a:off x="0" y="0"/>
              <a:ext cx="2244026" cy="916116"/>
            </a:xfrm>
            <a:custGeom>
              <a:avLst/>
              <a:gdLst/>
              <a:ahLst/>
              <a:cxnLst/>
              <a:rect l="l" t="t" r="r" b="b"/>
              <a:pathLst>
                <a:path w="2244026" h="916116" extrusionOk="0">
                  <a:moveTo>
                    <a:pt x="29664" y="0"/>
                  </a:moveTo>
                  <a:lnTo>
                    <a:pt x="2214362" y="0"/>
                  </a:lnTo>
                  <a:cubicBezTo>
                    <a:pt x="2222229" y="0"/>
                    <a:pt x="2229774" y="3125"/>
                    <a:pt x="2235338" y="8688"/>
                  </a:cubicBezTo>
                  <a:cubicBezTo>
                    <a:pt x="2240901" y="14252"/>
                    <a:pt x="2244026" y="21797"/>
                    <a:pt x="2244026" y="29664"/>
                  </a:cubicBezTo>
                  <a:lnTo>
                    <a:pt x="2244026" y="886452"/>
                  </a:lnTo>
                  <a:cubicBezTo>
                    <a:pt x="2244026" y="894319"/>
                    <a:pt x="2240901" y="901865"/>
                    <a:pt x="2235338" y="907428"/>
                  </a:cubicBezTo>
                  <a:cubicBezTo>
                    <a:pt x="2229774" y="912991"/>
                    <a:pt x="2222229" y="916116"/>
                    <a:pt x="2214362" y="916116"/>
                  </a:cubicBezTo>
                  <a:lnTo>
                    <a:pt x="29664" y="916116"/>
                  </a:lnTo>
                  <a:cubicBezTo>
                    <a:pt x="21797" y="916116"/>
                    <a:pt x="14252" y="912991"/>
                    <a:pt x="8688" y="907428"/>
                  </a:cubicBezTo>
                  <a:cubicBezTo>
                    <a:pt x="3125" y="901865"/>
                    <a:pt x="0" y="894319"/>
                    <a:pt x="0" y="886452"/>
                  </a:cubicBezTo>
                  <a:lnTo>
                    <a:pt x="0" y="29664"/>
                  </a:lnTo>
                  <a:cubicBezTo>
                    <a:pt x="0" y="21797"/>
                    <a:pt x="3125" y="14252"/>
                    <a:pt x="8688" y="8688"/>
                  </a:cubicBezTo>
                  <a:cubicBezTo>
                    <a:pt x="14252" y="3125"/>
                    <a:pt x="21797" y="0"/>
                    <a:pt x="29664" y="0"/>
                  </a:cubicBezTo>
                  <a:close/>
                </a:path>
              </a:pathLst>
            </a:custGeom>
            <a:solidFill>
              <a:srgbClr val="FFFFFF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7" name="Google Shape;337;p19"/>
            <p:cNvSpPr txBox="1"/>
            <p:nvPr/>
          </p:nvSpPr>
          <p:spPr>
            <a:xfrm>
              <a:off x="0" y="-47625"/>
              <a:ext cx="2244026" cy="96374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59" name="Google Shape;359;p19"/>
          <p:cNvSpPr txBox="1"/>
          <p:nvPr/>
        </p:nvSpPr>
        <p:spPr>
          <a:xfrm>
            <a:off x="1452711" y="1717704"/>
            <a:ext cx="6828600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i="0" u="none" strike="noStrike" cap="none" dirty="0" err="1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Catatan</a:t>
            </a:r>
            <a:r>
              <a:rPr lang="en-US" sz="6000" i="0" u="none" strike="noStrike" cap="none" dirty="0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 </a:t>
            </a:r>
            <a:r>
              <a:rPr lang="en-US" sz="6000" i="0" u="none" strike="noStrike" cap="none" dirty="0" err="1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Tahap</a:t>
            </a:r>
            <a:r>
              <a:rPr lang="en-US" sz="6000" i="0" u="none" strike="noStrike" cap="none" dirty="0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 1.1</a:t>
            </a:r>
            <a:endParaRPr sz="6000" dirty="0">
              <a:latin typeface="Concert One"/>
              <a:ea typeface="Concert One"/>
              <a:cs typeface="Concert One"/>
              <a:sym typeface="Concert One"/>
            </a:endParaRPr>
          </a:p>
        </p:txBody>
      </p:sp>
      <p:sp>
        <p:nvSpPr>
          <p:cNvPr id="360" name="Google Shape;360;p19"/>
          <p:cNvSpPr txBox="1"/>
          <p:nvPr/>
        </p:nvSpPr>
        <p:spPr>
          <a:xfrm>
            <a:off x="1600200" y="3529199"/>
            <a:ext cx="5267400" cy="3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i="0" u="none" strike="noStrike" cap="none" dirty="0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MKDIR</a:t>
            </a:r>
            <a:endParaRPr dirty="0">
              <a:latin typeface="Concert One"/>
              <a:ea typeface="Concert One"/>
              <a:cs typeface="Concert One"/>
              <a:sym typeface="Concert One"/>
            </a:endParaRPr>
          </a:p>
        </p:txBody>
      </p:sp>
      <p:sp>
        <p:nvSpPr>
          <p:cNvPr id="361" name="Google Shape;361;p19"/>
          <p:cNvSpPr txBox="1"/>
          <p:nvPr/>
        </p:nvSpPr>
        <p:spPr>
          <a:xfrm>
            <a:off x="1600200" y="4017840"/>
            <a:ext cx="4958400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561341" lvl="1" indent="-280669">
              <a:buSzPts val="2600"/>
              <a:buFont typeface="Barlow"/>
              <a:buChar char="•"/>
            </a:pPr>
            <a:r>
              <a:rPr lang="en-ID" sz="2600" dirty="0" err="1"/>
              <a:t>mkdir</a:t>
            </a:r>
            <a:r>
              <a:rPr lang="en-ID" sz="2600" dirty="0"/>
              <a:t> = </a:t>
            </a:r>
            <a:r>
              <a:rPr lang="en-ID" sz="2600" dirty="0" err="1"/>
              <a:t>membuat</a:t>
            </a:r>
            <a:r>
              <a:rPr lang="en-ID" sz="2600" dirty="0"/>
              <a:t> folder.</a:t>
            </a:r>
            <a:endParaRPr sz="2600" dirty="0">
              <a:latin typeface="Barlow"/>
              <a:ea typeface="Barlow"/>
              <a:cs typeface="Barlow"/>
              <a:sym typeface="Barlow"/>
            </a:endParaRPr>
          </a:p>
        </p:txBody>
      </p:sp>
      <p:sp>
        <p:nvSpPr>
          <p:cNvPr id="362" name="Google Shape;362;p19"/>
          <p:cNvSpPr txBox="1"/>
          <p:nvPr/>
        </p:nvSpPr>
        <p:spPr>
          <a:xfrm>
            <a:off x="1600200" y="6371184"/>
            <a:ext cx="5267400" cy="3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i="0" u="none" strike="noStrike" cap="none" dirty="0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CD Fullstack-30Hari</a:t>
            </a:r>
            <a:endParaRPr dirty="0">
              <a:latin typeface="Concert One"/>
              <a:ea typeface="Concert One"/>
              <a:cs typeface="Concert One"/>
              <a:sym typeface="Concert One"/>
            </a:endParaRPr>
          </a:p>
        </p:txBody>
      </p:sp>
      <p:sp>
        <p:nvSpPr>
          <p:cNvPr id="363" name="Google Shape;363;p19"/>
          <p:cNvSpPr txBox="1"/>
          <p:nvPr/>
        </p:nvSpPr>
        <p:spPr>
          <a:xfrm>
            <a:off x="1600200" y="6884664"/>
            <a:ext cx="4958400" cy="4601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561341" marR="0" lvl="1" indent="-280669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Barlow"/>
              <a:buChar char="•"/>
            </a:pPr>
            <a:r>
              <a:rPr lang="en-US" sz="2600" i="0" u="none" strike="noStrike" cap="none" dirty="0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Masuk </a:t>
            </a:r>
            <a:r>
              <a:rPr lang="en-US" sz="2600" i="0" u="none" strike="noStrike" cap="none" dirty="0" err="1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Kedalam</a:t>
            </a:r>
            <a:r>
              <a:rPr lang="en-US" sz="2600" i="0" u="none" strike="noStrike" cap="none" dirty="0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 Folder</a:t>
            </a:r>
            <a:endParaRPr dirty="0">
              <a:latin typeface="Barlow"/>
              <a:ea typeface="Barlow"/>
              <a:cs typeface="Barlow"/>
              <a:sym typeface="Barlow"/>
            </a:endParaRPr>
          </a:p>
        </p:txBody>
      </p:sp>
      <p:grpSp>
        <p:nvGrpSpPr>
          <p:cNvPr id="2" name="Google Shape;332;p19">
            <a:extLst>
              <a:ext uri="{FF2B5EF4-FFF2-40B4-BE49-F238E27FC236}">
                <a16:creationId xmlns:a16="http://schemas.microsoft.com/office/drawing/2014/main" id="{9520D3CF-B3B3-E6D3-6F22-766C75956EE7}"/>
              </a:ext>
            </a:extLst>
          </p:cNvPr>
          <p:cNvGrpSpPr/>
          <p:nvPr/>
        </p:nvGrpSpPr>
        <p:grpSpPr>
          <a:xfrm>
            <a:off x="9429750" y="862533"/>
            <a:ext cx="7829550" cy="2603977"/>
            <a:chOff x="0" y="-47625"/>
            <a:chExt cx="2244026" cy="746325"/>
          </a:xfrm>
        </p:grpSpPr>
        <p:sp>
          <p:nvSpPr>
            <p:cNvPr id="3" name="Google Shape;333;p19">
              <a:extLst>
                <a:ext uri="{FF2B5EF4-FFF2-40B4-BE49-F238E27FC236}">
                  <a16:creationId xmlns:a16="http://schemas.microsoft.com/office/drawing/2014/main" id="{85F05642-76E5-A46A-31A0-1EFC1C046E1F}"/>
                </a:ext>
              </a:extLst>
            </p:cNvPr>
            <p:cNvSpPr/>
            <p:nvPr/>
          </p:nvSpPr>
          <p:spPr>
            <a:xfrm>
              <a:off x="0" y="0"/>
              <a:ext cx="2244026" cy="698700"/>
            </a:xfrm>
            <a:custGeom>
              <a:avLst/>
              <a:gdLst/>
              <a:ahLst/>
              <a:cxnLst/>
              <a:rect l="l" t="t" r="r" b="b"/>
              <a:pathLst>
                <a:path w="2244026" h="698700" extrusionOk="0">
                  <a:moveTo>
                    <a:pt x="29664" y="0"/>
                  </a:moveTo>
                  <a:lnTo>
                    <a:pt x="2214362" y="0"/>
                  </a:lnTo>
                  <a:cubicBezTo>
                    <a:pt x="2222229" y="0"/>
                    <a:pt x="2229774" y="3125"/>
                    <a:pt x="2235338" y="8688"/>
                  </a:cubicBezTo>
                  <a:cubicBezTo>
                    <a:pt x="2240901" y="14252"/>
                    <a:pt x="2244026" y="21797"/>
                    <a:pt x="2244026" y="29664"/>
                  </a:cubicBezTo>
                  <a:lnTo>
                    <a:pt x="2244026" y="669035"/>
                  </a:lnTo>
                  <a:cubicBezTo>
                    <a:pt x="2244026" y="676903"/>
                    <a:pt x="2240901" y="684448"/>
                    <a:pt x="2235338" y="690011"/>
                  </a:cubicBezTo>
                  <a:cubicBezTo>
                    <a:pt x="2229774" y="695574"/>
                    <a:pt x="2222229" y="698700"/>
                    <a:pt x="2214362" y="698700"/>
                  </a:cubicBezTo>
                  <a:lnTo>
                    <a:pt x="29664" y="698700"/>
                  </a:lnTo>
                  <a:cubicBezTo>
                    <a:pt x="21797" y="698700"/>
                    <a:pt x="14252" y="695574"/>
                    <a:pt x="8688" y="690011"/>
                  </a:cubicBezTo>
                  <a:cubicBezTo>
                    <a:pt x="3125" y="684448"/>
                    <a:pt x="0" y="676903"/>
                    <a:pt x="0" y="669035"/>
                  </a:cubicBezTo>
                  <a:lnTo>
                    <a:pt x="0" y="29664"/>
                  </a:lnTo>
                  <a:cubicBezTo>
                    <a:pt x="0" y="21797"/>
                    <a:pt x="3125" y="14252"/>
                    <a:pt x="8688" y="8688"/>
                  </a:cubicBezTo>
                  <a:cubicBezTo>
                    <a:pt x="14252" y="3125"/>
                    <a:pt x="21797" y="0"/>
                    <a:pt x="29664" y="0"/>
                  </a:cubicBezTo>
                  <a:close/>
                </a:path>
              </a:pathLst>
            </a:custGeom>
            <a:solidFill>
              <a:srgbClr val="FFFFFF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" name="Google Shape;334;p19">
              <a:extLst>
                <a:ext uri="{FF2B5EF4-FFF2-40B4-BE49-F238E27FC236}">
                  <a16:creationId xmlns:a16="http://schemas.microsoft.com/office/drawing/2014/main" id="{B6C5EAC0-14FA-6EC0-8B03-6C575BD835DB}"/>
                </a:ext>
              </a:extLst>
            </p:cNvPr>
            <p:cNvSpPr txBox="1"/>
            <p:nvPr/>
          </p:nvSpPr>
          <p:spPr>
            <a:xfrm>
              <a:off x="0" y="-47625"/>
              <a:ext cx="2244026" cy="74632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6" name="Google Shape;360;p19">
            <a:extLst>
              <a:ext uri="{FF2B5EF4-FFF2-40B4-BE49-F238E27FC236}">
                <a16:creationId xmlns:a16="http://schemas.microsoft.com/office/drawing/2014/main" id="{A26E206F-9645-7FA7-8803-6D51148BA5C3}"/>
              </a:ext>
            </a:extLst>
          </p:cNvPr>
          <p:cNvSpPr txBox="1"/>
          <p:nvPr/>
        </p:nvSpPr>
        <p:spPr>
          <a:xfrm>
            <a:off x="1600200" y="4472281"/>
            <a:ext cx="5267400" cy="3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i="0" u="none" strike="noStrike" cap="none" dirty="0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PWD</a:t>
            </a:r>
            <a:endParaRPr dirty="0">
              <a:latin typeface="Concert One"/>
              <a:ea typeface="Concert One"/>
              <a:cs typeface="Concert One"/>
              <a:sym typeface="Concert One"/>
            </a:endParaRPr>
          </a:p>
        </p:txBody>
      </p:sp>
      <p:sp>
        <p:nvSpPr>
          <p:cNvPr id="7" name="Google Shape;361;p19">
            <a:extLst>
              <a:ext uri="{FF2B5EF4-FFF2-40B4-BE49-F238E27FC236}">
                <a16:creationId xmlns:a16="http://schemas.microsoft.com/office/drawing/2014/main" id="{C49A1E38-C5C1-9A8F-7971-2DA2EAA063A1}"/>
              </a:ext>
            </a:extLst>
          </p:cNvPr>
          <p:cNvSpPr txBox="1"/>
          <p:nvPr/>
        </p:nvSpPr>
        <p:spPr>
          <a:xfrm>
            <a:off x="1600200" y="4945390"/>
            <a:ext cx="4958400" cy="4601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561341" marR="0" lvl="1" indent="-280669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Barlow"/>
              <a:buChar char="•"/>
            </a:pPr>
            <a:r>
              <a:rPr lang="en-US" sz="2600" i="0" u="none" strike="noStrike" cap="none" dirty="0" err="1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Menampilkan</a:t>
            </a:r>
            <a:r>
              <a:rPr lang="en-US" sz="2600" i="0" u="none" strike="noStrike" cap="none" dirty="0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 Lokasi Folder</a:t>
            </a:r>
            <a:endParaRPr dirty="0">
              <a:latin typeface="Barlow"/>
              <a:ea typeface="Barlow"/>
              <a:cs typeface="Barlow"/>
              <a:sym typeface="Barlow"/>
            </a:endParaRPr>
          </a:p>
        </p:txBody>
      </p:sp>
      <p:grpSp>
        <p:nvGrpSpPr>
          <p:cNvPr id="8" name="Google Shape;332;p19">
            <a:extLst>
              <a:ext uri="{FF2B5EF4-FFF2-40B4-BE49-F238E27FC236}">
                <a16:creationId xmlns:a16="http://schemas.microsoft.com/office/drawing/2014/main" id="{1D09C368-96AC-1F81-CA1E-4002E2C0F8A8}"/>
              </a:ext>
            </a:extLst>
          </p:cNvPr>
          <p:cNvGrpSpPr/>
          <p:nvPr/>
        </p:nvGrpSpPr>
        <p:grpSpPr>
          <a:xfrm>
            <a:off x="9429750" y="3632674"/>
            <a:ext cx="7829550" cy="2603977"/>
            <a:chOff x="0" y="-47625"/>
            <a:chExt cx="2244026" cy="746325"/>
          </a:xfrm>
        </p:grpSpPr>
        <p:sp>
          <p:nvSpPr>
            <p:cNvPr id="9" name="Google Shape;333;p19">
              <a:extLst>
                <a:ext uri="{FF2B5EF4-FFF2-40B4-BE49-F238E27FC236}">
                  <a16:creationId xmlns:a16="http://schemas.microsoft.com/office/drawing/2014/main" id="{2BC37F48-8D1A-6CA8-1379-9BA475FBA0A5}"/>
                </a:ext>
              </a:extLst>
            </p:cNvPr>
            <p:cNvSpPr/>
            <p:nvPr/>
          </p:nvSpPr>
          <p:spPr>
            <a:xfrm>
              <a:off x="0" y="0"/>
              <a:ext cx="2244026" cy="698700"/>
            </a:xfrm>
            <a:custGeom>
              <a:avLst/>
              <a:gdLst/>
              <a:ahLst/>
              <a:cxnLst/>
              <a:rect l="l" t="t" r="r" b="b"/>
              <a:pathLst>
                <a:path w="2244026" h="698700" extrusionOk="0">
                  <a:moveTo>
                    <a:pt x="29664" y="0"/>
                  </a:moveTo>
                  <a:lnTo>
                    <a:pt x="2214362" y="0"/>
                  </a:lnTo>
                  <a:cubicBezTo>
                    <a:pt x="2222229" y="0"/>
                    <a:pt x="2229774" y="3125"/>
                    <a:pt x="2235338" y="8688"/>
                  </a:cubicBezTo>
                  <a:cubicBezTo>
                    <a:pt x="2240901" y="14252"/>
                    <a:pt x="2244026" y="21797"/>
                    <a:pt x="2244026" y="29664"/>
                  </a:cubicBezTo>
                  <a:lnTo>
                    <a:pt x="2244026" y="669035"/>
                  </a:lnTo>
                  <a:cubicBezTo>
                    <a:pt x="2244026" y="676903"/>
                    <a:pt x="2240901" y="684448"/>
                    <a:pt x="2235338" y="690011"/>
                  </a:cubicBezTo>
                  <a:cubicBezTo>
                    <a:pt x="2229774" y="695574"/>
                    <a:pt x="2222229" y="698700"/>
                    <a:pt x="2214362" y="698700"/>
                  </a:cubicBezTo>
                  <a:lnTo>
                    <a:pt x="29664" y="698700"/>
                  </a:lnTo>
                  <a:cubicBezTo>
                    <a:pt x="21797" y="698700"/>
                    <a:pt x="14252" y="695574"/>
                    <a:pt x="8688" y="690011"/>
                  </a:cubicBezTo>
                  <a:cubicBezTo>
                    <a:pt x="3125" y="684448"/>
                    <a:pt x="0" y="676903"/>
                    <a:pt x="0" y="669035"/>
                  </a:cubicBezTo>
                  <a:lnTo>
                    <a:pt x="0" y="29664"/>
                  </a:lnTo>
                  <a:cubicBezTo>
                    <a:pt x="0" y="21797"/>
                    <a:pt x="3125" y="14252"/>
                    <a:pt x="8688" y="8688"/>
                  </a:cubicBezTo>
                  <a:cubicBezTo>
                    <a:pt x="14252" y="3125"/>
                    <a:pt x="21797" y="0"/>
                    <a:pt x="29664" y="0"/>
                  </a:cubicBezTo>
                  <a:close/>
                </a:path>
              </a:pathLst>
            </a:custGeom>
            <a:solidFill>
              <a:srgbClr val="FFFFFF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" name="Google Shape;334;p19">
              <a:extLst>
                <a:ext uri="{FF2B5EF4-FFF2-40B4-BE49-F238E27FC236}">
                  <a16:creationId xmlns:a16="http://schemas.microsoft.com/office/drawing/2014/main" id="{B7D2C3E6-235C-E14F-7898-02F91976B581}"/>
                </a:ext>
              </a:extLst>
            </p:cNvPr>
            <p:cNvSpPr txBox="1"/>
            <p:nvPr/>
          </p:nvSpPr>
          <p:spPr>
            <a:xfrm>
              <a:off x="0" y="-47625"/>
              <a:ext cx="2244026" cy="74632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2" name="Google Shape;360;p19">
            <a:extLst>
              <a:ext uri="{FF2B5EF4-FFF2-40B4-BE49-F238E27FC236}">
                <a16:creationId xmlns:a16="http://schemas.microsoft.com/office/drawing/2014/main" id="{6C6CA5B1-674A-4340-55FB-71F439CD0CC0}"/>
              </a:ext>
            </a:extLst>
          </p:cNvPr>
          <p:cNvSpPr txBox="1"/>
          <p:nvPr/>
        </p:nvSpPr>
        <p:spPr>
          <a:xfrm>
            <a:off x="10001250" y="1210785"/>
            <a:ext cx="5267400" cy="3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i="0" u="none" strike="noStrike" cap="none" dirty="0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Git INIT</a:t>
            </a:r>
            <a:endParaRPr dirty="0">
              <a:latin typeface="Concert One"/>
              <a:ea typeface="Concert One"/>
              <a:cs typeface="Concert One"/>
              <a:sym typeface="Concert One"/>
            </a:endParaRPr>
          </a:p>
        </p:txBody>
      </p:sp>
      <p:sp>
        <p:nvSpPr>
          <p:cNvPr id="13" name="Google Shape;361;p19">
            <a:extLst>
              <a:ext uri="{FF2B5EF4-FFF2-40B4-BE49-F238E27FC236}">
                <a16:creationId xmlns:a16="http://schemas.microsoft.com/office/drawing/2014/main" id="{ACC508AB-B394-1AFE-13E3-7CC15F16EAA7}"/>
              </a:ext>
            </a:extLst>
          </p:cNvPr>
          <p:cNvSpPr txBox="1"/>
          <p:nvPr/>
        </p:nvSpPr>
        <p:spPr>
          <a:xfrm>
            <a:off x="9850855" y="1650320"/>
            <a:ext cx="6987339" cy="4601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561341" marR="0" lvl="1" indent="-280669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Barlow"/>
              <a:buChar char="•"/>
            </a:pPr>
            <a:r>
              <a:rPr lang="en-US" sz="2600" i="0" u="none" strike="noStrike" cap="none" dirty="0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GIT INIT = </a:t>
            </a:r>
            <a:r>
              <a:rPr lang="en-US" sz="2600" i="0" u="none" strike="noStrike" cap="none" dirty="0" err="1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Mulai</a:t>
            </a:r>
            <a:r>
              <a:rPr lang="en-US" sz="2600" i="0" u="none" strike="noStrike" cap="none" dirty="0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 </a:t>
            </a:r>
            <a:r>
              <a:rPr lang="en-US" sz="2600" i="0" u="none" strike="noStrike" cap="none" dirty="0" err="1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Mencatat</a:t>
            </a:r>
            <a:r>
              <a:rPr lang="en-US" sz="2600" i="0" u="none" strike="noStrike" cap="none" dirty="0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 </a:t>
            </a:r>
            <a:r>
              <a:rPr lang="en-US" sz="2600" i="0" u="none" strike="noStrike" cap="none" dirty="0" err="1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Perubahan</a:t>
            </a:r>
            <a:endParaRPr dirty="0">
              <a:latin typeface="Barlow"/>
              <a:ea typeface="Barlow"/>
              <a:cs typeface="Barlow"/>
              <a:sym typeface="Barlow"/>
            </a:endParaRPr>
          </a:p>
        </p:txBody>
      </p:sp>
      <p:grpSp>
        <p:nvGrpSpPr>
          <p:cNvPr id="14" name="Google Shape;332;p19">
            <a:extLst>
              <a:ext uri="{FF2B5EF4-FFF2-40B4-BE49-F238E27FC236}">
                <a16:creationId xmlns:a16="http://schemas.microsoft.com/office/drawing/2014/main" id="{48A45E7A-FD46-D925-8CC1-E2EA5D4F0439}"/>
              </a:ext>
            </a:extLst>
          </p:cNvPr>
          <p:cNvGrpSpPr/>
          <p:nvPr/>
        </p:nvGrpSpPr>
        <p:grpSpPr>
          <a:xfrm>
            <a:off x="9429750" y="6354928"/>
            <a:ext cx="7829550" cy="2603977"/>
            <a:chOff x="0" y="-47625"/>
            <a:chExt cx="2244026" cy="746325"/>
          </a:xfrm>
        </p:grpSpPr>
        <p:sp>
          <p:nvSpPr>
            <p:cNvPr id="15" name="Google Shape;333;p19">
              <a:extLst>
                <a:ext uri="{FF2B5EF4-FFF2-40B4-BE49-F238E27FC236}">
                  <a16:creationId xmlns:a16="http://schemas.microsoft.com/office/drawing/2014/main" id="{6A95501F-3293-F8FD-2ABC-6413A759113B}"/>
                </a:ext>
              </a:extLst>
            </p:cNvPr>
            <p:cNvSpPr/>
            <p:nvPr/>
          </p:nvSpPr>
          <p:spPr>
            <a:xfrm>
              <a:off x="0" y="0"/>
              <a:ext cx="2244026" cy="698700"/>
            </a:xfrm>
            <a:custGeom>
              <a:avLst/>
              <a:gdLst/>
              <a:ahLst/>
              <a:cxnLst/>
              <a:rect l="l" t="t" r="r" b="b"/>
              <a:pathLst>
                <a:path w="2244026" h="698700" extrusionOk="0">
                  <a:moveTo>
                    <a:pt x="29664" y="0"/>
                  </a:moveTo>
                  <a:lnTo>
                    <a:pt x="2214362" y="0"/>
                  </a:lnTo>
                  <a:cubicBezTo>
                    <a:pt x="2222229" y="0"/>
                    <a:pt x="2229774" y="3125"/>
                    <a:pt x="2235338" y="8688"/>
                  </a:cubicBezTo>
                  <a:cubicBezTo>
                    <a:pt x="2240901" y="14252"/>
                    <a:pt x="2244026" y="21797"/>
                    <a:pt x="2244026" y="29664"/>
                  </a:cubicBezTo>
                  <a:lnTo>
                    <a:pt x="2244026" y="669035"/>
                  </a:lnTo>
                  <a:cubicBezTo>
                    <a:pt x="2244026" y="676903"/>
                    <a:pt x="2240901" y="684448"/>
                    <a:pt x="2235338" y="690011"/>
                  </a:cubicBezTo>
                  <a:cubicBezTo>
                    <a:pt x="2229774" y="695574"/>
                    <a:pt x="2222229" y="698700"/>
                    <a:pt x="2214362" y="698700"/>
                  </a:cubicBezTo>
                  <a:lnTo>
                    <a:pt x="29664" y="698700"/>
                  </a:lnTo>
                  <a:cubicBezTo>
                    <a:pt x="21797" y="698700"/>
                    <a:pt x="14252" y="695574"/>
                    <a:pt x="8688" y="690011"/>
                  </a:cubicBezTo>
                  <a:cubicBezTo>
                    <a:pt x="3125" y="684448"/>
                    <a:pt x="0" y="676903"/>
                    <a:pt x="0" y="669035"/>
                  </a:cubicBezTo>
                  <a:lnTo>
                    <a:pt x="0" y="29664"/>
                  </a:lnTo>
                  <a:cubicBezTo>
                    <a:pt x="0" y="21797"/>
                    <a:pt x="3125" y="14252"/>
                    <a:pt x="8688" y="8688"/>
                  </a:cubicBezTo>
                  <a:cubicBezTo>
                    <a:pt x="14252" y="3125"/>
                    <a:pt x="21797" y="0"/>
                    <a:pt x="29664" y="0"/>
                  </a:cubicBezTo>
                  <a:close/>
                </a:path>
              </a:pathLst>
            </a:custGeom>
            <a:solidFill>
              <a:srgbClr val="FFFFFF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" name="Google Shape;334;p19">
              <a:extLst>
                <a:ext uri="{FF2B5EF4-FFF2-40B4-BE49-F238E27FC236}">
                  <a16:creationId xmlns:a16="http://schemas.microsoft.com/office/drawing/2014/main" id="{37D595E8-8979-A026-180F-F2469001E157}"/>
                </a:ext>
              </a:extLst>
            </p:cNvPr>
            <p:cNvSpPr txBox="1"/>
            <p:nvPr/>
          </p:nvSpPr>
          <p:spPr>
            <a:xfrm>
              <a:off x="0" y="-47625"/>
              <a:ext cx="2244026" cy="74632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8" name="Google Shape;360;p19">
            <a:extLst>
              <a:ext uri="{FF2B5EF4-FFF2-40B4-BE49-F238E27FC236}">
                <a16:creationId xmlns:a16="http://schemas.microsoft.com/office/drawing/2014/main" id="{046002E8-A8C1-06AA-C748-D2B49A6841B6}"/>
              </a:ext>
            </a:extLst>
          </p:cNvPr>
          <p:cNvSpPr txBox="1"/>
          <p:nvPr/>
        </p:nvSpPr>
        <p:spPr>
          <a:xfrm>
            <a:off x="10001250" y="6884108"/>
            <a:ext cx="5267400" cy="3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i="0" u="none" strike="noStrike" cap="none" dirty="0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Git Remote</a:t>
            </a:r>
            <a:endParaRPr dirty="0">
              <a:latin typeface="Concert One"/>
              <a:ea typeface="Concert One"/>
              <a:cs typeface="Concert One"/>
              <a:sym typeface="Concert One"/>
            </a:endParaRPr>
          </a:p>
        </p:txBody>
      </p:sp>
      <p:sp>
        <p:nvSpPr>
          <p:cNvPr id="19" name="Google Shape;361;p19">
            <a:extLst>
              <a:ext uri="{FF2B5EF4-FFF2-40B4-BE49-F238E27FC236}">
                <a16:creationId xmlns:a16="http://schemas.microsoft.com/office/drawing/2014/main" id="{07D29546-5641-4964-E7AA-AF70F2FEE8CA}"/>
              </a:ext>
            </a:extLst>
          </p:cNvPr>
          <p:cNvSpPr txBox="1"/>
          <p:nvPr/>
        </p:nvSpPr>
        <p:spPr>
          <a:xfrm>
            <a:off x="10001250" y="7309800"/>
            <a:ext cx="7019424" cy="13803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561341" lvl="1" indent="-280669">
              <a:lnSpc>
                <a:spcPct val="115000"/>
              </a:lnSpc>
              <a:buSzPts val="2600"/>
              <a:buFont typeface="Barlow"/>
              <a:buChar char="•"/>
            </a:pPr>
            <a:r>
              <a:rPr lang="en-US" sz="2600" dirty="0">
                <a:latin typeface="Barlow"/>
                <a:ea typeface="Barlow"/>
                <a:cs typeface="Barlow"/>
                <a:sym typeface="Barlow"/>
              </a:rPr>
              <a:t>git remote add origin https://github.com/MuhammadRamdani121/Fullstack-30Hari.git</a:t>
            </a:r>
          </a:p>
        </p:txBody>
      </p:sp>
      <p:sp>
        <p:nvSpPr>
          <p:cNvPr id="21" name="Google Shape;360;p19">
            <a:extLst>
              <a:ext uri="{FF2B5EF4-FFF2-40B4-BE49-F238E27FC236}">
                <a16:creationId xmlns:a16="http://schemas.microsoft.com/office/drawing/2014/main" id="{5052BC0F-6FC8-748D-470C-F3C99C30F5E2}"/>
              </a:ext>
            </a:extLst>
          </p:cNvPr>
          <p:cNvSpPr txBox="1"/>
          <p:nvPr/>
        </p:nvSpPr>
        <p:spPr>
          <a:xfrm>
            <a:off x="10001250" y="2062468"/>
            <a:ext cx="5267400" cy="3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i="0" u="none" strike="noStrike" cap="none" dirty="0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Git STATUS</a:t>
            </a:r>
            <a:endParaRPr dirty="0">
              <a:latin typeface="Concert One"/>
              <a:ea typeface="Concert One"/>
              <a:cs typeface="Concert One"/>
              <a:sym typeface="Concert One"/>
            </a:endParaRPr>
          </a:p>
        </p:txBody>
      </p:sp>
      <p:sp>
        <p:nvSpPr>
          <p:cNvPr id="23" name="Google Shape;361;p19">
            <a:extLst>
              <a:ext uri="{FF2B5EF4-FFF2-40B4-BE49-F238E27FC236}">
                <a16:creationId xmlns:a16="http://schemas.microsoft.com/office/drawing/2014/main" id="{1FEFDD32-8F0A-BED7-5989-C0F6B7D35C5D}"/>
              </a:ext>
            </a:extLst>
          </p:cNvPr>
          <p:cNvSpPr txBox="1"/>
          <p:nvPr/>
        </p:nvSpPr>
        <p:spPr>
          <a:xfrm>
            <a:off x="9850855" y="2502003"/>
            <a:ext cx="6987339" cy="4601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561341" marR="0" lvl="1" indent="-280669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Barlow"/>
              <a:buChar char="•"/>
            </a:pPr>
            <a:r>
              <a:rPr lang="en-US" sz="2600" i="0" u="none" strike="noStrike" cap="none" dirty="0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GIT STATUS = </a:t>
            </a:r>
            <a:r>
              <a:rPr lang="en-US" sz="2600" i="0" u="none" strike="noStrike" cap="none" dirty="0" err="1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Melihat</a:t>
            </a:r>
            <a:r>
              <a:rPr lang="en-US" sz="2600" i="0" u="none" strike="noStrike" cap="none" dirty="0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 </a:t>
            </a:r>
            <a:r>
              <a:rPr lang="en-US" sz="2600" i="0" u="none" strike="noStrike" cap="none" dirty="0" err="1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Kondisi</a:t>
            </a:r>
            <a:r>
              <a:rPr lang="en-US" sz="2600" i="0" u="none" strike="noStrike" cap="none" dirty="0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 Repo</a:t>
            </a:r>
            <a:endParaRPr dirty="0">
              <a:latin typeface="Barlow"/>
              <a:ea typeface="Barlow"/>
              <a:cs typeface="Barlow"/>
              <a:sym typeface="Barlow"/>
            </a:endParaRPr>
          </a:p>
        </p:txBody>
      </p:sp>
      <p:sp>
        <p:nvSpPr>
          <p:cNvPr id="25" name="Google Shape;362;p19">
            <a:extLst>
              <a:ext uri="{FF2B5EF4-FFF2-40B4-BE49-F238E27FC236}">
                <a16:creationId xmlns:a16="http://schemas.microsoft.com/office/drawing/2014/main" id="{B0D4019F-0316-DD07-BDE8-E9EBFD099C1B}"/>
              </a:ext>
            </a:extLst>
          </p:cNvPr>
          <p:cNvSpPr txBox="1"/>
          <p:nvPr/>
        </p:nvSpPr>
        <p:spPr>
          <a:xfrm>
            <a:off x="1600200" y="7471684"/>
            <a:ext cx="5267400" cy="3939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dirty="0">
                <a:latin typeface="Concert One"/>
                <a:ea typeface="Concert One"/>
                <a:cs typeface="Concert One"/>
                <a:sym typeface="Concert One"/>
              </a:rPr>
              <a:t>File .</a:t>
            </a:r>
            <a:r>
              <a:rPr lang="en-US" sz="3200" dirty="0" err="1">
                <a:latin typeface="Concert One"/>
                <a:ea typeface="Concert One"/>
                <a:cs typeface="Concert One"/>
                <a:sym typeface="Concert One"/>
              </a:rPr>
              <a:t>gitignore</a:t>
            </a:r>
            <a:endParaRPr dirty="0">
              <a:latin typeface="Concert One"/>
              <a:ea typeface="Concert One"/>
              <a:cs typeface="Concert One"/>
              <a:sym typeface="Concert One"/>
            </a:endParaRPr>
          </a:p>
        </p:txBody>
      </p:sp>
      <p:sp>
        <p:nvSpPr>
          <p:cNvPr id="27" name="Google Shape;363;p19">
            <a:extLst>
              <a:ext uri="{FF2B5EF4-FFF2-40B4-BE49-F238E27FC236}">
                <a16:creationId xmlns:a16="http://schemas.microsoft.com/office/drawing/2014/main" id="{4EED7AC3-3B79-E648-E33B-0A6B22DCE32A}"/>
              </a:ext>
            </a:extLst>
          </p:cNvPr>
          <p:cNvSpPr txBox="1"/>
          <p:nvPr/>
        </p:nvSpPr>
        <p:spPr>
          <a:xfrm>
            <a:off x="1592179" y="8051390"/>
            <a:ext cx="7266071" cy="9202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561341" marR="0" lvl="1" indent="-280669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Barlow"/>
              <a:buChar char="•"/>
            </a:pPr>
            <a:r>
              <a:rPr lang="en-US" sz="2600" i="0" u="none" strike="noStrike" cap="none" dirty="0" err="1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Untuk</a:t>
            </a:r>
            <a:r>
              <a:rPr lang="en-US" sz="2600" i="0" u="none" strike="noStrike" cap="none" dirty="0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 </a:t>
            </a:r>
            <a:r>
              <a:rPr lang="en-US" sz="2600" i="0" u="none" strike="noStrike" cap="none" dirty="0" err="1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Memberikan</a:t>
            </a:r>
            <a:r>
              <a:rPr lang="en-US" sz="2600" i="0" u="none" strike="noStrike" cap="none" dirty="0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 </a:t>
            </a:r>
            <a:r>
              <a:rPr lang="en-US" sz="2600" i="0" u="none" strike="noStrike" cap="none" dirty="0" err="1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Perintah</a:t>
            </a:r>
            <a:r>
              <a:rPr lang="en-US" sz="2600" i="0" u="none" strike="noStrike" cap="none" dirty="0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 </a:t>
            </a:r>
            <a:r>
              <a:rPr lang="en-US" sz="2600" i="0" u="none" strike="noStrike" cap="none" dirty="0" err="1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Jangan</a:t>
            </a:r>
            <a:r>
              <a:rPr lang="en-US" sz="2600" i="0" u="none" strike="noStrike" cap="none" dirty="0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 </a:t>
            </a:r>
            <a:r>
              <a:rPr lang="en-US" sz="2600" i="0" u="none" strike="noStrike" cap="none" dirty="0" err="1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Dimasukan</a:t>
            </a:r>
            <a:r>
              <a:rPr lang="en-US" sz="2600" i="0" u="none" strike="noStrike" cap="none" dirty="0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 Ke repo</a:t>
            </a:r>
            <a:endParaRPr dirty="0">
              <a:latin typeface="Barlow"/>
              <a:ea typeface="Barlow"/>
              <a:cs typeface="Barlow"/>
              <a:sym typeface="Barlow"/>
            </a:endParaRPr>
          </a:p>
        </p:txBody>
      </p:sp>
      <p:sp>
        <p:nvSpPr>
          <p:cNvPr id="29" name="Google Shape;360;p19">
            <a:extLst>
              <a:ext uri="{FF2B5EF4-FFF2-40B4-BE49-F238E27FC236}">
                <a16:creationId xmlns:a16="http://schemas.microsoft.com/office/drawing/2014/main" id="{619BF88D-C5A0-AB57-067A-F8138E7FAFE0}"/>
              </a:ext>
            </a:extLst>
          </p:cNvPr>
          <p:cNvSpPr txBox="1"/>
          <p:nvPr/>
        </p:nvSpPr>
        <p:spPr>
          <a:xfrm>
            <a:off x="9850856" y="4006766"/>
            <a:ext cx="5267400" cy="3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i="0" u="none" strike="noStrike" cap="none" dirty="0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Git</a:t>
            </a:r>
            <a:r>
              <a:rPr lang="en-US" sz="3200" dirty="0">
                <a:latin typeface="Concert One"/>
                <a:ea typeface="Concert One"/>
                <a:cs typeface="Concert One"/>
                <a:sym typeface="Concert One"/>
              </a:rPr>
              <a:t> Upload To Main</a:t>
            </a:r>
            <a:endParaRPr dirty="0">
              <a:latin typeface="Concert One"/>
              <a:ea typeface="Concert One"/>
              <a:cs typeface="Concert One"/>
              <a:sym typeface="Concert One"/>
            </a:endParaRPr>
          </a:p>
        </p:txBody>
      </p:sp>
      <p:sp>
        <p:nvSpPr>
          <p:cNvPr id="31" name="Google Shape;361;p19">
            <a:extLst>
              <a:ext uri="{FF2B5EF4-FFF2-40B4-BE49-F238E27FC236}">
                <a16:creationId xmlns:a16="http://schemas.microsoft.com/office/drawing/2014/main" id="{497A7149-2F8F-35EC-350A-99F0BD0036D8}"/>
              </a:ext>
            </a:extLst>
          </p:cNvPr>
          <p:cNvSpPr txBox="1"/>
          <p:nvPr/>
        </p:nvSpPr>
        <p:spPr>
          <a:xfrm>
            <a:off x="9700461" y="4446301"/>
            <a:ext cx="6987339" cy="13803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561341" marR="0" lvl="1" indent="-280669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Barlow"/>
              <a:buChar char="•"/>
            </a:pPr>
            <a:r>
              <a:rPr lang="en-US" sz="2600" dirty="0">
                <a:latin typeface="Barlow"/>
                <a:ea typeface="Barlow"/>
                <a:cs typeface="Barlow"/>
                <a:sym typeface="Barlow"/>
              </a:rPr>
              <a:t>Git add . </a:t>
            </a:r>
          </a:p>
          <a:p>
            <a:pPr marL="561341" marR="0" lvl="1" indent="-280669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Barlow"/>
              <a:buChar char="•"/>
            </a:pPr>
            <a:r>
              <a:rPr lang="en-US" sz="2600" dirty="0">
                <a:latin typeface="Barlow"/>
                <a:ea typeface="Barlow"/>
                <a:cs typeface="Barlow"/>
                <a:sym typeface="Barlow"/>
              </a:rPr>
              <a:t>Git commit –m “</a:t>
            </a:r>
            <a:r>
              <a:rPr lang="en-US" sz="2600" dirty="0" err="1">
                <a:latin typeface="Barlow"/>
                <a:ea typeface="Barlow"/>
                <a:cs typeface="Barlow"/>
                <a:sym typeface="Barlow"/>
              </a:rPr>
              <a:t>Komentar</a:t>
            </a:r>
            <a:r>
              <a:rPr lang="en-US" sz="2600" dirty="0">
                <a:latin typeface="Barlow"/>
                <a:ea typeface="Barlow"/>
                <a:cs typeface="Barlow"/>
                <a:sym typeface="Barlow"/>
              </a:rPr>
              <a:t> </a:t>
            </a:r>
            <a:r>
              <a:rPr lang="en-US" sz="2600" dirty="0" err="1">
                <a:latin typeface="Barlow"/>
                <a:ea typeface="Barlow"/>
                <a:cs typeface="Barlow"/>
                <a:sym typeface="Barlow"/>
              </a:rPr>
              <a:t>Kondisi</a:t>
            </a:r>
            <a:r>
              <a:rPr lang="en-US" sz="2600" dirty="0">
                <a:latin typeface="Barlow"/>
                <a:ea typeface="Barlow"/>
                <a:cs typeface="Barlow"/>
                <a:sym typeface="Barlow"/>
              </a:rPr>
              <a:t>”</a:t>
            </a:r>
          </a:p>
          <a:p>
            <a:pPr marL="561341" marR="0" lvl="1" indent="-280669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Barlow"/>
              <a:buChar char="•"/>
            </a:pPr>
            <a:r>
              <a:rPr lang="en-US" sz="2600" dirty="0">
                <a:latin typeface="Barlow"/>
                <a:ea typeface="Barlow"/>
                <a:cs typeface="Barlow"/>
                <a:sym typeface="Barlow"/>
              </a:rPr>
              <a:t>Git push origin main</a:t>
            </a:r>
            <a:endParaRPr dirty="0">
              <a:latin typeface="Barlow"/>
              <a:ea typeface="Barlow"/>
              <a:cs typeface="Barlow"/>
              <a:sym typeface="Barlow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FDAFF"/>
        </a:solidFill>
        <a:effectLst/>
      </p:bgPr>
    </p:bg>
    <p:spTree>
      <p:nvGrpSpPr>
        <p:cNvPr id="1" name="Shape 408">
          <a:extLst>
            <a:ext uri="{FF2B5EF4-FFF2-40B4-BE49-F238E27FC236}">
              <a16:creationId xmlns:a16="http://schemas.microsoft.com/office/drawing/2014/main" id="{F503A568-0037-B458-A7F5-5D7AEA36A5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9" name="Google Shape;409;p21">
            <a:extLst>
              <a:ext uri="{FF2B5EF4-FFF2-40B4-BE49-F238E27FC236}">
                <a16:creationId xmlns:a16="http://schemas.microsoft.com/office/drawing/2014/main" id="{AEF8D2C8-FEB1-B880-26B5-7F8E0E0E552A}"/>
              </a:ext>
            </a:extLst>
          </p:cNvPr>
          <p:cNvGrpSpPr/>
          <p:nvPr/>
        </p:nvGrpSpPr>
        <p:grpSpPr>
          <a:xfrm>
            <a:off x="9144000" y="2815580"/>
            <a:ext cx="8115300" cy="2917130"/>
            <a:chOff x="0" y="-47625"/>
            <a:chExt cx="2325925" cy="836078"/>
          </a:xfrm>
        </p:grpSpPr>
        <p:sp>
          <p:nvSpPr>
            <p:cNvPr id="410" name="Google Shape;410;p21">
              <a:extLst>
                <a:ext uri="{FF2B5EF4-FFF2-40B4-BE49-F238E27FC236}">
                  <a16:creationId xmlns:a16="http://schemas.microsoft.com/office/drawing/2014/main" id="{8DB35B7B-3A6C-CF21-897B-4BEDD7282E5C}"/>
                </a:ext>
              </a:extLst>
            </p:cNvPr>
            <p:cNvSpPr/>
            <p:nvPr/>
          </p:nvSpPr>
          <p:spPr>
            <a:xfrm>
              <a:off x="0" y="0"/>
              <a:ext cx="2325925" cy="788453"/>
            </a:xfrm>
            <a:custGeom>
              <a:avLst/>
              <a:gdLst/>
              <a:ahLst/>
              <a:cxnLst/>
              <a:rect l="l" t="t" r="r" b="b"/>
              <a:pathLst>
                <a:path w="2325925" h="788453" extrusionOk="0">
                  <a:moveTo>
                    <a:pt x="28620" y="0"/>
                  </a:moveTo>
                  <a:lnTo>
                    <a:pt x="2297305" y="0"/>
                  </a:lnTo>
                  <a:cubicBezTo>
                    <a:pt x="2313111" y="0"/>
                    <a:pt x="2325925" y="12813"/>
                    <a:pt x="2325925" y="28620"/>
                  </a:cubicBezTo>
                  <a:lnTo>
                    <a:pt x="2325925" y="759833"/>
                  </a:lnTo>
                  <a:cubicBezTo>
                    <a:pt x="2325925" y="775640"/>
                    <a:pt x="2313111" y="788453"/>
                    <a:pt x="2297305" y="788453"/>
                  </a:cubicBezTo>
                  <a:lnTo>
                    <a:pt x="28620" y="788453"/>
                  </a:lnTo>
                  <a:cubicBezTo>
                    <a:pt x="12813" y="788453"/>
                    <a:pt x="0" y="775640"/>
                    <a:pt x="0" y="759833"/>
                  </a:cubicBezTo>
                  <a:lnTo>
                    <a:pt x="0" y="28620"/>
                  </a:lnTo>
                  <a:cubicBezTo>
                    <a:pt x="0" y="12813"/>
                    <a:pt x="12813" y="0"/>
                    <a:pt x="28620" y="0"/>
                  </a:cubicBezTo>
                  <a:close/>
                </a:path>
              </a:pathLst>
            </a:custGeom>
            <a:solidFill>
              <a:srgbClr val="FFFFFF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" name="Google Shape;411;p21">
              <a:extLst>
                <a:ext uri="{FF2B5EF4-FFF2-40B4-BE49-F238E27FC236}">
                  <a16:creationId xmlns:a16="http://schemas.microsoft.com/office/drawing/2014/main" id="{07F8D5A9-71B9-38B6-3967-F600C152A8C0}"/>
                </a:ext>
              </a:extLst>
            </p:cNvPr>
            <p:cNvSpPr txBox="1"/>
            <p:nvPr/>
          </p:nvSpPr>
          <p:spPr>
            <a:xfrm>
              <a:off x="0" y="-47625"/>
              <a:ext cx="2325925" cy="83607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15" name="Google Shape;415;p21">
            <a:extLst>
              <a:ext uri="{FF2B5EF4-FFF2-40B4-BE49-F238E27FC236}">
                <a16:creationId xmlns:a16="http://schemas.microsoft.com/office/drawing/2014/main" id="{FEAF9DB9-D23D-50D6-2900-2F3AB0D6BFC4}"/>
              </a:ext>
            </a:extLst>
          </p:cNvPr>
          <p:cNvSpPr/>
          <p:nvPr/>
        </p:nvSpPr>
        <p:spPr>
          <a:xfrm>
            <a:off x="1028700" y="810251"/>
            <a:ext cx="7043499" cy="8666498"/>
          </a:xfrm>
          <a:custGeom>
            <a:avLst/>
            <a:gdLst/>
            <a:ahLst/>
            <a:cxnLst/>
            <a:rect l="l" t="t" r="r" b="b"/>
            <a:pathLst>
              <a:path w="7043499" h="8666498" extrusionOk="0">
                <a:moveTo>
                  <a:pt x="0" y="0"/>
                </a:moveTo>
                <a:lnTo>
                  <a:pt x="7043499" y="0"/>
                </a:lnTo>
                <a:lnTo>
                  <a:pt x="7043499" y="8666498"/>
                </a:lnTo>
                <a:lnTo>
                  <a:pt x="0" y="866649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416" name="Google Shape;416;p21">
            <a:extLst>
              <a:ext uri="{FF2B5EF4-FFF2-40B4-BE49-F238E27FC236}">
                <a16:creationId xmlns:a16="http://schemas.microsoft.com/office/drawing/2014/main" id="{79F12CC7-5E77-F623-127F-4A4330AA7301}"/>
              </a:ext>
            </a:extLst>
          </p:cNvPr>
          <p:cNvSpPr txBox="1"/>
          <p:nvPr/>
        </p:nvSpPr>
        <p:spPr>
          <a:xfrm>
            <a:off x="9554960" y="3603728"/>
            <a:ext cx="7293300" cy="152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405" i="0" u="none" strike="noStrike" cap="none" dirty="0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Break</a:t>
            </a:r>
            <a:endParaRPr dirty="0">
              <a:latin typeface="Concert One"/>
              <a:ea typeface="Concert One"/>
              <a:cs typeface="Concert One"/>
              <a:sym typeface="Concert One"/>
            </a:endParaRPr>
          </a:p>
        </p:txBody>
      </p:sp>
    </p:spTree>
    <p:extLst>
      <p:ext uri="{BB962C8B-B14F-4D97-AF65-F5344CB8AC3E}">
        <p14:creationId xmlns:p14="http://schemas.microsoft.com/office/powerpoint/2010/main" val="3903380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4">
          <a:extLst>
            <a:ext uri="{FF2B5EF4-FFF2-40B4-BE49-F238E27FC236}">
              <a16:creationId xmlns:a16="http://schemas.microsoft.com/office/drawing/2014/main" id="{AA971233-959F-15CB-D2B9-33754B2A9B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5" name="Google Shape;175;p14">
            <a:extLst>
              <a:ext uri="{FF2B5EF4-FFF2-40B4-BE49-F238E27FC236}">
                <a16:creationId xmlns:a16="http://schemas.microsoft.com/office/drawing/2014/main" id="{13509C83-1C30-17AE-B9EC-3E559CAAB5CA}"/>
              </a:ext>
            </a:extLst>
          </p:cNvPr>
          <p:cNvGrpSpPr/>
          <p:nvPr/>
        </p:nvGrpSpPr>
        <p:grpSpPr>
          <a:xfrm>
            <a:off x="3578051" y="862533"/>
            <a:ext cx="13681249" cy="2190072"/>
            <a:chOff x="0" y="-47625"/>
            <a:chExt cx="3921181" cy="627696"/>
          </a:xfrm>
        </p:grpSpPr>
        <p:sp>
          <p:nvSpPr>
            <p:cNvPr id="176" name="Google Shape;176;p14">
              <a:extLst>
                <a:ext uri="{FF2B5EF4-FFF2-40B4-BE49-F238E27FC236}">
                  <a16:creationId xmlns:a16="http://schemas.microsoft.com/office/drawing/2014/main" id="{45746380-C5BF-3A25-2B35-43FC63AACFED}"/>
                </a:ext>
              </a:extLst>
            </p:cNvPr>
            <p:cNvSpPr/>
            <p:nvPr/>
          </p:nvSpPr>
          <p:spPr>
            <a:xfrm>
              <a:off x="0" y="0"/>
              <a:ext cx="3921180" cy="580071"/>
            </a:xfrm>
            <a:custGeom>
              <a:avLst/>
              <a:gdLst/>
              <a:ahLst/>
              <a:cxnLst/>
              <a:rect l="l" t="t" r="r" b="b"/>
              <a:pathLst>
                <a:path w="3921180" h="580071" extrusionOk="0">
                  <a:moveTo>
                    <a:pt x="16976" y="0"/>
                  </a:moveTo>
                  <a:lnTo>
                    <a:pt x="3904204" y="0"/>
                  </a:lnTo>
                  <a:cubicBezTo>
                    <a:pt x="3913580" y="0"/>
                    <a:pt x="3921180" y="7601"/>
                    <a:pt x="3921180" y="16976"/>
                  </a:cubicBezTo>
                  <a:lnTo>
                    <a:pt x="3921180" y="563095"/>
                  </a:lnTo>
                  <a:cubicBezTo>
                    <a:pt x="3921180" y="567597"/>
                    <a:pt x="3919392" y="571915"/>
                    <a:pt x="3916208" y="575099"/>
                  </a:cubicBezTo>
                  <a:cubicBezTo>
                    <a:pt x="3913024" y="578283"/>
                    <a:pt x="3908706" y="580071"/>
                    <a:pt x="3904204" y="580071"/>
                  </a:cubicBezTo>
                  <a:lnTo>
                    <a:pt x="16976" y="580071"/>
                  </a:lnTo>
                  <a:cubicBezTo>
                    <a:pt x="12474" y="580071"/>
                    <a:pt x="8156" y="578283"/>
                    <a:pt x="4972" y="575099"/>
                  </a:cubicBezTo>
                  <a:cubicBezTo>
                    <a:pt x="1789" y="571915"/>
                    <a:pt x="0" y="567597"/>
                    <a:pt x="0" y="563095"/>
                  </a:cubicBezTo>
                  <a:lnTo>
                    <a:pt x="0" y="16976"/>
                  </a:lnTo>
                  <a:cubicBezTo>
                    <a:pt x="0" y="12474"/>
                    <a:pt x="1789" y="8156"/>
                    <a:pt x="4972" y="4972"/>
                  </a:cubicBezTo>
                  <a:cubicBezTo>
                    <a:pt x="8156" y="1789"/>
                    <a:pt x="12474" y="0"/>
                    <a:pt x="16976" y="0"/>
                  </a:cubicBezTo>
                  <a:close/>
                </a:path>
              </a:pathLst>
            </a:custGeom>
            <a:solidFill>
              <a:srgbClr val="FFD93D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" name="Google Shape;177;p14">
              <a:extLst>
                <a:ext uri="{FF2B5EF4-FFF2-40B4-BE49-F238E27FC236}">
                  <a16:creationId xmlns:a16="http://schemas.microsoft.com/office/drawing/2014/main" id="{E19BD910-5CFB-D18A-1849-15D12BF93FCF}"/>
                </a:ext>
              </a:extLst>
            </p:cNvPr>
            <p:cNvSpPr txBox="1"/>
            <p:nvPr/>
          </p:nvSpPr>
          <p:spPr>
            <a:xfrm>
              <a:off x="0" y="-47625"/>
              <a:ext cx="3921181" cy="62769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78" name="Google Shape;178;p14">
            <a:extLst>
              <a:ext uri="{FF2B5EF4-FFF2-40B4-BE49-F238E27FC236}">
                <a16:creationId xmlns:a16="http://schemas.microsoft.com/office/drawing/2014/main" id="{75A15604-20EA-CEA2-3E80-1042530E3D4D}"/>
              </a:ext>
            </a:extLst>
          </p:cNvPr>
          <p:cNvGrpSpPr/>
          <p:nvPr/>
        </p:nvGrpSpPr>
        <p:grpSpPr>
          <a:xfrm>
            <a:off x="1028700" y="862533"/>
            <a:ext cx="2263601" cy="2190072"/>
            <a:chOff x="0" y="-47625"/>
            <a:chExt cx="648770" cy="627696"/>
          </a:xfrm>
        </p:grpSpPr>
        <p:sp>
          <p:nvSpPr>
            <p:cNvPr id="179" name="Google Shape;179;p14">
              <a:extLst>
                <a:ext uri="{FF2B5EF4-FFF2-40B4-BE49-F238E27FC236}">
                  <a16:creationId xmlns:a16="http://schemas.microsoft.com/office/drawing/2014/main" id="{84E32D2A-3C75-5A30-4DF8-2F0A9859C041}"/>
                </a:ext>
              </a:extLst>
            </p:cNvPr>
            <p:cNvSpPr/>
            <p:nvPr/>
          </p:nvSpPr>
          <p:spPr>
            <a:xfrm>
              <a:off x="0" y="0"/>
              <a:ext cx="648770" cy="580071"/>
            </a:xfrm>
            <a:custGeom>
              <a:avLst/>
              <a:gdLst/>
              <a:ahLst/>
              <a:cxnLst/>
              <a:rect l="l" t="t" r="r" b="b"/>
              <a:pathLst>
                <a:path w="648770" h="580071" extrusionOk="0">
                  <a:moveTo>
                    <a:pt x="102605" y="0"/>
                  </a:moveTo>
                  <a:lnTo>
                    <a:pt x="546165" y="0"/>
                  </a:lnTo>
                  <a:cubicBezTo>
                    <a:pt x="602832" y="0"/>
                    <a:pt x="648770" y="45938"/>
                    <a:pt x="648770" y="102605"/>
                  </a:cubicBezTo>
                  <a:lnTo>
                    <a:pt x="648770" y="477466"/>
                  </a:lnTo>
                  <a:cubicBezTo>
                    <a:pt x="648770" y="534133"/>
                    <a:pt x="602832" y="580071"/>
                    <a:pt x="546165" y="580071"/>
                  </a:cubicBezTo>
                  <a:lnTo>
                    <a:pt x="102605" y="580071"/>
                  </a:lnTo>
                  <a:cubicBezTo>
                    <a:pt x="45938" y="580071"/>
                    <a:pt x="0" y="534133"/>
                    <a:pt x="0" y="477466"/>
                  </a:cubicBezTo>
                  <a:lnTo>
                    <a:pt x="0" y="102605"/>
                  </a:lnTo>
                  <a:cubicBezTo>
                    <a:pt x="0" y="45938"/>
                    <a:pt x="45938" y="0"/>
                    <a:pt x="102605" y="0"/>
                  </a:cubicBezTo>
                  <a:close/>
                </a:path>
              </a:pathLst>
            </a:custGeom>
            <a:solidFill>
              <a:srgbClr val="FFFFFF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" name="Google Shape;180;p14">
              <a:extLst>
                <a:ext uri="{FF2B5EF4-FFF2-40B4-BE49-F238E27FC236}">
                  <a16:creationId xmlns:a16="http://schemas.microsoft.com/office/drawing/2014/main" id="{C5E4FAF7-C70E-9AAA-E19B-DE2A2391200F}"/>
                </a:ext>
              </a:extLst>
            </p:cNvPr>
            <p:cNvSpPr txBox="1"/>
            <p:nvPr/>
          </p:nvSpPr>
          <p:spPr>
            <a:xfrm>
              <a:off x="0" y="-47625"/>
              <a:ext cx="648770" cy="62769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81" name="Google Shape;181;p14">
            <a:extLst>
              <a:ext uri="{FF2B5EF4-FFF2-40B4-BE49-F238E27FC236}">
                <a16:creationId xmlns:a16="http://schemas.microsoft.com/office/drawing/2014/main" id="{AF411123-15D6-51FF-B1C0-54D596134430}"/>
              </a:ext>
            </a:extLst>
          </p:cNvPr>
          <p:cNvGrpSpPr/>
          <p:nvPr/>
        </p:nvGrpSpPr>
        <p:grpSpPr>
          <a:xfrm>
            <a:off x="1028700" y="3172188"/>
            <a:ext cx="7124437" cy="6086112"/>
            <a:chOff x="0" y="-47625"/>
            <a:chExt cx="2041934" cy="1744339"/>
          </a:xfrm>
        </p:grpSpPr>
        <p:sp>
          <p:nvSpPr>
            <p:cNvPr id="182" name="Google Shape;182;p14">
              <a:extLst>
                <a:ext uri="{FF2B5EF4-FFF2-40B4-BE49-F238E27FC236}">
                  <a16:creationId xmlns:a16="http://schemas.microsoft.com/office/drawing/2014/main" id="{F2D3CA30-F20C-2AAC-4A15-A8EBB31D11E2}"/>
                </a:ext>
              </a:extLst>
            </p:cNvPr>
            <p:cNvSpPr/>
            <p:nvPr/>
          </p:nvSpPr>
          <p:spPr>
            <a:xfrm>
              <a:off x="0" y="0"/>
              <a:ext cx="2041934" cy="1696714"/>
            </a:xfrm>
            <a:custGeom>
              <a:avLst/>
              <a:gdLst/>
              <a:ahLst/>
              <a:cxnLst/>
              <a:rect l="l" t="t" r="r" b="b"/>
              <a:pathLst>
                <a:path w="2041934" h="1696714" extrusionOk="0">
                  <a:moveTo>
                    <a:pt x="16300" y="0"/>
                  </a:moveTo>
                  <a:lnTo>
                    <a:pt x="2025634" y="0"/>
                  </a:lnTo>
                  <a:cubicBezTo>
                    <a:pt x="2029957" y="0"/>
                    <a:pt x="2034103" y="1717"/>
                    <a:pt x="2037160" y="4774"/>
                  </a:cubicBezTo>
                  <a:cubicBezTo>
                    <a:pt x="2040216" y="7831"/>
                    <a:pt x="2041934" y="11977"/>
                    <a:pt x="2041934" y="16300"/>
                  </a:cubicBezTo>
                  <a:lnTo>
                    <a:pt x="2041934" y="1680414"/>
                  </a:lnTo>
                  <a:cubicBezTo>
                    <a:pt x="2041934" y="1689417"/>
                    <a:pt x="2034636" y="1696714"/>
                    <a:pt x="2025634" y="1696714"/>
                  </a:cubicBezTo>
                  <a:lnTo>
                    <a:pt x="16300" y="1696714"/>
                  </a:lnTo>
                  <a:cubicBezTo>
                    <a:pt x="7298" y="1696714"/>
                    <a:pt x="0" y="1689417"/>
                    <a:pt x="0" y="1680414"/>
                  </a:cubicBezTo>
                  <a:lnTo>
                    <a:pt x="0" y="16300"/>
                  </a:lnTo>
                  <a:cubicBezTo>
                    <a:pt x="0" y="11977"/>
                    <a:pt x="1717" y="7831"/>
                    <a:pt x="4774" y="4774"/>
                  </a:cubicBezTo>
                  <a:cubicBezTo>
                    <a:pt x="7831" y="1717"/>
                    <a:pt x="11977" y="0"/>
                    <a:pt x="16300" y="0"/>
                  </a:cubicBezTo>
                  <a:close/>
                </a:path>
              </a:pathLst>
            </a:custGeom>
            <a:solidFill>
              <a:srgbClr val="FFFFFF"/>
            </a:solidFill>
            <a:ln w="85725" cap="sq" cmpd="sng">
              <a:solidFill>
                <a:srgbClr val="000000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" name="Google Shape;183;p14">
              <a:extLst>
                <a:ext uri="{FF2B5EF4-FFF2-40B4-BE49-F238E27FC236}">
                  <a16:creationId xmlns:a16="http://schemas.microsoft.com/office/drawing/2014/main" id="{3B62C458-AF5B-0BA8-05A3-DC67D0E48B44}"/>
                </a:ext>
              </a:extLst>
            </p:cNvPr>
            <p:cNvSpPr txBox="1"/>
            <p:nvPr/>
          </p:nvSpPr>
          <p:spPr>
            <a:xfrm>
              <a:off x="0" y="-47625"/>
              <a:ext cx="2041934" cy="174433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84" name="Google Shape;184;p14">
            <a:extLst>
              <a:ext uri="{FF2B5EF4-FFF2-40B4-BE49-F238E27FC236}">
                <a16:creationId xmlns:a16="http://schemas.microsoft.com/office/drawing/2014/main" id="{96CCA77C-4A56-E4D2-DB51-0CF597FBF61A}"/>
              </a:ext>
            </a:extLst>
          </p:cNvPr>
          <p:cNvGrpSpPr/>
          <p:nvPr/>
        </p:nvGrpSpPr>
        <p:grpSpPr>
          <a:xfrm>
            <a:off x="8438887" y="3172188"/>
            <a:ext cx="8820413" cy="2984971"/>
            <a:chOff x="0" y="-47625"/>
            <a:chExt cx="2528017" cy="855522"/>
          </a:xfrm>
        </p:grpSpPr>
        <p:sp>
          <p:nvSpPr>
            <p:cNvPr id="185" name="Google Shape;185;p14">
              <a:extLst>
                <a:ext uri="{FF2B5EF4-FFF2-40B4-BE49-F238E27FC236}">
                  <a16:creationId xmlns:a16="http://schemas.microsoft.com/office/drawing/2014/main" id="{327C67FA-D74E-22B1-806C-2011BCA85908}"/>
                </a:ext>
              </a:extLst>
            </p:cNvPr>
            <p:cNvSpPr/>
            <p:nvPr/>
          </p:nvSpPr>
          <p:spPr>
            <a:xfrm>
              <a:off x="0" y="0"/>
              <a:ext cx="2528017" cy="807897"/>
            </a:xfrm>
            <a:custGeom>
              <a:avLst/>
              <a:gdLst/>
              <a:ahLst/>
              <a:cxnLst/>
              <a:rect l="l" t="t" r="r" b="b"/>
              <a:pathLst>
                <a:path w="2528017" h="807897" extrusionOk="0">
                  <a:moveTo>
                    <a:pt x="26332" y="0"/>
                  </a:moveTo>
                  <a:lnTo>
                    <a:pt x="2501685" y="0"/>
                  </a:lnTo>
                  <a:cubicBezTo>
                    <a:pt x="2508669" y="0"/>
                    <a:pt x="2515367" y="2774"/>
                    <a:pt x="2520305" y="7712"/>
                  </a:cubicBezTo>
                  <a:cubicBezTo>
                    <a:pt x="2525243" y="12651"/>
                    <a:pt x="2528017" y="19348"/>
                    <a:pt x="2528017" y="26332"/>
                  </a:cubicBezTo>
                  <a:lnTo>
                    <a:pt x="2528017" y="781565"/>
                  </a:lnTo>
                  <a:cubicBezTo>
                    <a:pt x="2528017" y="788549"/>
                    <a:pt x="2525243" y="795246"/>
                    <a:pt x="2520305" y="800184"/>
                  </a:cubicBezTo>
                  <a:cubicBezTo>
                    <a:pt x="2515367" y="805123"/>
                    <a:pt x="2508669" y="807897"/>
                    <a:pt x="2501685" y="807897"/>
                  </a:cubicBezTo>
                  <a:lnTo>
                    <a:pt x="26332" y="807897"/>
                  </a:lnTo>
                  <a:cubicBezTo>
                    <a:pt x="19348" y="807897"/>
                    <a:pt x="12651" y="805123"/>
                    <a:pt x="7712" y="800184"/>
                  </a:cubicBezTo>
                  <a:cubicBezTo>
                    <a:pt x="2774" y="795246"/>
                    <a:pt x="0" y="788549"/>
                    <a:pt x="0" y="781565"/>
                  </a:cubicBezTo>
                  <a:lnTo>
                    <a:pt x="0" y="26332"/>
                  </a:lnTo>
                  <a:cubicBezTo>
                    <a:pt x="0" y="19348"/>
                    <a:pt x="2774" y="12651"/>
                    <a:pt x="7712" y="7712"/>
                  </a:cubicBezTo>
                  <a:cubicBezTo>
                    <a:pt x="12651" y="2774"/>
                    <a:pt x="19348" y="0"/>
                    <a:pt x="26332" y="0"/>
                  </a:cubicBezTo>
                  <a:close/>
                </a:path>
              </a:pathLst>
            </a:custGeom>
            <a:solidFill>
              <a:srgbClr val="FFFFFF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" name="Google Shape;186;p14">
              <a:extLst>
                <a:ext uri="{FF2B5EF4-FFF2-40B4-BE49-F238E27FC236}">
                  <a16:creationId xmlns:a16="http://schemas.microsoft.com/office/drawing/2014/main" id="{F696E711-2963-D886-68F5-A1DAE1B24049}"/>
                </a:ext>
              </a:extLst>
            </p:cNvPr>
            <p:cNvSpPr txBox="1"/>
            <p:nvPr/>
          </p:nvSpPr>
          <p:spPr>
            <a:xfrm>
              <a:off x="0" y="-47625"/>
              <a:ext cx="2528017" cy="85552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87" name="Google Shape;187;p14">
            <a:extLst>
              <a:ext uri="{FF2B5EF4-FFF2-40B4-BE49-F238E27FC236}">
                <a16:creationId xmlns:a16="http://schemas.microsoft.com/office/drawing/2014/main" id="{4D18FB58-038C-6B22-94C0-210FFDEC53F5}"/>
              </a:ext>
            </a:extLst>
          </p:cNvPr>
          <p:cNvGrpSpPr/>
          <p:nvPr/>
        </p:nvGrpSpPr>
        <p:grpSpPr>
          <a:xfrm>
            <a:off x="8438887" y="6273329"/>
            <a:ext cx="8820413" cy="2984971"/>
            <a:chOff x="0" y="-47625"/>
            <a:chExt cx="2528017" cy="855522"/>
          </a:xfrm>
        </p:grpSpPr>
        <p:sp>
          <p:nvSpPr>
            <p:cNvPr id="188" name="Google Shape;188;p14">
              <a:extLst>
                <a:ext uri="{FF2B5EF4-FFF2-40B4-BE49-F238E27FC236}">
                  <a16:creationId xmlns:a16="http://schemas.microsoft.com/office/drawing/2014/main" id="{BC057DC5-7679-B6AB-65FC-BA55D18FAAF3}"/>
                </a:ext>
              </a:extLst>
            </p:cNvPr>
            <p:cNvSpPr/>
            <p:nvPr/>
          </p:nvSpPr>
          <p:spPr>
            <a:xfrm>
              <a:off x="0" y="0"/>
              <a:ext cx="2528017" cy="807897"/>
            </a:xfrm>
            <a:custGeom>
              <a:avLst/>
              <a:gdLst/>
              <a:ahLst/>
              <a:cxnLst/>
              <a:rect l="l" t="t" r="r" b="b"/>
              <a:pathLst>
                <a:path w="2528017" h="807897" extrusionOk="0">
                  <a:moveTo>
                    <a:pt x="26332" y="0"/>
                  </a:moveTo>
                  <a:lnTo>
                    <a:pt x="2501685" y="0"/>
                  </a:lnTo>
                  <a:cubicBezTo>
                    <a:pt x="2508669" y="0"/>
                    <a:pt x="2515367" y="2774"/>
                    <a:pt x="2520305" y="7712"/>
                  </a:cubicBezTo>
                  <a:cubicBezTo>
                    <a:pt x="2525243" y="12651"/>
                    <a:pt x="2528017" y="19348"/>
                    <a:pt x="2528017" y="26332"/>
                  </a:cubicBezTo>
                  <a:lnTo>
                    <a:pt x="2528017" y="781565"/>
                  </a:lnTo>
                  <a:cubicBezTo>
                    <a:pt x="2528017" y="788549"/>
                    <a:pt x="2525243" y="795246"/>
                    <a:pt x="2520305" y="800184"/>
                  </a:cubicBezTo>
                  <a:cubicBezTo>
                    <a:pt x="2515367" y="805123"/>
                    <a:pt x="2508669" y="807897"/>
                    <a:pt x="2501685" y="807897"/>
                  </a:cubicBezTo>
                  <a:lnTo>
                    <a:pt x="26332" y="807897"/>
                  </a:lnTo>
                  <a:cubicBezTo>
                    <a:pt x="19348" y="807897"/>
                    <a:pt x="12651" y="805123"/>
                    <a:pt x="7712" y="800184"/>
                  </a:cubicBezTo>
                  <a:cubicBezTo>
                    <a:pt x="2774" y="795246"/>
                    <a:pt x="0" y="788549"/>
                    <a:pt x="0" y="781565"/>
                  </a:cubicBezTo>
                  <a:lnTo>
                    <a:pt x="0" y="26332"/>
                  </a:lnTo>
                  <a:cubicBezTo>
                    <a:pt x="0" y="19348"/>
                    <a:pt x="2774" y="12651"/>
                    <a:pt x="7712" y="7712"/>
                  </a:cubicBezTo>
                  <a:cubicBezTo>
                    <a:pt x="12651" y="2774"/>
                    <a:pt x="19348" y="0"/>
                    <a:pt x="26332" y="0"/>
                  </a:cubicBezTo>
                  <a:close/>
                </a:path>
              </a:pathLst>
            </a:custGeom>
            <a:solidFill>
              <a:srgbClr val="FFFFFF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" name="Google Shape;189;p14">
              <a:extLst>
                <a:ext uri="{FF2B5EF4-FFF2-40B4-BE49-F238E27FC236}">
                  <a16:creationId xmlns:a16="http://schemas.microsoft.com/office/drawing/2014/main" id="{0E398DDF-FAD5-2A70-027E-D4B1F5BC4C5F}"/>
                </a:ext>
              </a:extLst>
            </p:cNvPr>
            <p:cNvSpPr txBox="1"/>
            <p:nvPr/>
          </p:nvSpPr>
          <p:spPr>
            <a:xfrm>
              <a:off x="0" y="-47625"/>
              <a:ext cx="2528017" cy="85552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90" name="Google Shape;190;p14">
            <a:extLst>
              <a:ext uri="{FF2B5EF4-FFF2-40B4-BE49-F238E27FC236}">
                <a16:creationId xmlns:a16="http://schemas.microsoft.com/office/drawing/2014/main" id="{6CCB5CC4-71FD-A242-3AF8-93004FB02A94}"/>
              </a:ext>
            </a:extLst>
          </p:cNvPr>
          <p:cNvGrpSpPr/>
          <p:nvPr/>
        </p:nvGrpSpPr>
        <p:grpSpPr>
          <a:xfrm>
            <a:off x="1322595" y="4288798"/>
            <a:ext cx="6409700" cy="763121"/>
            <a:chOff x="0" y="-47625"/>
            <a:chExt cx="484380" cy="239857"/>
          </a:xfrm>
        </p:grpSpPr>
        <p:sp>
          <p:nvSpPr>
            <p:cNvPr id="191" name="Google Shape;191;p14">
              <a:extLst>
                <a:ext uri="{FF2B5EF4-FFF2-40B4-BE49-F238E27FC236}">
                  <a16:creationId xmlns:a16="http://schemas.microsoft.com/office/drawing/2014/main" id="{9A7363AB-4BD8-0EFF-79E6-84517EE63B9C}"/>
                </a:ext>
              </a:extLst>
            </p:cNvPr>
            <p:cNvSpPr/>
            <p:nvPr/>
          </p:nvSpPr>
          <p:spPr>
            <a:xfrm>
              <a:off x="0" y="0"/>
              <a:ext cx="484380" cy="192232"/>
            </a:xfrm>
            <a:custGeom>
              <a:avLst/>
              <a:gdLst/>
              <a:ahLst/>
              <a:cxnLst/>
              <a:rect l="l" t="t" r="r" b="b"/>
              <a:pathLst>
                <a:path w="484380" h="192232" extrusionOk="0">
                  <a:moveTo>
                    <a:pt x="75355" y="0"/>
                  </a:moveTo>
                  <a:lnTo>
                    <a:pt x="409025" y="0"/>
                  </a:lnTo>
                  <a:cubicBezTo>
                    <a:pt x="450642" y="0"/>
                    <a:pt x="484380" y="33738"/>
                    <a:pt x="484380" y="75355"/>
                  </a:cubicBezTo>
                  <a:lnTo>
                    <a:pt x="484380" y="116877"/>
                  </a:lnTo>
                  <a:cubicBezTo>
                    <a:pt x="484380" y="158494"/>
                    <a:pt x="450642" y="192232"/>
                    <a:pt x="409025" y="192232"/>
                  </a:cubicBezTo>
                  <a:lnTo>
                    <a:pt x="75355" y="192232"/>
                  </a:lnTo>
                  <a:cubicBezTo>
                    <a:pt x="33738" y="192232"/>
                    <a:pt x="0" y="158494"/>
                    <a:pt x="0" y="116877"/>
                  </a:cubicBezTo>
                  <a:lnTo>
                    <a:pt x="0" y="75355"/>
                  </a:lnTo>
                  <a:cubicBezTo>
                    <a:pt x="0" y="33738"/>
                    <a:pt x="33738" y="0"/>
                    <a:pt x="75355" y="0"/>
                  </a:cubicBezTo>
                  <a:close/>
                </a:path>
              </a:pathLst>
            </a:custGeom>
            <a:solidFill>
              <a:srgbClr val="FFD93D"/>
            </a:solidFill>
            <a:ln w="38100" cap="sq" cmpd="sng">
              <a:solidFill>
                <a:srgbClr val="000000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" name="Google Shape;192;p14">
              <a:extLst>
                <a:ext uri="{FF2B5EF4-FFF2-40B4-BE49-F238E27FC236}">
                  <a16:creationId xmlns:a16="http://schemas.microsoft.com/office/drawing/2014/main" id="{AB61B076-DC2E-2834-85CC-E24E539A8EAC}"/>
                </a:ext>
              </a:extLst>
            </p:cNvPr>
            <p:cNvSpPr txBox="1"/>
            <p:nvPr/>
          </p:nvSpPr>
          <p:spPr>
            <a:xfrm>
              <a:off x="0" y="-47625"/>
              <a:ext cx="484380" cy="2398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96" name="Google Shape;196;p14">
            <a:extLst>
              <a:ext uri="{FF2B5EF4-FFF2-40B4-BE49-F238E27FC236}">
                <a16:creationId xmlns:a16="http://schemas.microsoft.com/office/drawing/2014/main" id="{CDAD76D5-3967-1CA7-33E7-B7E1DF489331}"/>
              </a:ext>
            </a:extLst>
          </p:cNvPr>
          <p:cNvGrpSpPr/>
          <p:nvPr/>
        </p:nvGrpSpPr>
        <p:grpSpPr>
          <a:xfrm>
            <a:off x="1322594" y="5007276"/>
            <a:ext cx="6409700" cy="763121"/>
            <a:chOff x="0" y="-47625"/>
            <a:chExt cx="484380" cy="239857"/>
          </a:xfrm>
        </p:grpSpPr>
        <p:sp>
          <p:nvSpPr>
            <p:cNvPr id="197" name="Google Shape;197;p14">
              <a:extLst>
                <a:ext uri="{FF2B5EF4-FFF2-40B4-BE49-F238E27FC236}">
                  <a16:creationId xmlns:a16="http://schemas.microsoft.com/office/drawing/2014/main" id="{67538723-0DD3-E8E8-F7F7-C16F91D4EA9C}"/>
                </a:ext>
              </a:extLst>
            </p:cNvPr>
            <p:cNvSpPr/>
            <p:nvPr/>
          </p:nvSpPr>
          <p:spPr>
            <a:xfrm>
              <a:off x="0" y="0"/>
              <a:ext cx="484380" cy="192232"/>
            </a:xfrm>
            <a:custGeom>
              <a:avLst/>
              <a:gdLst/>
              <a:ahLst/>
              <a:cxnLst/>
              <a:rect l="l" t="t" r="r" b="b"/>
              <a:pathLst>
                <a:path w="484380" h="192232" extrusionOk="0">
                  <a:moveTo>
                    <a:pt x="75355" y="0"/>
                  </a:moveTo>
                  <a:lnTo>
                    <a:pt x="409025" y="0"/>
                  </a:lnTo>
                  <a:cubicBezTo>
                    <a:pt x="450642" y="0"/>
                    <a:pt x="484380" y="33738"/>
                    <a:pt x="484380" y="75355"/>
                  </a:cubicBezTo>
                  <a:lnTo>
                    <a:pt x="484380" y="116877"/>
                  </a:lnTo>
                  <a:cubicBezTo>
                    <a:pt x="484380" y="158494"/>
                    <a:pt x="450642" y="192232"/>
                    <a:pt x="409025" y="192232"/>
                  </a:cubicBezTo>
                  <a:lnTo>
                    <a:pt x="75355" y="192232"/>
                  </a:lnTo>
                  <a:cubicBezTo>
                    <a:pt x="33738" y="192232"/>
                    <a:pt x="0" y="158494"/>
                    <a:pt x="0" y="116877"/>
                  </a:cubicBezTo>
                  <a:lnTo>
                    <a:pt x="0" y="75355"/>
                  </a:lnTo>
                  <a:cubicBezTo>
                    <a:pt x="0" y="33738"/>
                    <a:pt x="33738" y="0"/>
                    <a:pt x="75355" y="0"/>
                  </a:cubicBezTo>
                  <a:close/>
                </a:path>
              </a:pathLst>
            </a:custGeom>
            <a:solidFill>
              <a:srgbClr val="FF6F61"/>
            </a:solidFill>
            <a:ln w="38100" cap="sq" cmpd="sng">
              <a:solidFill>
                <a:srgbClr val="000000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" name="Google Shape;198;p14">
              <a:extLst>
                <a:ext uri="{FF2B5EF4-FFF2-40B4-BE49-F238E27FC236}">
                  <a16:creationId xmlns:a16="http://schemas.microsoft.com/office/drawing/2014/main" id="{E49327CF-64FB-584F-337E-5E0AE2CF03D7}"/>
                </a:ext>
              </a:extLst>
            </p:cNvPr>
            <p:cNvSpPr txBox="1"/>
            <p:nvPr/>
          </p:nvSpPr>
          <p:spPr>
            <a:xfrm>
              <a:off x="0" y="-47625"/>
              <a:ext cx="484380" cy="2398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02" name="Google Shape;202;p14">
            <a:extLst>
              <a:ext uri="{FF2B5EF4-FFF2-40B4-BE49-F238E27FC236}">
                <a16:creationId xmlns:a16="http://schemas.microsoft.com/office/drawing/2014/main" id="{40735CA3-64F1-CFD8-9C4C-E03B56CA5678}"/>
              </a:ext>
            </a:extLst>
          </p:cNvPr>
          <p:cNvGrpSpPr/>
          <p:nvPr/>
        </p:nvGrpSpPr>
        <p:grpSpPr>
          <a:xfrm>
            <a:off x="1295913" y="5796994"/>
            <a:ext cx="6409700" cy="763121"/>
            <a:chOff x="0" y="-47625"/>
            <a:chExt cx="484380" cy="239857"/>
          </a:xfrm>
        </p:grpSpPr>
        <p:sp>
          <p:nvSpPr>
            <p:cNvPr id="203" name="Google Shape;203;p14">
              <a:extLst>
                <a:ext uri="{FF2B5EF4-FFF2-40B4-BE49-F238E27FC236}">
                  <a16:creationId xmlns:a16="http://schemas.microsoft.com/office/drawing/2014/main" id="{C9148133-CB92-5B42-3974-1BB7ACBB7991}"/>
                </a:ext>
              </a:extLst>
            </p:cNvPr>
            <p:cNvSpPr/>
            <p:nvPr/>
          </p:nvSpPr>
          <p:spPr>
            <a:xfrm>
              <a:off x="0" y="0"/>
              <a:ext cx="484380" cy="192232"/>
            </a:xfrm>
            <a:custGeom>
              <a:avLst/>
              <a:gdLst/>
              <a:ahLst/>
              <a:cxnLst/>
              <a:rect l="l" t="t" r="r" b="b"/>
              <a:pathLst>
                <a:path w="484380" h="192232" extrusionOk="0">
                  <a:moveTo>
                    <a:pt x="75355" y="0"/>
                  </a:moveTo>
                  <a:lnTo>
                    <a:pt x="409025" y="0"/>
                  </a:lnTo>
                  <a:cubicBezTo>
                    <a:pt x="450642" y="0"/>
                    <a:pt x="484380" y="33738"/>
                    <a:pt x="484380" y="75355"/>
                  </a:cubicBezTo>
                  <a:lnTo>
                    <a:pt x="484380" y="116877"/>
                  </a:lnTo>
                  <a:cubicBezTo>
                    <a:pt x="484380" y="158494"/>
                    <a:pt x="450642" y="192232"/>
                    <a:pt x="409025" y="192232"/>
                  </a:cubicBezTo>
                  <a:lnTo>
                    <a:pt x="75355" y="192232"/>
                  </a:lnTo>
                  <a:cubicBezTo>
                    <a:pt x="33738" y="192232"/>
                    <a:pt x="0" y="158494"/>
                    <a:pt x="0" y="116877"/>
                  </a:cubicBezTo>
                  <a:lnTo>
                    <a:pt x="0" y="75355"/>
                  </a:lnTo>
                  <a:cubicBezTo>
                    <a:pt x="0" y="33738"/>
                    <a:pt x="33738" y="0"/>
                    <a:pt x="75355" y="0"/>
                  </a:cubicBezTo>
                  <a:close/>
                </a:path>
              </a:pathLst>
            </a:custGeom>
            <a:solidFill>
              <a:srgbClr val="43D374"/>
            </a:solidFill>
            <a:ln w="38100" cap="sq" cmpd="sng">
              <a:solidFill>
                <a:srgbClr val="000000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" name="Google Shape;204;p14">
              <a:extLst>
                <a:ext uri="{FF2B5EF4-FFF2-40B4-BE49-F238E27FC236}">
                  <a16:creationId xmlns:a16="http://schemas.microsoft.com/office/drawing/2014/main" id="{068E9C05-F4B2-83E3-2BAC-08550845592E}"/>
                </a:ext>
              </a:extLst>
            </p:cNvPr>
            <p:cNvSpPr txBox="1"/>
            <p:nvPr/>
          </p:nvSpPr>
          <p:spPr>
            <a:xfrm>
              <a:off x="0" y="-47625"/>
              <a:ext cx="484380" cy="2398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08" name="Google Shape;208;p14">
            <a:extLst>
              <a:ext uri="{FF2B5EF4-FFF2-40B4-BE49-F238E27FC236}">
                <a16:creationId xmlns:a16="http://schemas.microsoft.com/office/drawing/2014/main" id="{D000B9DA-5994-63F0-AAD2-034414490C0B}"/>
              </a:ext>
            </a:extLst>
          </p:cNvPr>
          <p:cNvGrpSpPr/>
          <p:nvPr/>
        </p:nvGrpSpPr>
        <p:grpSpPr>
          <a:xfrm>
            <a:off x="1306550" y="6568438"/>
            <a:ext cx="6425743" cy="763121"/>
            <a:chOff x="0" y="-47625"/>
            <a:chExt cx="484380" cy="239857"/>
          </a:xfrm>
        </p:grpSpPr>
        <p:sp>
          <p:nvSpPr>
            <p:cNvPr id="209" name="Google Shape;209;p14">
              <a:extLst>
                <a:ext uri="{FF2B5EF4-FFF2-40B4-BE49-F238E27FC236}">
                  <a16:creationId xmlns:a16="http://schemas.microsoft.com/office/drawing/2014/main" id="{4D0BB25D-C8DD-9D32-F5E8-1AD9B8BF94D2}"/>
                </a:ext>
              </a:extLst>
            </p:cNvPr>
            <p:cNvSpPr/>
            <p:nvPr/>
          </p:nvSpPr>
          <p:spPr>
            <a:xfrm>
              <a:off x="0" y="0"/>
              <a:ext cx="484380" cy="192232"/>
            </a:xfrm>
            <a:custGeom>
              <a:avLst/>
              <a:gdLst/>
              <a:ahLst/>
              <a:cxnLst/>
              <a:rect l="l" t="t" r="r" b="b"/>
              <a:pathLst>
                <a:path w="484380" h="192232" extrusionOk="0">
                  <a:moveTo>
                    <a:pt x="75355" y="0"/>
                  </a:moveTo>
                  <a:lnTo>
                    <a:pt x="409025" y="0"/>
                  </a:lnTo>
                  <a:cubicBezTo>
                    <a:pt x="450642" y="0"/>
                    <a:pt x="484380" y="33738"/>
                    <a:pt x="484380" y="75355"/>
                  </a:cubicBezTo>
                  <a:lnTo>
                    <a:pt x="484380" y="116877"/>
                  </a:lnTo>
                  <a:cubicBezTo>
                    <a:pt x="484380" y="158494"/>
                    <a:pt x="450642" y="192232"/>
                    <a:pt x="409025" y="192232"/>
                  </a:cubicBezTo>
                  <a:lnTo>
                    <a:pt x="75355" y="192232"/>
                  </a:lnTo>
                  <a:cubicBezTo>
                    <a:pt x="33738" y="192232"/>
                    <a:pt x="0" y="158494"/>
                    <a:pt x="0" y="116877"/>
                  </a:cubicBezTo>
                  <a:lnTo>
                    <a:pt x="0" y="75355"/>
                  </a:lnTo>
                  <a:cubicBezTo>
                    <a:pt x="0" y="33738"/>
                    <a:pt x="33738" y="0"/>
                    <a:pt x="75355" y="0"/>
                  </a:cubicBezTo>
                  <a:close/>
                </a:path>
              </a:pathLst>
            </a:custGeom>
            <a:solidFill>
              <a:srgbClr val="FFD93D"/>
            </a:solidFill>
            <a:ln w="38100" cap="sq" cmpd="sng">
              <a:solidFill>
                <a:srgbClr val="000000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" name="Google Shape;210;p14">
              <a:extLst>
                <a:ext uri="{FF2B5EF4-FFF2-40B4-BE49-F238E27FC236}">
                  <a16:creationId xmlns:a16="http://schemas.microsoft.com/office/drawing/2014/main" id="{F3BB0776-F093-6A85-98B0-23F557F35757}"/>
                </a:ext>
              </a:extLst>
            </p:cNvPr>
            <p:cNvSpPr txBox="1"/>
            <p:nvPr/>
          </p:nvSpPr>
          <p:spPr>
            <a:xfrm>
              <a:off x="0" y="-47625"/>
              <a:ext cx="484380" cy="2398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28" name="Google Shape;228;p14">
            <a:extLst>
              <a:ext uri="{FF2B5EF4-FFF2-40B4-BE49-F238E27FC236}">
                <a16:creationId xmlns:a16="http://schemas.microsoft.com/office/drawing/2014/main" id="{3AD92113-1AD4-810C-2412-9A6E93AD549D}"/>
              </a:ext>
            </a:extLst>
          </p:cNvPr>
          <p:cNvSpPr txBox="1"/>
          <p:nvPr/>
        </p:nvSpPr>
        <p:spPr>
          <a:xfrm>
            <a:off x="4764504" y="1433494"/>
            <a:ext cx="12224085" cy="12926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0" dirty="0">
                <a:latin typeface="Concert One"/>
                <a:ea typeface="Concert One"/>
                <a:cs typeface="Concert One"/>
                <a:sym typeface="Concert One"/>
              </a:rPr>
              <a:t>HARI PERTAMA 1.2</a:t>
            </a:r>
            <a:endParaRPr dirty="0">
              <a:latin typeface="Concert One"/>
              <a:ea typeface="Concert One"/>
              <a:cs typeface="Concert One"/>
              <a:sym typeface="Concert One"/>
            </a:endParaRPr>
          </a:p>
        </p:txBody>
      </p:sp>
      <p:sp>
        <p:nvSpPr>
          <p:cNvPr id="229" name="Google Shape;229;p14">
            <a:extLst>
              <a:ext uri="{FF2B5EF4-FFF2-40B4-BE49-F238E27FC236}">
                <a16:creationId xmlns:a16="http://schemas.microsoft.com/office/drawing/2014/main" id="{D73209B3-B0DD-9A46-03CA-932936AC6550}"/>
              </a:ext>
            </a:extLst>
          </p:cNvPr>
          <p:cNvSpPr txBox="1"/>
          <p:nvPr/>
        </p:nvSpPr>
        <p:spPr>
          <a:xfrm>
            <a:off x="1632373" y="1534718"/>
            <a:ext cx="1056300" cy="116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0" dirty="0">
                <a:latin typeface="Concert One"/>
                <a:ea typeface="Concert One"/>
                <a:cs typeface="Concert One"/>
                <a:sym typeface="Concert One"/>
              </a:rPr>
              <a:t>1</a:t>
            </a:r>
            <a:endParaRPr dirty="0">
              <a:latin typeface="Concert One"/>
              <a:ea typeface="Concert One"/>
              <a:cs typeface="Concert One"/>
              <a:sym typeface="Concert One"/>
            </a:endParaRPr>
          </a:p>
        </p:txBody>
      </p:sp>
      <p:sp>
        <p:nvSpPr>
          <p:cNvPr id="231" name="Google Shape;231;p14">
            <a:extLst>
              <a:ext uri="{FF2B5EF4-FFF2-40B4-BE49-F238E27FC236}">
                <a16:creationId xmlns:a16="http://schemas.microsoft.com/office/drawing/2014/main" id="{C18D7184-A68D-5F42-8FC7-159B106D5D0E}"/>
              </a:ext>
            </a:extLst>
          </p:cNvPr>
          <p:cNvSpPr txBox="1"/>
          <p:nvPr/>
        </p:nvSpPr>
        <p:spPr>
          <a:xfrm>
            <a:off x="1632350" y="1233957"/>
            <a:ext cx="1056300" cy="29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99" i="0" u="none" strike="noStrike" cap="none" dirty="0">
                <a:solidFill>
                  <a:srgbClr val="FF6F61"/>
                </a:solidFill>
                <a:latin typeface="Barlow"/>
                <a:ea typeface="Barlow"/>
                <a:cs typeface="Barlow"/>
                <a:sym typeface="Barlow"/>
              </a:rPr>
              <a:t>DAY</a:t>
            </a:r>
            <a:endParaRPr dirty="0">
              <a:latin typeface="Barlow"/>
              <a:ea typeface="Barlow"/>
              <a:cs typeface="Barlow"/>
              <a:sym typeface="Barlow"/>
            </a:endParaRPr>
          </a:p>
        </p:txBody>
      </p:sp>
      <p:sp>
        <p:nvSpPr>
          <p:cNvPr id="232" name="Google Shape;232;p14">
            <a:extLst>
              <a:ext uri="{FF2B5EF4-FFF2-40B4-BE49-F238E27FC236}">
                <a16:creationId xmlns:a16="http://schemas.microsoft.com/office/drawing/2014/main" id="{ECF0E82A-C318-AF75-DEC5-22D3FC52A349}"/>
              </a:ext>
            </a:extLst>
          </p:cNvPr>
          <p:cNvSpPr txBox="1"/>
          <p:nvPr/>
        </p:nvSpPr>
        <p:spPr>
          <a:xfrm>
            <a:off x="1564339" y="3843952"/>
            <a:ext cx="6053100" cy="3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i="0" u="none" strike="noStrike" cap="none" dirty="0" err="1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Urutan</a:t>
            </a:r>
            <a:r>
              <a:rPr lang="en-US" sz="3200" i="0" u="none" strike="noStrike" cap="none" dirty="0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 Daily</a:t>
            </a:r>
            <a:endParaRPr dirty="0">
              <a:latin typeface="Concert One"/>
              <a:ea typeface="Concert One"/>
              <a:cs typeface="Concert One"/>
              <a:sym typeface="Concert One"/>
            </a:endParaRPr>
          </a:p>
        </p:txBody>
      </p:sp>
      <p:sp>
        <p:nvSpPr>
          <p:cNvPr id="235" name="Google Shape;235;p14">
            <a:extLst>
              <a:ext uri="{FF2B5EF4-FFF2-40B4-BE49-F238E27FC236}">
                <a16:creationId xmlns:a16="http://schemas.microsoft.com/office/drawing/2014/main" id="{09F865F8-8874-C365-E7AF-334F6A56B175}"/>
              </a:ext>
            </a:extLst>
          </p:cNvPr>
          <p:cNvSpPr txBox="1"/>
          <p:nvPr/>
        </p:nvSpPr>
        <p:spPr>
          <a:xfrm>
            <a:off x="1553463" y="4601155"/>
            <a:ext cx="6063976" cy="2462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lnSpc>
                <a:spcPct val="7999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1.Membuat 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Fontend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&amp; backend 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Terpisah</a:t>
            </a:r>
            <a:endParaRPr sz="2000" dirty="0"/>
          </a:p>
        </p:txBody>
      </p:sp>
      <p:sp>
        <p:nvSpPr>
          <p:cNvPr id="236" name="Google Shape;236;p14">
            <a:extLst>
              <a:ext uri="{FF2B5EF4-FFF2-40B4-BE49-F238E27FC236}">
                <a16:creationId xmlns:a16="http://schemas.microsoft.com/office/drawing/2014/main" id="{ABC07AC8-2B64-2525-C6B4-CD6312443E67}"/>
              </a:ext>
            </a:extLst>
          </p:cNvPr>
          <p:cNvSpPr txBox="1"/>
          <p:nvPr/>
        </p:nvSpPr>
        <p:spPr>
          <a:xfrm>
            <a:off x="1524224" y="5340167"/>
            <a:ext cx="5855144" cy="2462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lnSpc>
                <a:spcPct val="7999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2.Membuat React 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dengan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Vite</a:t>
            </a:r>
            <a:endParaRPr sz="2000" dirty="0"/>
          </a:p>
        </p:txBody>
      </p:sp>
      <p:sp>
        <p:nvSpPr>
          <p:cNvPr id="237" name="Google Shape;237;p14">
            <a:extLst>
              <a:ext uri="{FF2B5EF4-FFF2-40B4-BE49-F238E27FC236}">
                <a16:creationId xmlns:a16="http://schemas.microsoft.com/office/drawing/2014/main" id="{1B6E73CF-5642-F875-B917-473D1CFB2523}"/>
              </a:ext>
            </a:extLst>
          </p:cNvPr>
          <p:cNvSpPr txBox="1"/>
          <p:nvPr/>
        </p:nvSpPr>
        <p:spPr>
          <a:xfrm>
            <a:off x="1553462" y="6165017"/>
            <a:ext cx="5825906" cy="2462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lnSpc>
                <a:spcPct val="7999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3.Buat .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gitignore</a:t>
            </a:r>
            <a:endParaRPr sz="2000" dirty="0"/>
          </a:p>
        </p:txBody>
      </p:sp>
      <p:sp>
        <p:nvSpPr>
          <p:cNvPr id="238" name="Google Shape;238;p14">
            <a:extLst>
              <a:ext uri="{FF2B5EF4-FFF2-40B4-BE49-F238E27FC236}">
                <a16:creationId xmlns:a16="http://schemas.microsoft.com/office/drawing/2014/main" id="{6E9DB972-2344-5C44-33A7-1AA26A4CABDC}"/>
              </a:ext>
            </a:extLst>
          </p:cNvPr>
          <p:cNvSpPr txBox="1"/>
          <p:nvPr/>
        </p:nvSpPr>
        <p:spPr>
          <a:xfrm>
            <a:off x="1572385" y="6949458"/>
            <a:ext cx="5919278" cy="2489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lnSpc>
                <a:spcPct val="7999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4.Jalankan React</a:t>
            </a:r>
            <a:endParaRPr sz="2000" dirty="0"/>
          </a:p>
        </p:txBody>
      </p:sp>
      <p:sp>
        <p:nvSpPr>
          <p:cNvPr id="257" name="Google Shape;257;p14">
            <a:extLst>
              <a:ext uri="{FF2B5EF4-FFF2-40B4-BE49-F238E27FC236}">
                <a16:creationId xmlns:a16="http://schemas.microsoft.com/office/drawing/2014/main" id="{703E6A84-3FB1-670D-CA92-7063F8F6D34E}"/>
              </a:ext>
            </a:extLst>
          </p:cNvPr>
          <p:cNvSpPr txBox="1"/>
          <p:nvPr/>
        </p:nvSpPr>
        <p:spPr>
          <a:xfrm>
            <a:off x="9822543" y="4439584"/>
            <a:ext cx="6053100" cy="3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i="0" u="none" strike="noStrike" cap="none" dirty="0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Setup Frontend React</a:t>
            </a:r>
            <a:endParaRPr dirty="0">
              <a:latin typeface="Concert One"/>
              <a:ea typeface="Concert One"/>
              <a:cs typeface="Concert One"/>
              <a:sym typeface="Concert One"/>
            </a:endParaRPr>
          </a:p>
        </p:txBody>
      </p:sp>
      <p:sp>
        <p:nvSpPr>
          <p:cNvPr id="3" name="Google Shape;257;p14">
            <a:extLst>
              <a:ext uri="{FF2B5EF4-FFF2-40B4-BE49-F238E27FC236}">
                <a16:creationId xmlns:a16="http://schemas.microsoft.com/office/drawing/2014/main" id="{A2D91F3E-099D-EA2C-4A45-DBF57C49CD97}"/>
              </a:ext>
            </a:extLst>
          </p:cNvPr>
          <p:cNvSpPr txBox="1"/>
          <p:nvPr/>
        </p:nvSpPr>
        <p:spPr>
          <a:xfrm>
            <a:off x="8438887" y="6782945"/>
            <a:ext cx="2823412" cy="3939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i="0" u="none" strike="noStrike" cap="none" dirty="0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Frontend</a:t>
            </a:r>
            <a:endParaRPr dirty="0">
              <a:latin typeface="Concert One"/>
              <a:ea typeface="Concert One"/>
              <a:cs typeface="Concert One"/>
              <a:sym typeface="Concert One"/>
            </a:endParaRPr>
          </a:p>
        </p:txBody>
      </p:sp>
      <p:sp>
        <p:nvSpPr>
          <p:cNvPr id="7" name="Google Shape;257;p14">
            <a:extLst>
              <a:ext uri="{FF2B5EF4-FFF2-40B4-BE49-F238E27FC236}">
                <a16:creationId xmlns:a16="http://schemas.microsoft.com/office/drawing/2014/main" id="{595D96AD-B2E2-709F-5446-F599314E8E26}"/>
              </a:ext>
            </a:extLst>
          </p:cNvPr>
          <p:cNvSpPr txBox="1"/>
          <p:nvPr/>
        </p:nvSpPr>
        <p:spPr>
          <a:xfrm>
            <a:off x="13901225" y="6752785"/>
            <a:ext cx="2823412" cy="3939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i="0" u="none" strike="noStrike" cap="none" dirty="0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Vite</a:t>
            </a:r>
            <a:endParaRPr dirty="0">
              <a:latin typeface="Concert One"/>
              <a:ea typeface="Concert One"/>
              <a:cs typeface="Concert One"/>
              <a:sym typeface="Concert One"/>
            </a:endParaRPr>
          </a:p>
        </p:txBody>
      </p:sp>
      <p:sp>
        <p:nvSpPr>
          <p:cNvPr id="9" name="Google Shape;257;p14">
            <a:extLst>
              <a:ext uri="{FF2B5EF4-FFF2-40B4-BE49-F238E27FC236}">
                <a16:creationId xmlns:a16="http://schemas.microsoft.com/office/drawing/2014/main" id="{D1F0B423-055B-D6B8-AE48-BCEA3B04734C}"/>
              </a:ext>
            </a:extLst>
          </p:cNvPr>
          <p:cNvSpPr txBox="1"/>
          <p:nvPr/>
        </p:nvSpPr>
        <p:spPr>
          <a:xfrm>
            <a:off x="13901226" y="8288979"/>
            <a:ext cx="2823412" cy="3939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i="0" u="none" strike="noStrike" cap="none" dirty="0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React </a:t>
            </a:r>
            <a:endParaRPr dirty="0">
              <a:latin typeface="Concert One"/>
              <a:ea typeface="Concert One"/>
              <a:cs typeface="Concert One"/>
              <a:sym typeface="Concert One"/>
            </a:endParaRPr>
          </a:p>
        </p:txBody>
      </p:sp>
      <p:sp>
        <p:nvSpPr>
          <p:cNvPr id="11" name="Google Shape;257;p14">
            <a:extLst>
              <a:ext uri="{FF2B5EF4-FFF2-40B4-BE49-F238E27FC236}">
                <a16:creationId xmlns:a16="http://schemas.microsoft.com/office/drawing/2014/main" id="{A831559D-E735-19A3-0EF3-E243ECA195FA}"/>
              </a:ext>
            </a:extLst>
          </p:cNvPr>
          <p:cNvSpPr txBox="1"/>
          <p:nvPr/>
        </p:nvSpPr>
        <p:spPr>
          <a:xfrm>
            <a:off x="8283301" y="8303597"/>
            <a:ext cx="2823412" cy="3939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dirty="0">
                <a:latin typeface="Concert One"/>
                <a:ea typeface="Concert One"/>
                <a:cs typeface="Concert One"/>
                <a:sym typeface="Concert One"/>
              </a:rPr>
              <a:t>Run</a:t>
            </a:r>
            <a:endParaRPr dirty="0">
              <a:latin typeface="Concert One"/>
              <a:ea typeface="Concert One"/>
              <a:cs typeface="Concert One"/>
              <a:sym typeface="Concert One"/>
            </a:endParaRPr>
          </a:p>
        </p:txBody>
      </p:sp>
      <p:sp>
        <p:nvSpPr>
          <p:cNvPr id="12" name="Arrow: Right 11">
            <a:extLst>
              <a:ext uri="{FF2B5EF4-FFF2-40B4-BE49-F238E27FC236}">
                <a16:creationId xmlns:a16="http://schemas.microsoft.com/office/drawing/2014/main" id="{3D698108-8468-CB33-5C67-281FEAF4D24F}"/>
              </a:ext>
            </a:extLst>
          </p:cNvPr>
          <p:cNvSpPr/>
          <p:nvPr/>
        </p:nvSpPr>
        <p:spPr>
          <a:xfrm>
            <a:off x="12092558" y="6737606"/>
            <a:ext cx="978408" cy="4846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3" name="Arrow: Down 12">
            <a:extLst>
              <a:ext uri="{FF2B5EF4-FFF2-40B4-BE49-F238E27FC236}">
                <a16:creationId xmlns:a16="http://schemas.microsoft.com/office/drawing/2014/main" id="{4EE9AF0D-4064-07BD-F614-609DA5FAD10C}"/>
              </a:ext>
            </a:extLst>
          </p:cNvPr>
          <p:cNvSpPr/>
          <p:nvPr/>
        </p:nvSpPr>
        <p:spPr>
          <a:xfrm>
            <a:off x="15086657" y="7176899"/>
            <a:ext cx="484632" cy="978408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 dirty="0"/>
          </a:p>
        </p:txBody>
      </p:sp>
      <p:sp>
        <p:nvSpPr>
          <p:cNvPr id="14" name="Arrow: Left 13">
            <a:extLst>
              <a:ext uri="{FF2B5EF4-FFF2-40B4-BE49-F238E27FC236}">
                <a16:creationId xmlns:a16="http://schemas.microsoft.com/office/drawing/2014/main" id="{E593A4E8-36F5-F0B2-41AD-760CB957F5C5}"/>
              </a:ext>
            </a:extLst>
          </p:cNvPr>
          <p:cNvSpPr/>
          <p:nvPr/>
        </p:nvSpPr>
        <p:spPr>
          <a:xfrm>
            <a:off x="12140051" y="8212919"/>
            <a:ext cx="978408" cy="484632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31536623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F90DA"/>
        </a:solidFill>
        <a:effectLst/>
      </p:bgPr>
    </p:bg>
    <p:spTree>
      <p:nvGrpSpPr>
        <p:cNvPr id="1" name="Shape 372">
          <a:extLst>
            <a:ext uri="{FF2B5EF4-FFF2-40B4-BE49-F238E27FC236}">
              <a16:creationId xmlns:a16="http://schemas.microsoft.com/office/drawing/2014/main" id="{DCAF85CD-0207-DE76-E790-783E4AB7F9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3" name="Google Shape;373;p20">
            <a:extLst>
              <a:ext uri="{FF2B5EF4-FFF2-40B4-BE49-F238E27FC236}">
                <a16:creationId xmlns:a16="http://schemas.microsoft.com/office/drawing/2014/main" id="{02FC1FDE-0349-B555-99A3-3A771539DE50}"/>
              </a:ext>
            </a:extLst>
          </p:cNvPr>
          <p:cNvGrpSpPr/>
          <p:nvPr/>
        </p:nvGrpSpPr>
        <p:grpSpPr>
          <a:xfrm>
            <a:off x="1028700" y="4696865"/>
            <a:ext cx="5226008" cy="4532196"/>
            <a:chOff x="0" y="-47625"/>
            <a:chExt cx="1497825" cy="1298972"/>
          </a:xfrm>
        </p:grpSpPr>
        <p:sp>
          <p:nvSpPr>
            <p:cNvPr id="374" name="Google Shape;374;p20">
              <a:extLst>
                <a:ext uri="{FF2B5EF4-FFF2-40B4-BE49-F238E27FC236}">
                  <a16:creationId xmlns:a16="http://schemas.microsoft.com/office/drawing/2014/main" id="{C42BEFB5-117F-2957-4957-C852D3528C1E}"/>
                </a:ext>
              </a:extLst>
            </p:cNvPr>
            <p:cNvSpPr/>
            <p:nvPr/>
          </p:nvSpPr>
          <p:spPr>
            <a:xfrm>
              <a:off x="0" y="0"/>
              <a:ext cx="1497825" cy="1251347"/>
            </a:xfrm>
            <a:custGeom>
              <a:avLst/>
              <a:gdLst/>
              <a:ahLst/>
              <a:cxnLst/>
              <a:rect l="l" t="t" r="r" b="b"/>
              <a:pathLst>
                <a:path w="1497825" h="1251347" extrusionOk="0">
                  <a:moveTo>
                    <a:pt x="44443" y="0"/>
                  </a:moveTo>
                  <a:lnTo>
                    <a:pt x="1453383" y="0"/>
                  </a:lnTo>
                  <a:cubicBezTo>
                    <a:pt x="1477928" y="0"/>
                    <a:pt x="1497825" y="19898"/>
                    <a:pt x="1497825" y="44443"/>
                  </a:cubicBezTo>
                  <a:lnTo>
                    <a:pt x="1497825" y="1206904"/>
                  </a:lnTo>
                  <a:cubicBezTo>
                    <a:pt x="1497825" y="1218691"/>
                    <a:pt x="1493143" y="1229995"/>
                    <a:pt x="1484808" y="1238330"/>
                  </a:cubicBezTo>
                  <a:cubicBezTo>
                    <a:pt x="1476474" y="1246665"/>
                    <a:pt x="1465169" y="1251347"/>
                    <a:pt x="1453383" y="1251347"/>
                  </a:cubicBezTo>
                  <a:lnTo>
                    <a:pt x="44443" y="1251347"/>
                  </a:lnTo>
                  <a:cubicBezTo>
                    <a:pt x="32656" y="1251347"/>
                    <a:pt x="21352" y="1246665"/>
                    <a:pt x="13017" y="1238330"/>
                  </a:cubicBezTo>
                  <a:cubicBezTo>
                    <a:pt x="4682" y="1229995"/>
                    <a:pt x="0" y="1218691"/>
                    <a:pt x="0" y="1206904"/>
                  </a:cubicBezTo>
                  <a:lnTo>
                    <a:pt x="0" y="44443"/>
                  </a:lnTo>
                  <a:cubicBezTo>
                    <a:pt x="0" y="32656"/>
                    <a:pt x="4682" y="21352"/>
                    <a:pt x="13017" y="13017"/>
                  </a:cubicBezTo>
                  <a:cubicBezTo>
                    <a:pt x="21352" y="4682"/>
                    <a:pt x="32656" y="0"/>
                    <a:pt x="44443" y="0"/>
                  </a:cubicBezTo>
                  <a:close/>
                </a:path>
              </a:pathLst>
            </a:custGeom>
            <a:solidFill>
              <a:srgbClr val="FFFFFF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5" name="Google Shape;375;p20">
              <a:extLst>
                <a:ext uri="{FF2B5EF4-FFF2-40B4-BE49-F238E27FC236}">
                  <a16:creationId xmlns:a16="http://schemas.microsoft.com/office/drawing/2014/main" id="{6C535C81-2564-5CF9-AC73-813E350FD512}"/>
                </a:ext>
              </a:extLst>
            </p:cNvPr>
            <p:cNvSpPr txBox="1"/>
            <p:nvPr/>
          </p:nvSpPr>
          <p:spPr>
            <a:xfrm>
              <a:off x="0" y="-47625"/>
              <a:ext cx="1497825" cy="129897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76" name="Google Shape;376;p20">
            <a:extLst>
              <a:ext uri="{FF2B5EF4-FFF2-40B4-BE49-F238E27FC236}">
                <a16:creationId xmlns:a16="http://schemas.microsoft.com/office/drawing/2014/main" id="{4EF57326-C63E-7E14-23CF-E85B94725C06}"/>
              </a:ext>
            </a:extLst>
          </p:cNvPr>
          <p:cNvGrpSpPr/>
          <p:nvPr/>
        </p:nvGrpSpPr>
        <p:grpSpPr>
          <a:xfrm>
            <a:off x="6530996" y="4726104"/>
            <a:ext cx="5226008" cy="4532196"/>
            <a:chOff x="0" y="-47625"/>
            <a:chExt cx="1497825" cy="1298972"/>
          </a:xfrm>
        </p:grpSpPr>
        <p:sp>
          <p:nvSpPr>
            <p:cNvPr id="377" name="Google Shape;377;p20">
              <a:extLst>
                <a:ext uri="{FF2B5EF4-FFF2-40B4-BE49-F238E27FC236}">
                  <a16:creationId xmlns:a16="http://schemas.microsoft.com/office/drawing/2014/main" id="{5DEB4D00-C5C1-81EB-916F-93A5E64B7497}"/>
                </a:ext>
              </a:extLst>
            </p:cNvPr>
            <p:cNvSpPr/>
            <p:nvPr/>
          </p:nvSpPr>
          <p:spPr>
            <a:xfrm>
              <a:off x="0" y="0"/>
              <a:ext cx="1497825" cy="1251347"/>
            </a:xfrm>
            <a:custGeom>
              <a:avLst/>
              <a:gdLst/>
              <a:ahLst/>
              <a:cxnLst/>
              <a:rect l="l" t="t" r="r" b="b"/>
              <a:pathLst>
                <a:path w="1497825" h="1251347" extrusionOk="0">
                  <a:moveTo>
                    <a:pt x="44443" y="0"/>
                  </a:moveTo>
                  <a:lnTo>
                    <a:pt x="1453383" y="0"/>
                  </a:lnTo>
                  <a:cubicBezTo>
                    <a:pt x="1477928" y="0"/>
                    <a:pt x="1497825" y="19898"/>
                    <a:pt x="1497825" y="44443"/>
                  </a:cubicBezTo>
                  <a:lnTo>
                    <a:pt x="1497825" y="1206904"/>
                  </a:lnTo>
                  <a:cubicBezTo>
                    <a:pt x="1497825" y="1218691"/>
                    <a:pt x="1493143" y="1229995"/>
                    <a:pt x="1484808" y="1238330"/>
                  </a:cubicBezTo>
                  <a:cubicBezTo>
                    <a:pt x="1476474" y="1246665"/>
                    <a:pt x="1465169" y="1251347"/>
                    <a:pt x="1453383" y="1251347"/>
                  </a:cubicBezTo>
                  <a:lnTo>
                    <a:pt x="44443" y="1251347"/>
                  </a:lnTo>
                  <a:cubicBezTo>
                    <a:pt x="32656" y="1251347"/>
                    <a:pt x="21352" y="1246665"/>
                    <a:pt x="13017" y="1238330"/>
                  </a:cubicBezTo>
                  <a:cubicBezTo>
                    <a:pt x="4682" y="1229995"/>
                    <a:pt x="0" y="1218691"/>
                    <a:pt x="0" y="1206904"/>
                  </a:cubicBezTo>
                  <a:lnTo>
                    <a:pt x="0" y="44443"/>
                  </a:lnTo>
                  <a:cubicBezTo>
                    <a:pt x="0" y="32656"/>
                    <a:pt x="4682" y="21352"/>
                    <a:pt x="13017" y="13017"/>
                  </a:cubicBezTo>
                  <a:cubicBezTo>
                    <a:pt x="21352" y="4682"/>
                    <a:pt x="32656" y="0"/>
                    <a:pt x="44443" y="0"/>
                  </a:cubicBezTo>
                  <a:close/>
                </a:path>
              </a:pathLst>
            </a:custGeom>
            <a:solidFill>
              <a:srgbClr val="FFFFFF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8" name="Google Shape;378;p20">
              <a:extLst>
                <a:ext uri="{FF2B5EF4-FFF2-40B4-BE49-F238E27FC236}">
                  <a16:creationId xmlns:a16="http://schemas.microsoft.com/office/drawing/2014/main" id="{DA8F4B4A-566C-4010-8518-73B80D647EB5}"/>
                </a:ext>
              </a:extLst>
            </p:cNvPr>
            <p:cNvSpPr txBox="1"/>
            <p:nvPr/>
          </p:nvSpPr>
          <p:spPr>
            <a:xfrm>
              <a:off x="0" y="-47625"/>
              <a:ext cx="1497825" cy="129897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79" name="Google Shape;379;p20">
            <a:extLst>
              <a:ext uri="{FF2B5EF4-FFF2-40B4-BE49-F238E27FC236}">
                <a16:creationId xmlns:a16="http://schemas.microsoft.com/office/drawing/2014/main" id="{374F65AD-56E8-24BB-8195-390A70FD0159}"/>
              </a:ext>
            </a:extLst>
          </p:cNvPr>
          <p:cNvGrpSpPr/>
          <p:nvPr/>
        </p:nvGrpSpPr>
        <p:grpSpPr>
          <a:xfrm>
            <a:off x="12033292" y="4726104"/>
            <a:ext cx="5226008" cy="4532196"/>
            <a:chOff x="0" y="-47625"/>
            <a:chExt cx="1497825" cy="1298972"/>
          </a:xfrm>
        </p:grpSpPr>
        <p:sp>
          <p:nvSpPr>
            <p:cNvPr id="380" name="Google Shape;380;p20">
              <a:extLst>
                <a:ext uri="{FF2B5EF4-FFF2-40B4-BE49-F238E27FC236}">
                  <a16:creationId xmlns:a16="http://schemas.microsoft.com/office/drawing/2014/main" id="{A4EFA9F0-3B6A-E6C8-275B-B108F225F6C8}"/>
                </a:ext>
              </a:extLst>
            </p:cNvPr>
            <p:cNvSpPr/>
            <p:nvPr/>
          </p:nvSpPr>
          <p:spPr>
            <a:xfrm>
              <a:off x="0" y="0"/>
              <a:ext cx="1497825" cy="1251347"/>
            </a:xfrm>
            <a:custGeom>
              <a:avLst/>
              <a:gdLst/>
              <a:ahLst/>
              <a:cxnLst/>
              <a:rect l="l" t="t" r="r" b="b"/>
              <a:pathLst>
                <a:path w="1497825" h="1251347" extrusionOk="0">
                  <a:moveTo>
                    <a:pt x="44443" y="0"/>
                  </a:moveTo>
                  <a:lnTo>
                    <a:pt x="1453383" y="0"/>
                  </a:lnTo>
                  <a:cubicBezTo>
                    <a:pt x="1477928" y="0"/>
                    <a:pt x="1497825" y="19898"/>
                    <a:pt x="1497825" y="44443"/>
                  </a:cubicBezTo>
                  <a:lnTo>
                    <a:pt x="1497825" y="1206904"/>
                  </a:lnTo>
                  <a:cubicBezTo>
                    <a:pt x="1497825" y="1218691"/>
                    <a:pt x="1493143" y="1229995"/>
                    <a:pt x="1484808" y="1238330"/>
                  </a:cubicBezTo>
                  <a:cubicBezTo>
                    <a:pt x="1476474" y="1246665"/>
                    <a:pt x="1465169" y="1251347"/>
                    <a:pt x="1453383" y="1251347"/>
                  </a:cubicBezTo>
                  <a:lnTo>
                    <a:pt x="44443" y="1251347"/>
                  </a:lnTo>
                  <a:cubicBezTo>
                    <a:pt x="32656" y="1251347"/>
                    <a:pt x="21352" y="1246665"/>
                    <a:pt x="13017" y="1238330"/>
                  </a:cubicBezTo>
                  <a:cubicBezTo>
                    <a:pt x="4682" y="1229995"/>
                    <a:pt x="0" y="1218691"/>
                    <a:pt x="0" y="1206904"/>
                  </a:cubicBezTo>
                  <a:lnTo>
                    <a:pt x="0" y="44443"/>
                  </a:lnTo>
                  <a:cubicBezTo>
                    <a:pt x="0" y="32656"/>
                    <a:pt x="4682" y="21352"/>
                    <a:pt x="13017" y="13017"/>
                  </a:cubicBezTo>
                  <a:cubicBezTo>
                    <a:pt x="21352" y="4682"/>
                    <a:pt x="32656" y="0"/>
                    <a:pt x="44443" y="0"/>
                  </a:cubicBezTo>
                  <a:close/>
                </a:path>
              </a:pathLst>
            </a:custGeom>
            <a:solidFill>
              <a:srgbClr val="FFFFFF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1" name="Google Shape;381;p20">
              <a:extLst>
                <a:ext uri="{FF2B5EF4-FFF2-40B4-BE49-F238E27FC236}">
                  <a16:creationId xmlns:a16="http://schemas.microsoft.com/office/drawing/2014/main" id="{90F0DFB8-56E1-2FCF-2F63-9F99BE72DE46}"/>
                </a:ext>
              </a:extLst>
            </p:cNvPr>
            <p:cNvSpPr txBox="1"/>
            <p:nvPr/>
          </p:nvSpPr>
          <p:spPr>
            <a:xfrm>
              <a:off x="0" y="-47625"/>
              <a:ext cx="1497825" cy="129897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82" name="Google Shape;382;p20">
            <a:extLst>
              <a:ext uri="{FF2B5EF4-FFF2-40B4-BE49-F238E27FC236}">
                <a16:creationId xmlns:a16="http://schemas.microsoft.com/office/drawing/2014/main" id="{A8C63242-F97B-2ED0-6B45-6F393A33721D}"/>
              </a:ext>
            </a:extLst>
          </p:cNvPr>
          <p:cNvGrpSpPr/>
          <p:nvPr/>
        </p:nvGrpSpPr>
        <p:grpSpPr>
          <a:xfrm>
            <a:off x="1028700" y="862532"/>
            <a:ext cx="8115385" cy="2190094"/>
            <a:chOff x="0" y="-47625"/>
            <a:chExt cx="2325925" cy="627696"/>
          </a:xfrm>
        </p:grpSpPr>
        <p:sp>
          <p:nvSpPr>
            <p:cNvPr id="383" name="Google Shape;383;p20">
              <a:extLst>
                <a:ext uri="{FF2B5EF4-FFF2-40B4-BE49-F238E27FC236}">
                  <a16:creationId xmlns:a16="http://schemas.microsoft.com/office/drawing/2014/main" id="{48275291-830E-DF86-1352-DA9B072496F6}"/>
                </a:ext>
              </a:extLst>
            </p:cNvPr>
            <p:cNvSpPr/>
            <p:nvPr/>
          </p:nvSpPr>
          <p:spPr>
            <a:xfrm>
              <a:off x="0" y="0"/>
              <a:ext cx="2325925" cy="580071"/>
            </a:xfrm>
            <a:custGeom>
              <a:avLst/>
              <a:gdLst/>
              <a:ahLst/>
              <a:cxnLst/>
              <a:rect l="l" t="t" r="r" b="b"/>
              <a:pathLst>
                <a:path w="2325925" h="580071" extrusionOk="0">
                  <a:moveTo>
                    <a:pt x="28620" y="0"/>
                  </a:moveTo>
                  <a:lnTo>
                    <a:pt x="2297305" y="0"/>
                  </a:lnTo>
                  <a:cubicBezTo>
                    <a:pt x="2313111" y="0"/>
                    <a:pt x="2325925" y="12813"/>
                    <a:pt x="2325925" y="28620"/>
                  </a:cubicBezTo>
                  <a:lnTo>
                    <a:pt x="2325925" y="551451"/>
                  </a:lnTo>
                  <a:cubicBezTo>
                    <a:pt x="2325925" y="567258"/>
                    <a:pt x="2313111" y="580071"/>
                    <a:pt x="2297305" y="580071"/>
                  </a:cubicBezTo>
                  <a:lnTo>
                    <a:pt x="28620" y="580071"/>
                  </a:lnTo>
                  <a:cubicBezTo>
                    <a:pt x="12813" y="580071"/>
                    <a:pt x="0" y="567258"/>
                    <a:pt x="0" y="551451"/>
                  </a:cubicBezTo>
                  <a:lnTo>
                    <a:pt x="0" y="28620"/>
                  </a:lnTo>
                  <a:cubicBezTo>
                    <a:pt x="0" y="12813"/>
                    <a:pt x="12813" y="0"/>
                    <a:pt x="28620" y="0"/>
                  </a:cubicBezTo>
                  <a:close/>
                </a:path>
              </a:pathLst>
            </a:custGeom>
            <a:solidFill>
              <a:srgbClr val="FFD93D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4" name="Google Shape;384;p20">
              <a:extLst>
                <a:ext uri="{FF2B5EF4-FFF2-40B4-BE49-F238E27FC236}">
                  <a16:creationId xmlns:a16="http://schemas.microsoft.com/office/drawing/2014/main" id="{A38A5AF3-6810-50DC-BA91-59C8987385D8}"/>
                </a:ext>
              </a:extLst>
            </p:cNvPr>
            <p:cNvSpPr txBox="1"/>
            <p:nvPr/>
          </p:nvSpPr>
          <p:spPr>
            <a:xfrm>
              <a:off x="0" y="-47625"/>
              <a:ext cx="2325925" cy="62769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85" name="Google Shape;385;p20">
            <a:extLst>
              <a:ext uri="{FF2B5EF4-FFF2-40B4-BE49-F238E27FC236}">
                <a16:creationId xmlns:a16="http://schemas.microsoft.com/office/drawing/2014/main" id="{45460ED5-3618-58AF-CA28-70111BE335A9}"/>
              </a:ext>
            </a:extLst>
          </p:cNvPr>
          <p:cNvGrpSpPr/>
          <p:nvPr/>
        </p:nvGrpSpPr>
        <p:grpSpPr>
          <a:xfrm>
            <a:off x="9429750" y="862533"/>
            <a:ext cx="7829550" cy="2190072"/>
            <a:chOff x="0" y="-47625"/>
            <a:chExt cx="2244026" cy="627696"/>
          </a:xfrm>
        </p:grpSpPr>
        <p:sp>
          <p:nvSpPr>
            <p:cNvPr id="386" name="Google Shape;386;p20">
              <a:extLst>
                <a:ext uri="{FF2B5EF4-FFF2-40B4-BE49-F238E27FC236}">
                  <a16:creationId xmlns:a16="http://schemas.microsoft.com/office/drawing/2014/main" id="{F9E4BDF4-FAF7-7D4E-6A80-B6ACFEBB4C9F}"/>
                </a:ext>
              </a:extLst>
            </p:cNvPr>
            <p:cNvSpPr/>
            <p:nvPr/>
          </p:nvSpPr>
          <p:spPr>
            <a:xfrm>
              <a:off x="0" y="0"/>
              <a:ext cx="2244026" cy="580071"/>
            </a:xfrm>
            <a:custGeom>
              <a:avLst/>
              <a:gdLst/>
              <a:ahLst/>
              <a:cxnLst/>
              <a:rect l="l" t="t" r="r" b="b"/>
              <a:pathLst>
                <a:path w="2244026" h="580071" extrusionOk="0">
                  <a:moveTo>
                    <a:pt x="29664" y="0"/>
                  </a:moveTo>
                  <a:lnTo>
                    <a:pt x="2214362" y="0"/>
                  </a:lnTo>
                  <a:cubicBezTo>
                    <a:pt x="2222229" y="0"/>
                    <a:pt x="2229774" y="3125"/>
                    <a:pt x="2235338" y="8688"/>
                  </a:cubicBezTo>
                  <a:cubicBezTo>
                    <a:pt x="2240901" y="14252"/>
                    <a:pt x="2244026" y="21797"/>
                    <a:pt x="2244026" y="29664"/>
                  </a:cubicBezTo>
                  <a:lnTo>
                    <a:pt x="2244026" y="550407"/>
                  </a:lnTo>
                  <a:cubicBezTo>
                    <a:pt x="2244026" y="558274"/>
                    <a:pt x="2240901" y="565820"/>
                    <a:pt x="2235338" y="571383"/>
                  </a:cubicBezTo>
                  <a:cubicBezTo>
                    <a:pt x="2229774" y="576946"/>
                    <a:pt x="2222229" y="580071"/>
                    <a:pt x="2214362" y="580071"/>
                  </a:cubicBezTo>
                  <a:lnTo>
                    <a:pt x="29664" y="580071"/>
                  </a:lnTo>
                  <a:cubicBezTo>
                    <a:pt x="21797" y="580071"/>
                    <a:pt x="14252" y="576946"/>
                    <a:pt x="8688" y="571383"/>
                  </a:cubicBezTo>
                  <a:cubicBezTo>
                    <a:pt x="3125" y="565820"/>
                    <a:pt x="0" y="558274"/>
                    <a:pt x="0" y="550407"/>
                  </a:cubicBezTo>
                  <a:lnTo>
                    <a:pt x="0" y="29664"/>
                  </a:lnTo>
                  <a:cubicBezTo>
                    <a:pt x="0" y="21797"/>
                    <a:pt x="3125" y="14252"/>
                    <a:pt x="8688" y="8688"/>
                  </a:cubicBezTo>
                  <a:cubicBezTo>
                    <a:pt x="14252" y="3125"/>
                    <a:pt x="21797" y="0"/>
                    <a:pt x="29664" y="0"/>
                  </a:cubicBezTo>
                  <a:close/>
                </a:path>
              </a:pathLst>
            </a:custGeom>
            <a:solidFill>
              <a:srgbClr val="FFFFFF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" name="Google Shape;387;p20">
              <a:extLst>
                <a:ext uri="{FF2B5EF4-FFF2-40B4-BE49-F238E27FC236}">
                  <a16:creationId xmlns:a16="http://schemas.microsoft.com/office/drawing/2014/main" id="{CE0C4C32-77E0-E0CF-A4BA-E9A0EAD1E114}"/>
                </a:ext>
              </a:extLst>
            </p:cNvPr>
            <p:cNvSpPr txBox="1"/>
            <p:nvPr/>
          </p:nvSpPr>
          <p:spPr>
            <a:xfrm>
              <a:off x="0" y="-47625"/>
              <a:ext cx="2244026" cy="62769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88" name="Google Shape;388;p20">
            <a:extLst>
              <a:ext uri="{FF2B5EF4-FFF2-40B4-BE49-F238E27FC236}">
                <a16:creationId xmlns:a16="http://schemas.microsoft.com/office/drawing/2014/main" id="{4C860649-E730-4B1F-78CE-13FE4E2701DC}"/>
              </a:ext>
            </a:extLst>
          </p:cNvPr>
          <p:cNvSpPr txBox="1"/>
          <p:nvPr/>
        </p:nvSpPr>
        <p:spPr>
          <a:xfrm>
            <a:off x="2573139" y="1653128"/>
            <a:ext cx="5026500" cy="923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0" i="0" u="none" strike="noStrike" cap="none" dirty="0" err="1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Tahapan</a:t>
            </a:r>
            <a:r>
              <a:rPr lang="en-US" sz="7500" i="0" u="none" strike="noStrike" cap="none" dirty="0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 1.2</a:t>
            </a:r>
            <a:endParaRPr dirty="0">
              <a:latin typeface="Concert One"/>
              <a:ea typeface="Concert One"/>
              <a:cs typeface="Concert One"/>
              <a:sym typeface="Concert One"/>
            </a:endParaRPr>
          </a:p>
        </p:txBody>
      </p:sp>
      <p:sp>
        <p:nvSpPr>
          <p:cNvPr id="389" name="Google Shape;389;p20">
            <a:extLst>
              <a:ext uri="{FF2B5EF4-FFF2-40B4-BE49-F238E27FC236}">
                <a16:creationId xmlns:a16="http://schemas.microsoft.com/office/drawing/2014/main" id="{3B4B35B1-3444-EE7E-9C2B-2F8C2AD4CD59}"/>
              </a:ext>
            </a:extLst>
          </p:cNvPr>
          <p:cNvSpPr txBox="1"/>
          <p:nvPr/>
        </p:nvSpPr>
        <p:spPr>
          <a:xfrm>
            <a:off x="10081055" y="1837787"/>
            <a:ext cx="65268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599" i="0" u="none" strike="noStrike" cap="none" dirty="0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Set up Project</a:t>
            </a:r>
            <a:endParaRPr dirty="0">
              <a:latin typeface="Concert One"/>
              <a:ea typeface="Concert One"/>
              <a:cs typeface="Concert One"/>
              <a:sym typeface="Concert One"/>
            </a:endParaRPr>
          </a:p>
        </p:txBody>
      </p:sp>
      <p:grpSp>
        <p:nvGrpSpPr>
          <p:cNvPr id="390" name="Google Shape;390;p20">
            <a:extLst>
              <a:ext uri="{FF2B5EF4-FFF2-40B4-BE49-F238E27FC236}">
                <a16:creationId xmlns:a16="http://schemas.microsoft.com/office/drawing/2014/main" id="{EE10AD82-4A6D-441C-7A0D-E599C6E3FC63}"/>
              </a:ext>
            </a:extLst>
          </p:cNvPr>
          <p:cNvGrpSpPr/>
          <p:nvPr/>
        </p:nvGrpSpPr>
        <p:grpSpPr>
          <a:xfrm>
            <a:off x="1010227" y="3167711"/>
            <a:ext cx="5226008" cy="1452959"/>
            <a:chOff x="0" y="-47625"/>
            <a:chExt cx="1497825" cy="416432"/>
          </a:xfrm>
        </p:grpSpPr>
        <p:sp>
          <p:nvSpPr>
            <p:cNvPr id="391" name="Google Shape;391;p20">
              <a:extLst>
                <a:ext uri="{FF2B5EF4-FFF2-40B4-BE49-F238E27FC236}">
                  <a16:creationId xmlns:a16="http://schemas.microsoft.com/office/drawing/2014/main" id="{440EA5AB-5143-9318-7AE8-7443F8147385}"/>
                </a:ext>
              </a:extLst>
            </p:cNvPr>
            <p:cNvSpPr/>
            <p:nvPr/>
          </p:nvSpPr>
          <p:spPr>
            <a:xfrm>
              <a:off x="0" y="0"/>
              <a:ext cx="1497825" cy="368807"/>
            </a:xfrm>
            <a:custGeom>
              <a:avLst/>
              <a:gdLst/>
              <a:ahLst/>
              <a:cxnLst/>
              <a:rect l="l" t="t" r="r" b="b"/>
              <a:pathLst>
                <a:path w="1497825" h="368807" extrusionOk="0">
                  <a:moveTo>
                    <a:pt x="44443" y="0"/>
                  </a:moveTo>
                  <a:lnTo>
                    <a:pt x="1453383" y="0"/>
                  </a:lnTo>
                  <a:cubicBezTo>
                    <a:pt x="1477928" y="0"/>
                    <a:pt x="1497825" y="19898"/>
                    <a:pt x="1497825" y="44443"/>
                  </a:cubicBezTo>
                  <a:lnTo>
                    <a:pt x="1497825" y="324365"/>
                  </a:lnTo>
                  <a:cubicBezTo>
                    <a:pt x="1497825" y="348910"/>
                    <a:pt x="1477928" y="368807"/>
                    <a:pt x="1453383" y="368807"/>
                  </a:cubicBezTo>
                  <a:lnTo>
                    <a:pt x="44443" y="368807"/>
                  </a:lnTo>
                  <a:cubicBezTo>
                    <a:pt x="32656" y="368807"/>
                    <a:pt x="21352" y="364125"/>
                    <a:pt x="13017" y="355790"/>
                  </a:cubicBezTo>
                  <a:cubicBezTo>
                    <a:pt x="4682" y="347456"/>
                    <a:pt x="0" y="336152"/>
                    <a:pt x="0" y="324365"/>
                  </a:cubicBezTo>
                  <a:lnTo>
                    <a:pt x="0" y="44443"/>
                  </a:lnTo>
                  <a:cubicBezTo>
                    <a:pt x="0" y="32656"/>
                    <a:pt x="4682" y="21352"/>
                    <a:pt x="13017" y="13017"/>
                  </a:cubicBezTo>
                  <a:cubicBezTo>
                    <a:pt x="21352" y="4682"/>
                    <a:pt x="32656" y="0"/>
                    <a:pt x="44443" y="0"/>
                  </a:cubicBezTo>
                  <a:close/>
                </a:path>
              </a:pathLst>
            </a:custGeom>
            <a:solidFill>
              <a:srgbClr val="FF6F61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2" name="Google Shape;392;p20">
              <a:extLst>
                <a:ext uri="{FF2B5EF4-FFF2-40B4-BE49-F238E27FC236}">
                  <a16:creationId xmlns:a16="http://schemas.microsoft.com/office/drawing/2014/main" id="{9F4C9986-F912-16C5-8FAF-64534E92E2FD}"/>
                </a:ext>
              </a:extLst>
            </p:cNvPr>
            <p:cNvSpPr txBox="1"/>
            <p:nvPr/>
          </p:nvSpPr>
          <p:spPr>
            <a:xfrm>
              <a:off x="0" y="-47625"/>
              <a:ext cx="1497825" cy="4164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93" name="Google Shape;393;p20">
            <a:extLst>
              <a:ext uri="{FF2B5EF4-FFF2-40B4-BE49-F238E27FC236}">
                <a16:creationId xmlns:a16="http://schemas.microsoft.com/office/drawing/2014/main" id="{03631EC0-A946-2950-66F2-CA354F16F649}"/>
              </a:ext>
            </a:extLst>
          </p:cNvPr>
          <p:cNvGrpSpPr/>
          <p:nvPr/>
        </p:nvGrpSpPr>
        <p:grpSpPr>
          <a:xfrm>
            <a:off x="6521856" y="3167711"/>
            <a:ext cx="5226008" cy="1452959"/>
            <a:chOff x="0" y="-47625"/>
            <a:chExt cx="1497825" cy="416432"/>
          </a:xfrm>
        </p:grpSpPr>
        <p:sp>
          <p:nvSpPr>
            <p:cNvPr id="394" name="Google Shape;394;p20">
              <a:extLst>
                <a:ext uri="{FF2B5EF4-FFF2-40B4-BE49-F238E27FC236}">
                  <a16:creationId xmlns:a16="http://schemas.microsoft.com/office/drawing/2014/main" id="{5C7F53AA-5DB3-372E-28CF-036B246FE21A}"/>
                </a:ext>
              </a:extLst>
            </p:cNvPr>
            <p:cNvSpPr/>
            <p:nvPr/>
          </p:nvSpPr>
          <p:spPr>
            <a:xfrm>
              <a:off x="0" y="0"/>
              <a:ext cx="1497825" cy="368807"/>
            </a:xfrm>
            <a:custGeom>
              <a:avLst/>
              <a:gdLst/>
              <a:ahLst/>
              <a:cxnLst/>
              <a:rect l="l" t="t" r="r" b="b"/>
              <a:pathLst>
                <a:path w="1497825" h="368807" extrusionOk="0">
                  <a:moveTo>
                    <a:pt x="44443" y="0"/>
                  </a:moveTo>
                  <a:lnTo>
                    <a:pt x="1453383" y="0"/>
                  </a:lnTo>
                  <a:cubicBezTo>
                    <a:pt x="1477928" y="0"/>
                    <a:pt x="1497825" y="19898"/>
                    <a:pt x="1497825" y="44443"/>
                  </a:cubicBezTo>
                  <a:lnTo>
                    <a:pt x="1497825" y="324365"/>
                  </a:lnTo>
                  <a:cubicBezTo>
                    <a:pt x="1497825" y="348910"/>
                    <a:pt x="1477928" y="368807"/>
                    <a:pt x="1453383" y="368807"/>
                  </a:cubicBezTo>
                  <a:lnTo>
                    <a:pt x="44443" y="368807"/>
                  </a:lnTo>
                  <a:cubicBezTo>
                    <a:pt x="32656" y="368807"/>
                    <a:pt x="21352" y="364125"/>
                    <a:pt x="13017" y="355790"/>
                  </a:cubicBezTo>
                  <a:cubicBezTo>
                    <a:pt x="4682" y="347456"/>
                    <a:pt x="0" y="336152"/>
                    <a:pt x="0" y="324365"/>
                  </a:cubicBezTo>
                  <a:lnTo>
                    <a:pt x="0" y="44443"/>
                  </a:lnTo>
                  <a:cubicBezTo>
                    <a:pt x="0" y="32656"/>
                    <a:pt x="4682" y="21352"/>
                    <a:pt x="13017" y="13017"/>
                  </a:cubicBezTo>
                  <a:cubicBezTo>
                    <a:pt x="21352" y="4682"/>
                    <a:pt x="32656" y="0"/>
                    <a:pt x="44443" y="0"/>
                  </a:cubicBezTo>
                  <a:close/>
                </a:path>
              </a:pathLst>
            </a:custGeom>
            <a:solidFill>
              <a:srgbClr val="43D374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5" name="Google Shape;395;p20">
              <a:extLst>
                <a:ext uri="{FF2B5EF4-FFF2-40B4-BE49-F238E27FC236}">
                  <a16:creationId xmlns:a16="http://schemas.microsoft.com/office/drawing/2014/main" id="{0AC0DFBF-C7CC-99E9-CB7C-39D163886E84}"/>
                </a:ext>
              </a:extLst>
            </p:cNvPr>
            <p:cNvSpPr txBox="1"/>
            <p:nvPr/>
          </p:nvSpPr>
          <p:spPr>
            <a:xfrm>
              <a:off x="0" y="-47625"/>
              <a:ext cx="1497825" cy="4164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96" name="Google Shape;396;p20">
            <a:extLst>
              <a:ext uri="{FF2B5EF4-FFF2-40B4-BE49-F238E27FC236}">
                <a16:creationId xmlns:a16="http://schemas.microsoft.com/office/drawing/2014/main" id="{979BD618-BB2C-59B6-27EE-98712BBD2E14}"/>
              </a:ext>
            </a:extLst>
          </p:cNvPr>
          <p:cNvGrpSpPr/>
          <p:nvPr/>
        </p:nvGrpSpPr>
        <p:grpSpPr>
          <a:xfrm>
            <a:off x="12033292" y="3167711"/>
            <a:ext cx="5226008" cy="1452959"/>
            <a:chOff x="0" y="-47625"/>
            <a:chExt cx="1497825" cy="416432"/>
          </a:xfrm>
        </p:grpSpPr>
        <p:sp>
          <p:nvSpPr>
            <p:cNvPr id="397" name="Google Shape;397;p20">
              <a:extLst>
                <a:ext uri="{FF2B5EF4-FFF2-40B4-BE49-F238E27FC236}">
                  <a16:creationId xmlns:a16="http://schemas.microsoft.com/office/drawing/2014/main" id="{451166D3-4877-43F1-CAAA-55E6081032EA}"/>
                </a:ext>
              </a:extLst>
            </p:cNvPr>
            <p:cNvSpPr/>
            <p:nvPr/>
          </p:nvSpPr>
          <p:spPr>
            <a:xfrm>
              <a:off x="0" y="0"/>
              <a:ext cx="1497825" cy="368807"/>
            </a:xfrm>
            <a:custGeom>
              <a:avLst/>
              <a:gdLst/>
              <a:ahLst/>
              <a:cxnLst/>
              <a:rect l="l" t="t" r="r" b="b"/>
              <a:pathLst>
                <a:path w="1497825" h="368807" extrusionOk="0">
                  <a:moveTo>
                    <a:pt x="44443" y="0"/>
                  </a:moveTo>
                  <a:lnTo>
                    <a:pt x="1453383" y="0"/>
                  </a:lnTo>
                  <a:cubicBezTo>
                    <a:pt x="1477928" y="0"/>
                    <a:pt x="1497825" y="19898"/>
                    <a:pt x="1497825" y="44443"/>
                  </a:cubicBezTo>
                  <a:lnTo>
                    <a:pt x="1497825" y="324365"/>
                  </a:lnTo>
                  <a:cubicBezTo>
                    <a:pt x="1497825" y="348910"/>
                    <a:pt x="1477928" y="368807"/>
                    <a:pt x="1453383" y="368807"/>
                  </a:cubicBezTo>
                  <a:lnTo>
                    <a:pt x="44443" y="368807"/>
                  </a:lnTo>
                  <a:cubicBezTo>
                    <a:pt x="32656" y="368807"/>
                    <a:pt x="21352" y="364125"/>
                    <a:pt x="13017" y="355790"/>
                  </a:cubicBezTo>
                  <a:cubicBezTo>
                    <a:pt x="4682" y="347456"/>
                    <a:pt x="0" y="336152"/>
                    <a:pt x="0" y="324365"/>
                  </a:cubicBezTo>
                  <a:lnTo>
                    <a:pt x="0" y="44443"/>
                  </a:lnTo>
                  <a:cubicBezTo>
                    <a:pt x="0" y="32656"/>
                    <a:pt x="4682" y="21352"/>
                    <a:pt x="13017" y="13017"/>
                  </a:cubicBezTo>
                  <a:cubicBezTo>
                    <a:pt x="21352" y="4682"/>
                    <a:pt x="32656" y="0"/>
                    <a:pt x="44443" y="0"/>
                  </a:cubicBezTo>
                  <a:close/>
                </a:path>
              </a:pathLst>
            </a:custGeom>
            <a:solidFill>
              <a:srgbClr val="7FDAFF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" name="Google Shape;398;p20">
              <a:extLst>
                <a:ext uri="{FF2B5EF4-FFF2-40B4-BE49-F238E27FC236}">
                  <a16:creationId xmlns:a16="http://schemas.microsoft.com/office/drawing/2014/main" id="{B57FEB37-393B-D12F-1428-26F22A400DEE}"/>
                </a:ext>
              </a:extLst>
            </p:cNvPr>
            <p:cNvSpPr txBox="1"/>
            <p:nvPr/>
          </p:nvSpPr>
          <p:spPr>
            <a:xfrm>
              <a:off x="0" y="-47625"/>
              <a:ext cx="1497825" cy="4164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99" name="Google Shape;399;p20">
            <a:extLst>
              <a:ext uri="{FF2B5EF4-FFF2-40B4-BE49-F238E27FC236}">
                <a16:creationId xmlns:a16="http://schemas.microsoft.com/office/drawing/2014/main" id="{DAD8E274-4E51-FD6B-1CB0-C3142A8FE4CB}"/>
              </a:ext>
            </a:extLst>
          </p:cNvPr>
          <p:cNvSpPr txBox="1"/>
          <p:nvPr/>
        </p:nvSpPr>
        <p:spPr>
          <a:xfrm>
            <a:off x="1256282" y="3600342"/>
            <a:ext cx="4401743" cy="8617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i="0" u="none" strike="noStrike" cap="none" dirty="0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1.Membuat Frontend &amp; backend </a:t>
            </a:r>
            <a:r>
              <a:rPr lang="en-US" sz="2800" i="0" u="none" strike="noStrike" cap="none" dirty="0" err="1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Terpisah</a:t>
            </a:r>
            <a:endParaRPr sz="2800" dirty="0">
              <a:latin typeface="Concert One"/>
              <a:ea typeface="Concert One"/>
              <a:cs typeface="Concert One"/>
              <a:sym typeface="Concert One"/>
            </a:endParaRPr>
          </a:p>
        </p:txBody>
      </p:sp>
      <p:sp>
        <p:nvSpPr>
          <p:cNvPr id="400" name="Google Shape;400;p20">
            <a:extLst>
              <a:ext uri="{FF2B5EF4-FFF2-40B4-BE49-F238E27FC236}">
                <a16:creationId xmlns:a16="http://schemas.microsoft.com/office/drawing/2014/main" id="{2CA9F4D4-167D-5E3A-1106-FA1B1AC7CD90}"/>
              </a:ext>
            </a:extLst>
          </p:cNvPr>
          <p:cNvSpPr txBox="1"/>
          <p:nvPr/>
        </p:nvSpPr>
        <p:spPr>
          <a:xfrm>
            <a:off x="6643780" y="3546387"/>
            <a:ext cx="4982159" cy="8617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i="0" u="none" strike="noStrike" cap="none" dirty="0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2.Membuat Frontend </a:t>
            </a:r>
            <a:r>
              <a:rPr lang="en-US" sz="2800" i="0" u="none" strike="noStrike" cap="none" dirty="0" err="1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dengan</a:t>
            </a:r>
            <a:r>
              <a:rPr lang="en-US" sz="2800" i="0" u="none" strike="noStrike" cap="none" dirty="0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 react </a:t>
            </a:r>
            <a:r>
              <a:rPr lang="en-US" sz="2800" i="0" u="none" strike="noStrike" cap="none" dirty="0" err="1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melalui</a:t>
            </a:r>
            <a:r>
              <a:rPr lang="en-US" sz="2800" i="0" u="none" strike="noStrike" cap="none" dirty="0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 </a:t>
            </a:r>
            <a:r>
              <a:rPr lang="en-US" sz="2800" i="0" u="none" strike="noStrike" cap="none" dirty="0" err="1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vite</a:t>
            </a:r>
            <a:endParaRPr sz="2800" dirty="0">
              <a:latin typeface="Concert One"/>
              <a:ea typeface="Concert One"/>
              <a:cs typeface="Concert One"/>
              <a:sym typeface="Concert One"/>
            </a:endParaRPr>
          </a:p>
        </p:txBody>
      </p:sp>
      <p:sp>
        <p:nvSpPr>
          <p:cNvPr id="401" name="Google Shape;401;p20">
            <a:extLst>
              <a:ext uri="{FF2B5EF4-FFF2-40B4-BE49-F238E27FC236}">
                <a16:creationId xmlns:a16="http://schemas.microsoft.com/office/drawing/2014/main" id="{C7104E35-AA8C-766A-9AE2-8830B1B3F1FB}"/>
              </a:ext>
            </a:extLst>
          </p:cNvPr>
          <p:cNvSpPr txBox="1"/>
          <p:nvPr/>
        </p:nvSpPr>
        <p:spPr>
          <a:xfrm>
            <a:off x="12368218" y="3700339"/>
            <a:ext cx="4556033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i="0" u="none" strike="noStrike" cap="none" dirty="0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3.Jalankan Vite</a:t>
            </a:r>
            <a:endParaRPr sz="2800" dirty="0">
              <a:latin typeface="Concert One"/>
              <a:ea typeface="Concert One"/>
              <a:cs typeface="Concert One"/>
              <a:sym typeface="Concert One"/>
            </a:endParaRPr>
          </a:p>
        </p:txBody>
      </p:sp>
      <p:sp>
        <p:nvSpPr>
          <p:cNvPr id="3" name="Google Shape;402;p20">
            <a:extLst>
              <a:ext uri="{FF2B5EF4-FFF2-40B4-BE49-F238E27FC236}">
                <a16:creationId xmlns:a16="http://schemas.microsoft.com/office/drawing/2014/main" id="{C200CFE8-3658-B4D9-A16E-199D9ADB2AAF}"/>
              </a:ext>
            </a:extLst>
          </p:cNvPr>
          <p:cNvSpPr txBox="1"/>
          <p:nvPr/>
        </p:nvSpPr>
        <p:spPr>
          <a:xfrm>
            <a:off x="6934376" y="5537454"/>
            <a:ext cx="4069500" cy="1840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514350" marR="0" lvl="0" indent="-5143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Font typeface="+mj-lt"/>
              <a:buAutoNum type="arabicPeriod"/>
            </a:pPr>
            <a:r>
              <a:rPr lang="en-US" sz="2600" i="0" u="none" strike="noStrike" cap="none" dirty="0" err="1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Npm</a:t>
            </a:r>
            <a:r>
              <a:rPr lang="en-US" sz="2600" i="0" u="none" strike="noStrike" cap="none" dirty="0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 create </a:t>
            </a:r>
            <a:r>
              <a:rPr lang="en-US" sz="2600" i="0" u="none" strike="noStrike" cap="none" dirty="0" err="1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vite@latest</a:t>
            </a:r>
            <a:r>
              <a:rPr lang="en-US" sz="2600" i="0" u="none" strike="noStrike" cap="none" dirty="0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 frontend</a:t>
            </a:r>
          </a:p>
          <a:p>
            <a:pPr marL="514350" marR="0" lvl="0" indent="-5143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Font typeface="+mj-lt"/>
              <a:buAutoNum type="arabicPeriod"/>
            </a:pPr>
            <a:r>
              <a:rPr lang="en-US" sz="2600" dirty="0">
                <a:latin typeface="Barlow"/>
                <a:ea typeface="Barlow"/>
                <a:cs typeface="Barlow"/>
                <a:sym typeface="Barlow"/>
              </a:rPr>
              <a:t>Framework : React</a:t>
            </a:r>
          </a:p>
          <a:p>
            <a:pPr marL="514350" marR="0" lvl="0" indent="-5143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Font typeface="+mj-lt"/>
              <a:buAutoNum type="arabicPeriod"/>
            </a:pPr>
            <a:r>
              <a:rPr lang="en-US" sz="2600" i="0" u="none" strike="noStrike" cap="none" dirty="0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Variant : JavaScript</a:t>
            </a:r>
          </a:p>
        </p:txBody>
      </p:sp>
      <p:sp>
        <p:nvSpPr>
          <p:cNvPr id="5" name="Google Shape;402;p20">
            <a:extLst>
              <a:ext uri="{FF2B5EF4-FFF2-40B4-BE49-F238E27FC236}">
                <a16:creationId xmlns:a16="http://schemas.microsoft.com/office/drawing/2014/main" id="{AA07A478-CB61-3798-3F2F-5D56CF792313}"/>
              </a:ext>
            </a:extLst>
          </p:cNvPr>
          <p:cNvSpPr txBox="1"/>
          <p:nvPr/>
        </p:nvSpPr>
        <p:spPr>
          <a:xfrm>
            <a:off x="12649688" y="5524368"/>
            <a:ext cx="4069500" cy="4601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514350" marR="0" lvl="0" indent="-5143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Font typeface="+mj-lt"/>
              <a:buAutoNum type="arabicPeriod"/>
            </a:pPr>
            <a:r>
              <a:rPr lang="en-US" sz="2600" i="0" u="none" strike="noStrike" cap="none" dirty="0" err="1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Npm</a:t>
            </a:r>
            <a:r>
              <a:rPr lang="en-US" sz="2600" i="0" u="none" strike="noStrike" cap="none" dirty="0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 run dev</a:t>
            </a:r>
          </a:p>
        </p:txBody>
      </p:sp>
      <p:sp>
        <p:nvSpPr>
          <p:cNvPr id="4" name="Google Shape;360;p19">
            <a:extLst>
              <a:ext uri="{FF2B5EF4-FFF2-40B4-BE49-F238E27FC236}">
                <a16:creationId xmlns:a16="http://schemas.microsoft.com/office/drawing/2014/main" id="{9E98079E-2E5E-02FE-2C6E-E8395AAE0847}"/>
              </a:ext>
            </a:extLst>
          </p:cNvPr>
          <p:cNvSpPr txBox="1"/>
          <p:nvPr/>
        </p:nvSpPr>
        <p:spPr>
          <a:xfrm>
            <a:off x="1376380" y="5143500"/>
            <a:ext cx="5267400" cy="3939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i="0" u="none" strike="noStrike" cap="none" dirty="0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Frontend</a:t>
            </a:r>
          </a:p>
        </p:txBody>
      </p:sp>
      <p:sp>
        <p:nvSpPr>
          <p:cNvPr id="7" name="Google Shape;361;p19">
            <a:extLst>
              <a:ext uri="{FF2B5EF4-FFF2-40B4-BE49-F238E27FC236}">
                <a16:creationId xmlns:a16="http://schemas.microsoft.com/office/drawing/2014/main" id="{309BB5A3-E41D-FD11-8495-0451CD0796CB}"/>
              </a:ext>
            </a:extLst>
          </p:cNvPr>
          <p:cNvSpPr txBox="1"/>
          <p:nvPr/>
        </p:nvSpPr>
        <p:spPr>
          <a:xfrm>
            <a:off x="1359892" y="5558620"/>
            <a:ext cx="4958400" cy="4601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561341" marR="0" lvl="1" indent="-280669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Barlow"/>
              <a:buChar char="•"/>
            </a:pPr>
            <a:r>
              <a:rPr lang="en-US" sz="2600" i="0" u="none" strike="noStrike" cap="none" dirty="0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UI &amp; UX</a:t>
            </a:r>
            <a:endParaRPr dirty="0">
              <a:latin typeface="Barlow"/>
              <a:ea typeface="Barlow"/>
              <a:cs typeface="Barlow"/>
              <a:sym typeface="Barlow"/>
            </a:endParaRPr>
          </a:p>
        </p:txBody>
      </p:sp>
      <p:sp>
        <p:nvSpPr>
          <p:cNvPr id="9" name="Google Shape;360;p19">
            <a:extLst>
              <a:ext uri="{FF2B5EF4-FFF2-40B4-BE49-F238E27FC236}">
                <a16:creationId xmlns:a16="http://schemas.microsoft.com/office/drawing/2014/main" id="{5E4A550A-2808-2C08-9CD0-6B75B389C8A6}"/>
              </a:ext>
            </a:extLst>
          </p:cNvPr>
          <p:cNvSpPr txBox="1"/>
          <p:nvPr/>
        </p:nvSpPr>
        <p:spPr>
          <a:xfrm>
            <a:off x="1390688" y="6294169"/>
            <a:ext cx="5267400" cy="3939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i="0" u="none" strike="noStrike" cap="none" dirty="0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Backend</a:t>
            </a:r>
          </a:p>
        </p:txBody>
      </p:sp>
      <p:sp>
        <p:nvSpPr>
          <p:cNvPr id="11" name="Google Shape;361;p19">
            <a:extLst>
              <a:ext uri="{FF2B5EF4-FFF2-40B4-BE49-F238E27FC236}">
                <a16:creationId xmlns:a16="http://schemas.microsoft.com/office/drawing/2014/main" id="{BD4E36A4-9474-32EC-3E83-6622A8E1BD57}"/>
              </a:ext>
            </a:extLst>
          </p:cNvPr>
          <p:cNvSpPr txBox="1"/>
          <p:nvPr/>
        </p:nvSpPr>
        <p:spPr>
          <a:xfrm>
            <a:off x="1374200" y="6709289"/>
            <a:ext cx="4958400" cy="4601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561341" marR="0" lvl="1" indent="-280669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Barlow"/>
              <a:buChar char="•"/>
            </a:pPr>
            <a:r>
              <a:rPr lang="en-US" sz="2600" i="0" u="none" strike="noStrike" cap="none" dirty="0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Database &amp; API</a:t>
            </a:r>
            <a:endParaRPr dirty="0">
              <a:latin typeface="Barlow"/>
              <a:ea typeface="Barlow"/>
              <a:cs typeface="Barlow"/>
              <a:sym typeface="Barlow"/>
            </a:endParaRPr>
          </a:p>
        </p:txBody>
      </p:sp>
      <p:sp>
        <p:nvSpPr>
          <p:cNvPr id="13" name="Google Shape;360;p19">
            <a:extLst>
              <a:ext uri="{FF2B5EF4-FFF2-40B4-BE49-F238E27FC236}">
                <a16:creationId xmlns:a16="http://schemas.microsoft.com/office/drawing/2014/main" id="{EE287713-5A59-4B73-7949-B4B429446F13}"/>
              </a:ext>
            </a:extLst>
          </p:cNvPr>
          <p:cNvSpPr txBox="1"/>
          <p:nvPr/>
        </p:nvSpPr>
        <p:spPr>
          <a:xfrm>
            <a:off x="6842176" y="5121442"/>
            <a:ext cx="5267400" cy="3939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i="0" u="none" strike="noStrike" cap="none" dirty="0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Install React Vite</a:t>
            </a:r>
          </a:p>
        </p:txBody>
      </p:sp>
      <p:sp>
        <p:nvSpPr>
          <p:cNvPr id="15" name="Google Shape;360;p19">
            <a:extLst>
              <a:ext uri="{FF2B5EF4-FFF2-40B4-BE49-F238E27FC236}">
                <a16:creationId xmlns:a16="http://schemas.microsoft.com/office/drawing/2014/main" id="{8890F995-C19F-BF86-9AA5-337D7E9F9E76}"/>
              </a:ext>
            </a:extLst>
          </p:cNvPr>
          <p:cNvSpPr txBox="1"/>
          <p:nvPr/>
        </p:nvSpPr>
        <p:spPr>
          <a:xfrm>
            <a:off x="12368218" y="5088157"/>
            <a:ext cx="5267400" cy="3939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i="0" u="none" strike="noStrike" cap="none" dirty="0" err="1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Menjalankan</a:t>
            </a:r>
            <a:r>
              <a:rPr lang="en-US" sz="3200" i="0" u="none" strike="noStrike" cap="none" dirty="0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 React</a:t>
            </a:r>
          </a:p>
        </p:txBody>
      </p:sp>
    </p:spTree>
    <p:extLst>
      <p:ext uri="{BB962C8B-B14F-4D97-AF65-F5344CB8AC3E}">
        <p14:creationId xmlns:p14="http://schemas.microsoft.com/office/powerpoint/2010/main" val="404004197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3D374"/>
        </a:solidFill>
        <a:effectLst/>
      </p:bgPr>
    </p:bg>
    <p:spTree>
      <p:nvGrpSpPr>
        <p:cNvPr id="1" name="Shape 328">
          <a:extLst>
            <a:ext uri="{FF2B5EF4-FFF2-40B4-BE49-F238E27FC236}">
              <a16:creationId xmlns:a16="http://schemas.microsoft.com/office/drawing/2014/main" id="{1BA7FBF7-F9B5-9412-0F61-66788A7998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9" name="Google Shape;329;p19">
            <a:extLst>
              <a:ext uri="{FF2B5EF4-FFF2-40B4-BE49-F238E27FC236}">
                <a16:creationId xmlns:a16="http://schemas.microsoft.com/office/drawing/2014/main" id="{42D1DA1A-533C-5F40-82D6-1AB4A014EAD8}"/>
              </a:ext>
            </a:extLst>
          </p:cNvPr>
          <p:cNvGrpSpPr/>
          <p:nvPr/>
        </p:nvGrpSpPr>
        <p:grpSpPr>
          <a:xfrm>
            <a:off x="1028700" y="862533"/>
            <a:ext cx="7829550" cy="2190072"/>
            <a:chOff x="0" y="-47625"/>
            <a:chExt cx="2244026" cy="627696"/>
          </a:xfrm>
        </p:grpSpPr>
        <p:sp>
          <p:nvSpPr>
            <p:cNvPr id="330" name="Google Shape;330;p19">
              <a:extLst>
                <a:ext uri="{FF2B5EF4-FFF2-40B4-BE49-F238E27FC236}">
                  <a16:creationId xmlns:a16="http://schemas.microsoft.com/office/drawing/2014/main" id="{5D9AFCA7-01F1-58A9-DF98-9EE69C17CEAC}"/>
                </a:ext>
              </a:extLst>
            </p:cNvPr>
            <p:cNvSpPr/>
            <p:nvPr/>
          </p:nvSpPr>
          <p:spPr>
            <a:xfrm>
              <a:off x="0" y="0"/>
              <a:ext cx="2244026" cy="580071"/>
            </a:xfrm>
            <a:custGeom>
              <a:avLst/>
              <a:gdLst/>
              <a:ahLst/>
              <a:cxnLst/>
              <a:rect l="l" t="t" r="r" b="b"/>
              <a:pathLst>
                <a:path w="2244026" h="580071" extrusionOk="0">
                  <a:moveTo>
                    <a:pt x="29664" y="0"/>
                  </a:moveTo>
                  <a:lnTo>
                    <a:pt x="2214362" y="0"/>
                  </a:lnTo>
                  <a:cubicBezTo>
                    <a:pt x="2222229" y="0"/>
                    <a:pt x="2229774" y="3125"/>
                    <a:pt x="2235338" y="8688"/>
                  </a:cubicBezTo>
                  <a:cubicBezTo>
                    <a:pt x="2240901" y="14252"/>
                    <a:pt x="2244026" y="21797"/>
                    <a:pt x="2244026" y="29664"/>
                  </a:cubicBezTo>
                  <a:lnTo>
                    <a:pt x="2244026" y="550407"/>
                  </a:lnTo>
                  <a:cubicBezTo>
                    <a:pt x="2244026" y="558274"/>
                    <a:pt x="2240901" y="565820"/>
                    <a:pt x="2235338" y="571383"/>
                  </a:cubicBezTo>
                  <a:cubicBezTo>
                    <a:pt x="2229774" y="576946"/>
                    <a:pt x="2222229" y="580071"/>
                    <a:pt x="2214362" y="580071"/>
                  </a:cubicBezTo>
                  <a:lnTo>
                    <a:pt x="29664" y="580071"/>
                  </a:lnTo>
                  <a:cubicBezTo>
                    <a:pt x="21797" y="580071"/>
                    <a:pt x="14252" y="576946"/>
                    <a:pt x="8688" y="571383"/>
                  </a:cubicBezTo>
                  <a:cubicBezTo>
                    <a:pt x="3125" y="565820"/>
                    <a:pt x="0" y="558274"/>
                    <a:pt x="0" y="550407"/>
                  </a:cubicBezTo>
                  <a:lnTo>
                    <a:pt x="0" y="29664"/>
                  </a:lnTo>
                  <a:cubicBezTo>
                    <a:pt x="0" y="21797"/>
                    <a:pt x="3125" y="14252"/>
                    <a:pt x="8688" y="8688"/>
                  </a:cubicBezTo>
                  <a:cubicBezTo>
                    <a:pt x="14252" y="3125"/>
                    <a:pt x="21797" y="0"/>
                    <a:pt x="29664" y="0"/>
                  </a:cubicBezTo>
                  <a:close/>
                </a:path>
              </a:pathLst>
            </a:custGeom>
            <a:solidFill>
              <a:srgbClr val="7FDAFF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1" name="Google Shape;331;p19">
              <a:extLst>
                <a:ext uri="{FF2B5EF4-FFF2-40B4-BE49-F238E27FC236}">
                  <a16:creationId xmlns:a16="http://schemas.microsoft.com/office/drawing/2014/main" id="{1C60E895-2538-F7AC-C060-CF07E98DAB30}"/>
                </a:ext>
              </a:extLst>
            </p:cNvPr>
            <p:cNvSpPr txBox="1"/>
            <p:nvPr/>
          </p:nvSpPr>
          <p:spPr>
            <a:xfrm>
              <a:off x="0" y="-47625"/>
              <a:ext cx="2244026" cy="62769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32" name="Google Shape;332;p19">
            <a:extLst>
              <a:ext uri="{FF2B5EF4-FFF2-40B4-BE49-F238E27FC236}">
                <a16:creationId xmlns:a16="http://schemas.microsoft.com/office/drawing/2014/main" id="{A5063D48-465F-6452-CA8C-77B8170EA912}"/>
              </a:ext>
            </a:extLst>
          </p:cNvPr>
          <p:cNvGrpSpPr/>
          <p:nvPr/>
        </p:nvGrpSpPr>
        <p:grpSpPr>
          <a:xfrm>
            <a:off x="1028700" y="3172187"/>
            <a:ext cx="7829550" cy="6757875"/>
            <a:chOff x="0" y="-47625"/>
            <a:chExt cx="2244026" cy="746325"/>
          </a:xfrm>
        </p:grpSpPr>
        <p:sp>
          <p:nvSpPr>
            <p:cNvPr id="333" name="Google Shape;333;p19">
              <a:extLst>
                <a:ext uri="{FF2B5EF4-FFF2-40B4-BE49-F238E27FC236}">
                  <a16:creationId xmlns:a16="http://schemas.microsoft.com/office/drawing/2014/main" id="{5910AD9A-CBD2-E517-0058-9F962361247E}"/>
                </a:ext>
              </a:extLst>
            </p:cNvPr>
            <p:cNvSpPr/>
            <p:nvPr/>
          </p:nvSpPr>
          <p:spPr>
            <a:xfrm>
              <a:off x="0" y="0"/>
              <a:ext cx="2244026" cy="698700"/>
            </a:xfrm>
            <a:custGeom>
              <a:avLst/>
              <a:gdLst/>
              <a:ahLst/>
              <a:cxnLst/>
              <a:rect l="l" t="t" r="r" b="b"/>
              <a:pathLst>
                <a:path w="2244026" h="698700" extrusionOk="0">
                  <a:moveTo>
                    <a:pt x="29664" y="0"/>
                  </a:moveTo>
                  <a:lnTo>
                    <a:pt x="2214362" y="0"/>
                  </a:lnTo>
                  <a:cubicBezTo>
                    <a:pt x="2222229" y="0"/>
                    <a:pt x="2229774" y="3125"/>
                    <a:pt x="2235338" y="8688"/>
                  </a:cubicBezTo>
                  <a:cubicBezTo>
                    <a:pt x="2240901" y="14252"/>
                    <a:pt x="2244026" y="21797"/>
                    <a:pt x="2244026" y="29664"/>
                  </a:cubicBezTo>
                  <a:lnTo>
                    <a:pt x="2244026" y="669035"/>
                  </a:lnTo>
                  <a:cubicBezTo>
                    <a:pt x="2244026" y="676903"/>
                    <a:pt x="2240901" y="684448"/>
                    <a:pt x="2235338" y="690011"/>
                  </a:cubicBezTo>
                  <a:cubicBezTo>
                    <a:pt x="2229774" y="695574"/>
                    <a:pt x="2222229" y="698700"/>
                    <a:pt x="2214362" y="698700"/>
                  </a:cubicBezTo>
                  <a:lnTo>
                    <a:pt x="29664" y="698700"/>
                  </a:lnTo>
                  <a:cubicBezTo>
                    <a:pt x="21797" y="698700"/>
                    <a:pt x="14252" y="695574"/>
                    <a:pt x="8688" y="690011"/>
                  </a:cubicBezTo>
                  <a:cubicBezTo>
                    <a:pt x="3125" y="684448"/>
                    <a:pt x="0" y="676903"/>
                    <a:pt x="0" y="669035"/>
                  </a:cubicBezTo>
                  <a:lnTo>
                    <a:pt x="0" y="29664"/>
                  </a:lnTo>
                  <a:cubicBezTo>
                    <a:pt x="0" y="21797"/>
                    <a:pt x="3125" y="14252"/>
                    <a:pt x="8688" y="8688"/>
                  </a:cubicBezTo>
                  <a:cubicBezTo>
                    <a:pt x="14252" y="3125"/>
                    <a:pt x="21797" y="0"/>
                    <a:pt x="29664" y="0"/>
                  </a:cubicBezTo>
                  <a:close/>
                </a:path>
              </a:pathLst>
            </a:custGeom>
            <a:solidFill>
              <a:srgbClr val="FFFFFF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4" name="Google Shape;334;p19">
              <a:extLst>
                <a:ext uri="{FF2B5EF4-FFF2-40B4-BE49-F238E27FC236}">
                  <a16:creationId xmlns:a16="http://schemas.microsoft.com/office/drawing/2014/main" id="{55E27457-58F8-3574-5ED2-8EC68691DEF8}"/>
                </a:ext>
              </a:extLst>
            </p:cNvPr>
            <p:cNvSpPr txBox="1"/>
            <p:nvPr/>
          </p:nvSpPr>
          <p:spPr>
            <a:xfrm>
              <a:off x="0" y="-47625"/>
              <a:ext cx="2244026" cy="74632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59" name="Google Shape;359;p19">
            <a:extLst>
              <a:ext uri="{FF2B5EF4-FFF2-40B4-BE49-F238E27FC236}">
                <a16:creationId xmlns:a16="http://schemas.microsoft.com/office/drawing/2014/main" id="{55A1AC15-CF55-C8D7-D57E-3F806A9DC055}"/>
              </a:ext>
            </a:extLst>
          </p:cNvPr>
          <p:cNvSpPr txBox="1"/>
          <p:nvPr/>
        </p:nvSpPr>
        <p:spPr>
          <a:xfrm>
            <a:off x="1154191" y="1687473"/>
            <a:ext cx="7578568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i="0" u="none" strike="noStrike" cap="none" dirty="0" err="1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Catatan</a:t>
            </a:r>
            <a:r>
              <a:rPr lang="en-US" sz="6000" i="0" u="none" strike="noStrike" cap="none" dirty="0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 </a:t>
            </a:r>
            <a:r>
              <a:rPr lang="en-US" sz="6000" i="0" u="none" strike="noStrike" cap="none" dirty="0" err="1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Tahap</a:t>
            </a:r>
            <a:r>
              <a:rPr lang="en-US" sz="6000" i="0" u="none" strike="noStrike" cap="none" dirty="0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 1.2</a:t>
            </a:r>
            <a:endParaRPr sz="6000" dirty="0">
              <a:latin typeface="Concert One"/>
              <a:ea typeface="Concert One"/>
              <a:cs typeface="Concert One"/>
              <a:sym typeface="Concert One"/>
            </a:endParaRPr>
          </a:p>
        </p:txBody>
      </p:sp>
      <p:sp>
        <p:nvSpPr>
          <p:cNvPr id="360" name="Google Shape;360;p19">
            <a:extLst>
              <a:ext uri="{FF2B5EF4-FFF2-40B4-BE49-F238E27FC236}">
                <a16:creationId xmlns:a16="http://schemas.microsoft.com/office/drawing/2014/main" id="{AC7B8A9E-17A3-05BE-6B59-BC0B497B0245}"/>
              </a:ext>
            </a:extLst>
          </p:cNvPr>
          <p:cNvSpPr txBox="1"/>
          <p:nvPr/>
        </p:nvSpPr>
        <p:spPr>
          <a:xfrm>
            <a:off x="1452312" y="3809762"/>
            <a:ext cx="6982326" cy="7879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i="0" u="none" strike="noStrike" cap="none" dirty="0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Fundamental – Library vs Framework vs tools</a:t>
            </a:r>
            <a:endParaRPr dirty="0">
              <a:latin typeface="Concert One"/>
              <a:ea typeface="Concert One"/>
              <a:cs typeface="Concert One"/>
              <a:sym typeface="Concert One"/>
            </a:endParaRPr>
          </a:p>
        </p:txBody>
      </p:sp>
      <p:sp>
        <p:nvSpPr>
          <p:cNvPr id="361" name="Google Shape;361;p19">
            <a:extLst>
              <a:ext uri="{FF2B5EF4-FFF2-40B4-BE49-F238E27FC236}">
                <a16:creationId xmlns:a16="http://schemas.microsoft.com/office/drawing/2014/main" id="{F0E3CEE6-A225-BEEB-8BEB-6391E5961A1A}"/>
              </a:ext>
            </a:extLst>
          </p:cNvPr>
          <p:cNvSpPr txBox="1"/>
          <p:nvPr/>
        </p:nvSpPr>
        <p:spPr>
          <a:xfrm>
            <a:off x="1600200" y="4766881"/>
            <a:ext cx="4958400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561341" lvl="1" indent="-280669">
              <a:buSzPts val="2600"/>
              <a:buFont typeface="Barlow"/>
              <a:buChar char="•"/>
            </a:pPr>
            <a:r>
              <a:rPr lang="en-US" sz="2600" b="1" dirty="0">
                <a:latin typeface="Barlow"/>
                <a:ea typeface="Barlow"/>
                <a:cs typeface="Barlow"/>
                <a:sym typeface="Barlow"/>
              </a:rPr>
              <a:t>Library</a:t>
            </a:r>
          </a:p>
        </p:txBody>
      </p:sp>
      <p:grpSp>
        <p:nvGrpSpPr>
          <p:cNvPr id="2" name="Google Shape;332;p19">
            <a:extLst>
              <a:ext uri="{FF2B5EF4-FFF2-40B4-BE49-F238E27FC236}">
                <a16:creationId xmlns:a16="http://schemas.microsoft.com/office/drawing/2014/main" id="{E4E37519-7A0F-CD42-2B65-D242B7CEB8EA}"/>
              </a:ext>
            </a:extLst>
          </p:cNvPr>
          <p:cNvGrpSpPr/>
          <p:nvPr/>
        </p:nvGrpSpPr>
        <p:grpSpPr>
          <a:xfrm>
            <a:off x="9429750" y="862533"/>
            <a:ext cx="7829550" cy="2603977"/>
            <a:chOff x="0" y="-47625"/>
            <a:chExt cx="2244026" cy="746325"/>
          </a:xfrm>
        </p:grpSpPr>
        <p:sp>
          <p:nvSpPr>
            <p:cNvPr id="3" name="Google Shape;333;p19">
              <a:extLst>
                <a:ext uri="{FF2B5EF4-FFF2-40B4-BE49-F238E27FC236}">
                  <a16:creationId xmlns:a16="http://schemas.microsoft.com/office/drawing/2014/main" id="{2D1EDA76-1C7D-1AE2-6C16-7653AD57E594}"/>
                </a:ext>
              </a:extLst>
            </p:cNvPr>
            <p:cNvSpPr/>
            <p:nvPr/>
          </p:nvSpPr>
          <p:spPr>
            <a:xfrm>
              <a:off x="0" y="0"/>
              <a:ext cx="2244026" cy="698700"/>
            </a:xfrm>
            <a:custGeom>
              <a:avLst/>
              <a:gdLst/>
              <a:ahLst/>
              <a:cxnLst/>
              <a:rect l="l" t="t" r="r" b="b"/>
              <a:pathLst>
                <a:path w="2244026" h="698700" extrusionOk="0">
                  <a:moveTo>
                    <a:pt x="29664" y="0"/>
                  </a:moveTo>
                  <a:lnTo>
                    <a:pt x="2214362" y="0"/>
                  </a:lnTo>
                  <a:cubicBezTo>
                    <a:pt x="2222229" y="0"/>
                    <a:pt x="2229774" y="3125"/>
                    <a:pt x="2235338" y="8688"/>
                  </a:cubicBezTo>
                  <a:cubicBezTo>
                    <a:pt x="2240901" y="14252"/>
                    <a:pt x="2244026" y="21797"/>
                    <a:pt x="2244026" y="29664"/>
                  </a:cubicBezTo>
                  <a:lnTo>
                    <a:pt x="2244026" y="669035"/>
                  </a:lnTo>
                  <a:cubicBezTo>
                    <a:pt x="2244026" y="676903"/>
                    <a:pt x="2240901" y="684448"/>
                    <a:pt x="2235338" y="690011"/>
                  </a:cubicBezTo>
                  <a:cubicBezTo>
                    <a:pt x="2229774" y="695574"/>
                    <a:pt x="2222229" y="698700"/>
                    <a:pt x="2214362" y="698700"/>
                  </a:cubicBezTo>
                  <a:lnTo>
                    <a:pt x="29664" y="698700"/>
                  </a:lnTo>
                  <a:cubicBezTo>
                    <a:pt x="21797" y="698700"/>
                    <a:pt x="14252" y="695574"/>
                    <a:pt x="8688" y="690011"/>
                  </a:cubicBezTo>
                  <a:cubicBezTo>
                    <a:pt x="3125" y="684448"/>
                    <a:pt x="0" y="676903"/>
                    <a:pt x="0" y="669035"/>
                  </a:cubicBezTo>
                  <a:lnTo>
                    <a:pt x="0" y="29664"/>
                  </a:lnTo>
                  <a:cubicBezTo>
                    <a:pt x="0" y="21797"/>
                    <a:pt x="3125" y="14252"/>
                    <a:pt x="8688" y="8688"/>
                  </a:cubicBezTo>
                  <a:cubicBezTo>
                    <a:pt x="14252" y="3125"/>
                    <a:pt x="21797" y="0"/>
                    <a:pt x="29664" y="0"/>
                  </a:cubicBezTo>
                  <a:close/>
                </a:path>
              </a:pathLst>
            </a:custGeom>
            <a:solidFill>
              <a:srgbClr val="FFFFFF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" name="Google Shape;334;p19">
              <a:extLst>
                <a:ext uri="{FF2B5EF4-FFF2-40B4-BE49-F238E27FC236}">
                  <a16:creationId xmlns:a16="http://schemas.microsoft.com/office/drawing/2014/main" id="{FF697876-2ED3-3CFF-E338-16C66C9C1401}"/>
                </a:ext>
              </a:extLst>
            </p:cNvPr>
            <p:cNvSpPr txBox="1"/>
            <p:nvPr/>
          </p:nvSpPr>
          <p:spPr>
            <a:xfrm>
              <a:off x="0" y="-47625"/>
              <a:ext cx="2244026" cy="74632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8" name="Google Shape;332;p19">
            <a:extLst>
              <a:ext uri="{FF2B5EF4-FFF2-40B4-BE49-F238E27FC236}">
                <a16:creationId xmlns:a16="http://schemas.microsoft.com/office/drawing/2014/main" id="{B6983CC9-0CE8-A54C-14F4-0CDC73A570DD}"/>
              </a:ext>
            </a:extLst>
          </p:cNvPr>
          <p:cNvGrpSpPr/>
          <p:nvPr/>
        </p:nvGrpSpPr>
        <p:grpSpPr>
          <a:xfrm>
            <a:off x="9429750" y="3632674"/>
            <a:ext cx="7829550" cy="2603977"/>
            <a:chOff x="0" y="-47625"/>
            <a:chExt cx="2244026" cy="746325"/>
          </a:xfrm>
        </p:grpSpPr>
        <p:sp>
          <p:nvSpPr>
            <p:cNvPr id="9" name="Google Shape;333;p19">
              <a:extLst>
                <a:ext uri="{FF2B5EF4-FFF2-40B4-BE49-F238E27FC236}">
                  <a16:creationId xmlns:a16="http://schemas.microsoft.com/office/drawing/2014/main" id="{25F2286F-3E70-7E9F-831D-C283FE1B9F78}"/>
                </a:ext>
              </a:extLst>
            </p:cNvPr>
            <p:cNvSpPr/>
            <p:nvPr/>
          </p:nvSpPr>
          <p:spPr>
            <a:xfrm>
              <a:off x="0" y="0"/>
              <a:ext cx="2244026" cy="698700"/>
            </a:xfrm>
            <a:custGeom>
              <a:avLst/>
              <a:gdLst/>
              <a:ahLst/>
              <a:cxnLst/>
              <a:rect l="l" t="t" r="r" b="b"/>
              <a:pathLst>
                <a:path w="2244026" h="698700" extrusionOk="0">
                  <a:moveTo>
                    <a:pt x="29664" y="0"/>
                  </a:moveTo>
                  <a:lnTo>
                    <a:pt x="2214362" y="0"/>
                  </a:lnTo>
                  <a:cubicBezTo>
                    <a:pt x="2222229" y="0"/>
                    <a:pt x="2229774" y="3125"/>
                    <a:pt x="2235338" y="8688"/>
                  </a:cubicBezTo>
                  <a:cubicBezTo>
                    <a:pt x="2240901" y="14252"/>
                    <a:pt x="2244026" y="21797"/>
                    <a:pt x="2244026" y="29664"/>
                  </a:cubicBezTo>
                  <a:lnTo>
                    <a:pt x="2244026" y="669035"/>
                  </a:lnTo>
                  <a:cubicBezTo>
                    <a:pt x="2244026" y="676903"/>
                    <a:pt x="2240901" y="684448"/>
                    <a:pt x="2235338" y="690011"/>
                  </a:cubicBezTo>
                  <a:cubicBezTo>
                    <a:pt x="2229774" y="695574"/>
                    <a:pt x="2222229" y="698700"/>
                    <a:pt x="2214362" y="698700"/>
                  </a:cubicBezTo>
                  <a:lnTo>
                    <a:pt x="29664" y="698700"/>
                  </a:lnTo>
                  <a:cubicBezTo>
                    <a:pt x="21797" y="698700"/>
                    <a:pt x="14252" y="695574"/>
                    <a:pt x="8688" y="690011"/>
                  </a:cubicBezTo>
                  <a:cubicBezTo>
                    <a:pt x="3125" y="684448"/>
                    <a:pt x="0" y="676903"/>
                    <a:pt x="0" y="669035"/>
                  </a:cubicBezTo>
                  <a:lnTo>
                    <a:pt x="0" y="29664"/>
                  </a:lnTo>
                  <a:cubicBezTo>
                    <a:pt x="0" y="21797"/>
                    <a:pt x="3125" y="14252"/>
                    <a:pt x="8688" y="8688"/>
                  </a:cubicBezTo>
                  <a:cubicBezTo>
                    <a:pt x="14252" y="3125"/>
                    <a:pt x="21797" y="0"/>
                    <a:pt x="29664" y="0"/>
                  </a:cubicBezTo>
                  <a:close/>
                </a:path>
              </a:pathLst>
            </a:custGeom>
            <a:solidFill>
              <a:srgbClr val="FFFFFF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" name="Google Shape;334;p19">
              <a:extLst>
                <a:ext uri="{FF2B5EF4-FFF2-40B4-BE49-F238E27FC236}">
                  <a16:creationId xmlns:a16="http://schemas.microsoft.com/office/drawing/2014/main" id="{89720926-D3E5-4129-F649-E24687CC7F12}"/>
                </a:ext>
              </a:extLst>
            </p:cNvPr>
            <p:cNvSpPr txBox="1"/>
            <p:nvPr/>
          </p:nvSpPr>
          <p:spPr>
            <a:xfrm>
              <a:off x="0" y="-47625"/>
              <a:ext cx="2244026" cy="74632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2" name="Google Shape;360;p19">
            <a:extLst>
              <a:ext uri="{FF2B5EF4-FFF2-40B4-BE49-F238E27FC236}">
                <a16:creationId xmlns:a16="http://schemas.microsoft.com/office/drawing/2014/main" id="{17FEB823-DD3E-0F09-4811-0C7F9055D972}"/>
              </a:ext>
            </a:extLst>
          </p:cNvPr>
          <p:cNvSpPr txBox="1"/>
          <p:nvPr/>
        </p:nvSpPr>
        <p:spPr>
          <a:xfrm>
            <a:off x="10001250" y="1210785"/>
            <a:ext cx="5267400" cy="3939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dirty="0">
                <a:latin typeface="Concert One"/>
                <a:ea typeface="Concert One"/>
                <a:cs typeface="Concert One"/>
                <a:sym typeface="Concert One"/>
              </a:rPr>
              <a:t>Library</a:t>
            </a:r>
            <a:endParaRPr dirty="0">
              <a:latin typeface="Concert One"/>
              <a:ea typeface="Concert One"/>
              <a:cs typeface="Concert One"/>
              <a:sym typeface="Concert One"/>
            </a:endParaRPr>
          </a:p>
        </p:txBody>
      </p:sp>
      <p:sp>
        <p:nvSpPr>
          <p:cNvPr id="13" name="Google Shape;361;p19">
            <a:extLst>
              <a:ext uri="{FF2B5EF4-FFF2-40B4-BE49-F238E27FC236}">
                <a16:creationId xmlns:a16="http://schemas.microsoft.com/office/drawing/2014/main" id="{A851CF41-0B40-D18F-F71C-195A557C29A0}"/>
              </a:ext>
            </a:extLst>
          </p:cNvPr>
          <p:cNvSpPr txBox="1"/>
          <p:nvPr/>
        </p:nvSpPr>
        <p:spPr>
          <a:xfrm>
            <a:off x="9850855" y="1650320"/>
            <a:ext cx="6987339" cy="4601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561341" marR="0" lvl="1" indent="-280669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Barlow"/>
              <a:buChar char="•"/>
            </a:pPr>
            <a:r>
              <a:rPr lang="en-US" sz="2600" i="0" u="none" strike="noStrike" cap="none" dirty="0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React</a:t>
            </a:r>
            <a:endParaRPr dirty="0">
              <a:latin typeface="Barlow"/>
              <a:ea typeface="Barlow"/>
              <a:cs typeface="Barlow"/>
              <a:sym typeface="Barlow"/>
            </a:endParaRPr>
          </a:p>
        </p:txBody>
      </p:sp>
      <p:grpSp>
        <p:nvGrpSpPr>
          <p:cNvPr id="14" name="Google Shape;332;p19">
            <a:extLst>
              <a:ext uri="{FF2B5EF4-FFF2-40B4-BE49-F238E27FC236}">
                <a16:creationId xmlns:a16="http://schemas.microsoft.com/office/drawing/2014/main" id="{9A9C71E8-911B-821D-A979-C63B92579CAB}"/>
              </a:ext>
            </a:extLst>
          </p:cNvPr>
          <p:cNvGrpSpPr/>
          <p:nvPr/>
        </p:nvGrpSpPr>
        <p:grpSpPr>
          <a:xfrm>
            <a:off x="9429750" y="6354928"/>
            <a:ext cx="7829550" cy="2603977"/>
            <a:chOff x="0" y="-47625"/>
            <a:chExt cx="2244026" cy="746325"/>
          </a:xfrm>
        </p:grpSpPr>
        <p:sp>
          <p:nvSpPr>
            <p:cNvPr id="15" name="Google Shape;333;p19">
              <a:extLst>
                <a:ext uri="{FF2B5EF4-FFF2-40B4-BE49-F238E27FC236}">
                  <a16:creationId xmlns:a16="http://schemas.microsoft.com/office/drawing/2014/main" id="{B7D77D85-EB2B-FB37-0D26-823E63146C76}"/>
                </a:ext>
              </a:extLst>
            </p:cNvPr>
            <p:cNvSpPr/>
            <p:nvPr/>
          </p:nvSpPr>
          <p:spPr>
            <a:xfrm>
              <a:off x="0" y="0"/>
              <a:ext cx="2244026" cy="698700"/>
            </a:xfrm>
            <a:custGeom>
              <a:avLst/>
              <a:gdLst/>
              <a:ahLst/>
              <a:cxnLst/>
              <a:rect l="l" t="t" r="r" b="b"/>
              <a:pathLst>
                <a:path w="2244026" h="698700" extrusionOk="0">
                  <a:moveTo>
                    <a:pt x="29664" y="0"/>
                  </a:moveTo>
                  <a:lnTo>
                    <a:pt x="2214362" y="0"/>
                  </a:lnTo>
                  <a:cubicBezTo>
                    <a:pt x="2222229" y="0"/>
                    <a:pt x="2229774" y="3125"/>
                    <a:pt x="2235338" y="8688"/>
                  </a:cubicBezTo>
                  <a:cubicBezTo>
                    <a:pt x="2240901" y="14252"/>
                    <a:pt x="2244026" y="21797"/>
                    <a:pt x="2244026" y="29664"/>
                  </a:cubicBezTo>
                  <a:lnTo>
                    <a:pt x="2244026" y="669035"/>
                  </a:lnTo>
                  <a:cubicBezTo>
                    <a:pt x="2244026" y="676903"/>
                    <a:pt x="2240901" y="684448"/>
                    <a:pt x="2235338" y="690011"/>
                  </a:cubicBezTo>
                  <a:cubicBezTo>
                    <a:pt x="2229774" y="695574"/>
                    <a:pt x="2222229" y="698700"/>
                    <a:pt x="2214362" y="698700"/>
                  </a:cubicBezTo>
                  <a:lnTo>
                    <a:pt x="29664" y="698700"/>
                  </a:lnTo>
                  <a:cubicBezTo>
                    <a:pt x="21797" y="698700"/>
                    <a:pt x="14252" y="695574"/>
                    <a:pt x="8688" y="690011"/>
                  </a:cubicBezTo>
                  <a:cubicBezTo>
                    <a:pt x="3125" y="684448"/>
                    <a:pt x="0" y="676903"/>
                    <a:pt x="0" y="669035"/>
                  </a:cubicBezTo>
                  <a:lnTo>
                    <a:pt x="0" y="29664"/>
                  </a:lnTo>
                  <a:cubicBezTo>
                    <a:pt x="0" y="21797"/>
                    <a:pt x="3125" y="14252"/>
                    <a:pt x="8688" y="8688"/>
                  </a:cubicBezTo>
                  <a:cubicBezTo>
                    <a:pt x="14252" y="3125"/>
                    <a:pt x="21797" y="0"/>
                    <a:pt x="29664" y="0"/>
                  </a:cubicBezTo>
                  <a:close/>
                </a:path>
              </a:pathLst>
            </a:custGeom>
            <a:solidFill>
              <a:srgbClr val="FFFFFF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" name="Google Shape;334;p19">
              <a:extLst>
                <a:ext uri="{FF2B5EF4-FFF2-40B4-BE49-F238E27FC236}">
                  <a16:creationId xmlns:a16="http://schemas.microsoft.com/office/drawing/2014/main" id="{36FC5C59-6256-781C-8869-726065EBA8DC}"/>
                </a:ext>
              </a:extLst>
            </p:cNvPr>
            <p:cNvSpPr txBox="1"/>
            <p:nvPr/>
          </p:nvSpPr>
          <p:spPr>
            <a:xfrm>
              <a:off x="0" y="-47625"/>
              <a:ext cx="2244026" cy="74632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8" name="Google Shape;360;p19">
            <a:extLst>
              <a:ext uri="{FF2B5EF4-FFF2-40B4-BE49-F238E27FC236}">
                <a16:creationId xmlns:a16="http://schemas.microsoft.com/office/drawing/2014/main" id="{D361FE66-CB94-17D6-5241-8AD3B949D282}"/>
              </a:ext>
            </a:extLst>
          </p:cNvPr>
          <p:cNvSpPr txBox="1"/>
          <p:nvPr/>
        </p:nvSpPr>
        <p:spPr>
          <a:xfrm>
            <a:off x="10001250" y="6884108"/>
            <a:ext cx="5267400" cy="3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i="0" u="none" strike="noStrike" cap="none" dirty="0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Tools</a:t>
            </a:r>
            <a:endParaRPr dirty="0">
              <a:latin typeface="Concert One"/>
              <a:ea typeface="Concert One"/>
              <a:cs typeface="Concert One"/>
              <a:sym typeface="Concert One"/>
            </a:endParaRPr>
          </a:p>
        </p:txBody>
      </p:sp>
      <p:sp>
        <p:nvSpPr>
          <p:cNvPr id="19" name="Google Shape;361;p19">
            <a:extLst>
              <a:ext uri="{FF2B5EF4-FFF2-40B4-BE49-F238E27FC236}">
                <a16:creationId xmlns:a16="http://schemas.microsoft.com/office/drawing/2014/main" id="{C7543089-7F79-9867-8F15-E1EEC18D50FB}"/>
              </a:ext>
            </a:extLst>
          </p:cNvPr>
          <p:cNvSpPr txBox="1"/>
          <p:nvPr/>
        </p:nvSpPr>
        <p:spPr>
          <a:xfrm>
            <a:off x="10001250" y="7309800"/>
            <a:ext cx="7019424" cy="4601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561341" lvl="1" indent="-280669">
              <a:lnSpc>
                <a:spcPct val="115000"/>
              </a:lnSpc>
              <a:buSzPts val="2600"/>
              <a:buFont typeface="Barlow"/>
              <a:buChar char="•"/>
            </a:pPr>
            <a:r>
              <a:rPr lang="en-US" sz="2600" dirty="0">
                <a:latin typeface="Barlow"/>
                <a:ea typeface="Barlow"/>
                <a:cs typeface="Barlow"/>
                <a:sym typeface="Barlow"/>
              </a:rPr>
              <a:t>Vite</a:t>
            </a:r>
          </a:p>
        </p:txBody>
      </p:sp>
      <p:sp>
        <p:nvSpPr>
          <p:cNvPr id="29" name="Google Shape;360;p19">
            <a:extLst>
              <a:ext uri="{FF2B5EF4-FFF2-40B4-BE49-F238E27FC236}">
                <a16:creationId xmlns:a16="http://schemas.microsoft.com/office/drawing/2014/main" id="{6AB2EE47-3CA4-39DF-BBBA-8E6980F2F2BA}"/>
              </a:ext>
            </a:extLst>
          </p:cNvPr>
          <p:cNvSpPr txBox="1"/>
          <p:nvPr/>
        </p:nvSpPr>
        <p:spPr>
          <a:xfrm>
            <a:off x="9850856" y="4006766"/>
            <a:ext cx="5267400" cy="3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i="0" u="none" strike="noStrike" cap="none" dirty="0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Framework</a:t>
            </a:r>
            <a:endParaRPr dirty="0">
              <a:latin typeface="Concert One"/>
              <a:ea typeface="Concert One"/>
              <a:cs typeface="Concert One"/>
              <a:sym typeface="Concert One"/>
            </a:endParaRPr>
          </a:p>
        </p:txBody>
      </p:sp>
      <p:sp>
        <p:nvSpPr>
          <p:cNvPr id="31" name="Google Shape;361;p19">
            <a:extLst>
              <a:ext uri="{FF2B5EF4-FFF2-40B4-BE49-F238E27FC236}">
                <a16:creationId xmlns:a16="http://schemas.microsoft.com/office/drawing/2014/main" id="{072CF056-0DB7-F539-BD17-021C67EFBF37}"/>
              </a:ext>
            </a:extLst>
          </p:cNvPr>
          <p:cNvSpPr txBox="1"/>
          <p:nvPr/>
        </p:nvSpPr>
        <p:spPr>
          <a:xfrm>
            <a:off x="9700461" y="4446301"/>
            <a:ext cx="6987339" cy="4601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561341" marR="0" lvl="1" indent="-280669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Barlow"/>
              <a:buChar char="•"/>
            </a:pPr>
            <a:r>
              <a:rPr lang="en-US" sz="2600" dirty="0">
                <a:latin typeface="Barlow"/>
                <a:ea typeface="Barlow"/>
                <a:cs typeface="Barlow"/>
                <a:sym typeface="Barlow"/>
              </a:rPr>
              <a:t>Next.js &amp; Express.js</a:t>
            </a:r>
            <a:endParaRPr dirty="0">
              <a:latin typeface="Barlow"/>
              <a:ea typeface="Barlow"/>
              <a:cs typeface="Barlow"/>
              <a:sym typeface="Barlow"/>
            </a:endParaRPr>
          </a:p>
        </p:txBody>
      </p:sp>
      <p:sp>
        <p:nvSpPr>
          <p:cNvPr id="11" name="Google Shape;361;p19">
            <a:extLst>
              <a:ext uri="{FF2B5EF4-FFF2-40B4-BE49-F238E27FC236}">
                <a16:creationId xmlns:a16="http://schemas.microsoft.com/office/drawing/2014/main" id="{036E8E1D-D9CC-080B-DBB9-84FBFB5DF205}"/>
              </a:ext>
            </a:extLst>
          </p:cNvPr>
          <p:cNvSpPr txBox="1"/>
          <p:nvPr/>
        </p:nvSpPr>
        <p:spPr>
          <a:xfrm>
            <a:off x="1885950" y="5166991"/>
            <a:ext cx="4958400" cy="8002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80672" lvl="1">
              <a:buSzPts val="2600"/>
            </a:pPr>
            <a:r>
              <a:rPr lang="en-US" sz="2600" dirty="0">
                <a:latin typeface="Barlow"/>
                <a:ea typeface="Barlow"/>
                <a:cs typeface="Barlow"/>
                <a:sym typeface="Barlow"/>
              </a:rPr>
              <a:t>Kumpulan Kode yang </a:t>
            </a:r>
            <a:r>
              <a:rPr lang="en-US" sz="2600" dirty="0" err="1">
                <a:latin typeface="Barlow"/>
                <a:ea typeface="Barlow"/>
                <a:cs typeface="Barlow"/>
                <a:sym typeface="Barlow"/>
              </a:rPr>
              <a:t>sudah</a:t>
            </a:r>
            <a:r>
              <a:rPr lang="en-US" sz="2600" dirty="0">
                <a:latin typeface="Barlow"/>
                <a:ea typeface="Barlow"/>
                <a:cs typeface="Barlow"/>
                <a:sym typeface="Barlow"/>
              </a:rPr>
              <a:t> </a:t>
            </a:r>
            <a:r>
              <a:rPr lang="en-US" sz="2600" dirty="0" err="1">
                <a:latin typeface="Barlow"/>
                <a:ea typeface="Barlow"/>
                <a:cs typeface="Barlow"/>
                <a:sym typeface="Barlow"/>
              </a:rPr>
              <a:t>dibuat</a:t>
            </a:r>
            <a:r>
              <a:rPr lang="en-US" sz="2600" dirty="0">
                <a:latin typeface="Barlow"/>
                <a:ea typeface="Barlow"/>
                <a:cs typeface="Barlow"/>
                <a:sym typeface="Barlow"/>
              </a:rPr>
              <a:t> dan </a:t>
            </a:r>
            <a:r>
              <a:rPr lang="en-US" sz="2600" dirty="0" err="1">
                <a:latin typeface="Barlow"/>
                <a:ea typeface="Barlow"/>
                <a:cs typeface="Barlow"/>
                <a:sym typeface="Barlow"/>
              </a:rPr>
              <a:t>tinggal</a:t>
            </a:r>
            <a:r>
              <a:rPr lang="en-US" sz="2600" dirty="0">
                <a:latin typeface="Barlow"/>
                <a:ea typeface="Barlow"/>
                <a:cs typeface="Barlow"/>
                <a:sym typeface="Barlow"/>
              </a:rPr>
              <a:t> </a:t>
            </a:r>
            <a:r>
              <a:rPr lang="en-US" sz="2600" dirty="0" err="1">
                <a:latin typeface="Barlow"/>
                <a:ea typeface="Barlow"/>
                <a:cs typeface="Barlow"/>
                <a:sym typeface="Barlow"/>
              </a:rPr>
              <a:t>digunakan</a:t>
            </a:r>
            <a:endParaRPr lang="en-US" sz="2600" dirty="0">
              <a:latin typeface="Barlow"/>
              <a:ea typeface="Barlow"/>
              <a:cs typeface="Barlow"/>
              <a:sym typeface="Barlow"/>
            </a:endParaRPr>
          </a:p>
        </p:txBody>
      </p:sp>
      <p:sp>
        <p:nvSpPr>
          <p:cNvPr id="20" name="Google Shape;361;p19">
            <a:extLst>
              <a:ext uri="{FF2B5EF4-FFF2-40B4-BE49-F238E27FC236}">
                <a16:creationId xmlns:a16="http://schemas.microsoft.com/office/drawing/2014/main" id="{F0B99192-B689-CD01-43CB-6E0A57394090}"/>
              </a:ext>
            </a:extLst>
          </p:cNvPr>
          <p:cNvSpPr txBox="1"/>
          <p:nvPr/>
        </p:nvSpPr>
        <p:spPr>
          <a:xfrm>
            <a:off x="1600200" y="6036593"/>
            <a:ext cx="4958400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561341" lvl="1" indent="-280669">
              <a:buSzPts val="2600"/>
              <a:buFont typeface="Barlow"/>
              <a:buChar char="•"/>
            </a:pPr>
            <a:r>
              <a:rPr lang="en-US" sz="2600" b="1" dirty="0">
                <a:latin typeface="Barlow"/>
                <a:ea typeface="Barlow"/>
                <a:cs typeface="Barlow"/>
                <a:sym typeface="Barlow"/>
              </a:rPr>
              <a:t>Framework</a:t>
            </a:r>
          </a:p>
        </p:txBody>
      </p:sp>
      <p:sp>
        <p:nvSpPr>
          <p:cNvPr id="24" name="Google Shape;361;p19">
            <a:extLst>
              <a:ext uri="{FF2B5EF4-FFF2-40B4-BE49-F238E27FC236}">
                <a16:creationId xmlns:a16="http://schemas.microsoft.com/office/drawing/2014/main" id="{2463182E-3F24-FF50-2CFB-B87942D91E35}"/>
              </a:ext>
            </a:extLst>
          </p:cNvPr>
          <p:cNvSpPr txBox="1"/>
          <p:nvPr/>
        </p:nvSpPr>
        <p:spPr>
          <a:xfrm>
            <a:off x="1885950" y="6436703"/>
            <a:ext cx="4958400" cy="16004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80672" lvl="1">
              <a:buSzPts val="2600"/>
            </a:pPr>
            <a:r>
              <a:rPr lang="en-US" sz="2600" dirty="0">
                <a:latin typeface="Barlow"/>
                <a:ea typeface="Barlow"/>
                <a:cs typeface="Barlow"/>
                <a:sym typeface="Barlow"/>
              </a:rPr>
              <a:t>Kumpulan </a:t>
            </a:r>
            <a:r>
              <a:rPr lang="en-US" sz="2600" dirty="0" err="1">
                <a:latin typeface="Barlow"/>
                <a:ea typeface="Barlow"/>
                <a:cs typeface="Barlow"/>
                <a:sym typeface="Barlow"/>
              </a:rPr>
              <a:t>Kerangka</a:t>
            </a:r>
            <a:r>
              <a:rPr lang="en-US" sz="2600" dirty="0">
                <a:latin typeface="Barlow"/>
                <a:ea typeface="Barlow"/>
                <a:cs typeface="Barlow"/>
                <a:sym typeface="Barlow"/>
              </a:rPr>
              <a:t> / </a:t>
            </a:r>
            <a:r>
              <a:rPr lang="en-US" sz="2600" dirty="0" err="1">
                <a:latin typeface="Barlow"/>
                <a:ea typeface="Barlow"/>
                <a:cs typeface="Barlow"/>
                <a:sym typeface="Barlow"/>
              </a:rPr>
              <a:t>cara</a:t>
            </a:r>
            <a:r>
              <a:rPr lang="en-US" sz="2600" dirty="0">
                <a:latin typeface="Barlow"/>
                <a:ea typeface="Barlow"/>
                <a:cs typeface="Barlow"/>
                <a:sym typeface="Barlow"/>
              </a:rPr>
              <a:t> </a:t>
            </a:r>
            <a:r>
              <a:rPr lang="en-US" sz="2600" dirty="0" err="1">
                <a:latin typeface="Barlow"/>
                <a:ea typeface="Barlow"/>
                <a:cs typeface="Barlow"/>
                <a:sym typeface="Barlow"/>
              </a:rPr>
              <a:t>kerja</a:t>
            </a:r>
            <a:r>
              <a:rPr lang="en-US" sz="2600" dirty="0">
                <a:latin typeface="Barlow"/>
                <a:ea typeface="Barlow"/>
                <a:cs typeface="Barlow"/>
                <a:sym typeface="Barlow"/>
              </a:rPr>
              <a:t> </a:t>
            </a:r>
            <a:r>
              <a:rPr lang="en-US" sz="2600" dirty="0" err="1">
                <a:latin typeface="Barlow"/>
                <a:ea typeface="Barlow"/>
                <a:cs typeface="Barlow"/>
                <a:sym typeface="Barlow"/>
              </a:rPr>
              <a:t>aplikasi</a:t>
            </a:r>
            <a:r>
              <a:rPr lang="en-US" sz="2600" dirty="0">
                <a:latin typeface="Barlow"/>
                <a:ea typeface="Barlow"/>
                <a:cs typeface="Barlow"/>
                <a:sym typeface="Barlow"/>
              </a:rPr>
              <a:t> yang </a:t>
            </a:r>
            <a:r>
              <a:rPr lang="en-US" sz="2600" dirty="0" err="1">
                <a:latin typeface="Barlow"/>
                <a:ea typeface="Barlow"/>
                <a:cs typeface="Barlow"/>
                <a:sym typeface="Barlow"/>
              </a:rPr>
              <a:t>sudah</a:t>
            </a:r>
            <a:r>
              <a:rPr lang="en-US" sz="2600" dirty="0">
                <a:latin typeface="Barlow"/>
                <a:ea typeface="Barlow"/>
                <a:cs typeface="Barlow"/>
                <a:sym typeface="Barlow"/>
              </a:rPr>
              <a:t> </a:t>
            </a:r>
            <a:r>
              <a:rPr lang="en-US" sz="2600" dirty="0" err="1">
                <a:latin typeface="Barlow"/>
                <a:ea typeface="Barlow"/>
                <a:cs typeface="Barlow"/>
                <a:sym typeface="Barlow"/>
              </a:rPr>
              <a:t>dibuat</a:t>
            </a:r>
            <a:r>
              <a:rPr lang="en-US" sz="2600" dirty="0">
                <a:latin typeface="Barlow"/>
                <a:ea typeface="Barlow"/>
                <a:cs typeface="Barlow"/>
                <a:sym typeface="Barlow"/>
              </a:rPr>
              <a:t> dan </a:t>
            </a:r>
            <a:r>
              <a:rPr lang="en-US" sz="2600" dirty="0" err="1">
                <a:latin typeface="Barlow"/>
                <a:ea typeface="Barlow"/>
                <a:cs typeface="Barlow"/>
                <a:sym typeface="Barlow"/>
              </a:rPr>
              <a:t>tinggal</a:t>
            </a:r>
            <a:r>
              <a:rPr lang="en-US" sz="2600" dirty="0">
                <a:latin typeface="Barlow"/>
                <a:ea typeface="Barlow"/>
                <a:cs typeface="Barlow"/>
                <a:sym typeface="Barlow"/>
              </a:rPr>
              <a:t> </a:t>
            </a:r>
            <a:r>
              <a:rPr lang="en-US" sz="2600" dirty="0" err="1">
                <a:latin typeface="Barlow"/>
                <a:ea typeface="Barlow"/>
                <a:cs typeface="Barlow"/>
                <a:sym typeface="Barlow"/>
              </a:rPr>
              <a:t>mengikuti</a:t>
            </a:r>
            <a:r>
              <a:rPr lang="en-US" sz="2600" dirty="0">
                <a:latin typeface="Barlow"/>
                <a:ea typeface="Barlow"/>
                <a:cs typeface="Barlow"/>
                <a:sym typeface="Barlow"/>
              </a:rPr>
              <a:t> </a:t>
            </a:r>
            <a:r>
              <a:rPr lang="en-US" sz="2600" dirty="0" err="1">
                <a:latin typeface="Barlow"/>
                <a:ea typeface="Barlow"/>
                <a:cs typeface="Barlow"/>
                <a:sym typeface="Barlow"/>
              </a:rPr>
              <a:t>struktur</a:t>
            </a:r>
            <a:r>
              <a:rPr lang="en-US" sz="2600" dirty="0">
                <a:latin typeface="Barlow"/>
                <a:ea typeface="Barlow"/>
                <a:cs typeface="Barlow"/>
                <a:sym typeface="Barlow"/>
              </a:rPr>
              <a:t> yang </a:t>
            </a:r>
            <a:r>
              <a:rPr lang="en-US" sz="2600" dirty="0" err="1">
                <a:latin typeface="Barlow"/>
                <a:ea typeface="Barlow"/>
                <a:cs typeface="Barlow"/>
                <a:sym typeface="Barlow"/>
              </a:rPr>
              <a:t>disediakan</a:t>
            </a:r>
            <a:endParaRPr lang="en-US" sz="2600" dirty="0">
              <a:latin typeface="Barlow"/>
              <a:ea typeface="Barlow"/>
              <a:cs typeface="Barlow"/>
              <a:sym typeface="Barlow"/>
            </a:endParaRPr>
          </a:p>
        </p:txBody>
      </p:sp>
      <p:sp>
        <p:nvSpPr>
          <p:cNvPr id="39" name="Google Shape;361;p19">
            <a:extLst>
              <a:ext uri="{FF2B5EF4-FFF2-40B4-BE49-F238E27FC236}">
                <a16:creationId xmlns:a16="http://schemas.microsoft.com/office/drawing/2014/main" id="{61BF6949-FFAF-A22E-6C2F-FF4DB791D8E2}"/>
              </a:ext>
            </a:extLst>
          </p:cNvPr>
          <p:cNvSpPr txBox="1"/>
          <p:nvPr/>
        </p:nvSpPr>
        <p:spPr>
          <a:xfrm>
            <a:off x="1563525" y="7983323"/>
            <a:ext cx="4958400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561341" lvl="1" indent="-280669">
              <a:buSzPts val="2600"/>
              <a:buFont typeface="Barlow"/>
              <a:buChar char="•"/>
            </a:pPr>
            <a:r>
              <a:rPr lang="en-US" sz="2600" b="1" dirty="0">
                <a:latin typeface="Barlow"/>
                <a:ea typeface="Barlow"/>
                <a:cs typeface="Barlow"/>
                <a:sym typeface="Barlow"/>
              </a:rPr>
              <a:t>Tools</a:t>
            </a:r>
          </a:p>
        </p:txBody>
      </p:sp>
      <p:sp>
        <p:nvSpPr>
          <p:cNvPr id="41" name="Google Shape;361;p19">
            <a:extLst>
              <a:ext uri="{FF2B5EF4-FFF2-40B4-BE49-F238E27FC236}">
                <a16:creationId xmlns:a16="http://schemas.microsoft.com/office/drawing/2014/main" id="{4FEB3341-A54C-2501-3AE9-50EE9FE98D9D}"/>
              </a:ext>
            </a:extLst>
          </p:cNvPr>
          <p:cNvSpPr txBox="1"/>
          <p:nvPr/>
        </p:nvSpPr>
        <p:spPr>
          <a:xfrm>
            <a:off x="1849275" y="8383433"/>
            <a:ext cx="4958400" cy="8002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80672" lvl="1">
              <a:buSzPts val="2600"/>
            </a:pPr>
            <a:r>
              <a:rPr lang="en-US" sz="2600" dirty="0" err="1">
                <a:latin typeface="Barlow"/>
                <a:ea typeface="Barlow"/>
                <a:cs typeface="Barlow"/>
                <a:sym typeface="Barlow"/>
              </a:rPr>
              <a:t>Membantu</a:t>
            </a:r>
            <a:r>
              <a:rPr lang="en-US" sz="2600" dirty="0">
                <a:latin typeface="Barlow"/>
                <a:ea typeface="Barlow"/>
                <a:cs typeface="Barlow"/>
                <a:sym typeface="Barlow"/>
              </a:rPr>
              <a:t> </a:t>
            </a:r>
            <a:r>
              <a:rPr lang="en-US" sz="2600" dirty="0" err="1">
                <a:latin typeface="Barlow"/>
                <a:ea typeface="Barlow"/>
                <a:cs typeface="Barlow"/>
                <a:sym typeface="Barlow"/>
              </a:rPr>
              <a:t>mengerjakan</a:t>
            </a:r>
            <a:r>
              <a:rPr lang="en-US" sz="2600" dirty="0">
                <a:latin typeface="Barlow"/>
                <a:ea typeface="Barlow"/>
                <a:cs typeface="Barlow"/>
                <a:sym typeface="Barlow"/>
              </a:rPr>
              <a:t> &amp; </a:t>
            </a:r>
            <a:r>
              <a:rPr lang="en-US" sz="2600" dirty="0" err="1">
                <a:latin typeface="Barlow"/>
                <a:ea typeface="Barlow"/>
                <a:cs typeface="Barlow"/>
                <a:sym typeface="Barlow"/>
              </a:rPr>
              <a:t>menjalankan</a:t>
            </a:r>
            <a:r>
              <a:rPr lang="en-US" sz="2600" dirty="0">
                <a:latin typeface="Barlow"/>
                <a:ea typeface="Barlow"/>
                <a:cs typeface="Barlow"/>
                <a:sym typeface="Barlow"/>
              </a:rPr>
              <a:t> Project</a:t>
            </a:r>
          </a:p>
        </p:txBody>
      </p:sp>
    </p:spTree>
    <p:extLst>
      <p:ext uri="{BB962C8B-B14F-4D97-AF65-F5344CB8AC3E}">
        <p14:creationId xmlns:p14="http://schemas.microsoft.com/office/powerpoint/2010/main" val="208597710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FDAFF"/>
        </a:solidFill>
        <a:effectLst/>
      </p:bgPr>
    </p:bg>
    <p:spTree>
      <p:nvGrpSpPr>
        <p:cNvPr id="1" name="Shape 408">
          <a:extLst>
            <a:ext uri="{FF2B5EF4-FFF2-40B4-BE49-F238E27FC236}">
              <a16:creationId xmlns:a16="http://schemas.microsoft.com/office/drawing/2014/main" id="{336D96FD-D006-A837-9A47-6274634678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9" name="Google Shape;409;p21">
            <a:extLst>
              <a:ext uri="{FF2B5EF4-FFF2-40B4-BE49-F238E27FC236}">
                <a16:creationId xmlns:a16="http://schemas.microsoft.com/office/drawing/2014/main" id="{A468BE42-9982-C18E-8EFF-44E6411FE769}"/>
              </a:ext>
            </a:extLst>
          </p:cNvPr>
          <p:cNvGrpSpPr/>
          <p:nvPr/>
        </p:nvGrpSpPr>
        <p:grpSpPr>
          <a:xfrm>
            <a:off x="9144000" y="2815580"/>
            <a:ext cx="8115300" cy="2917130"/>
            <a:chOff x="0" y="-47625"/>
            <a:chExt cx="2325925" cy="836078"/>
          </a:xfrm>
        </p:grpSpPr>
        <p:sp>
          <p:nvSpPr>
            <p:cNvPr id="410" name="Google Shape;410;p21">
              <a:extLst>
                <a:ext uri="{FF2B5EF4-FFF2-40B4-BE49-F238E27FC236}">
                  <a16:creationId xmlns:a16="http://schemas.microsoft.com/office/drawing/2014/main" id="{E7B050BE-9AC3-1A26-8B24-331555A111C1}"/>
                </a:ext>
              </a:extLst>
            </p:cNvPr>
            <p:cNvSpPr/>
            <p:nvPr/>
          </p:nvSpPr>
          <p:spPr>
            <a:xfrm>
              <a:off x="0" y="0"/>
              <a:ext cx="2325925" cy="788453"/>
            </a:xfrm>
            <a:custGeom>
              <a:avLst/>
              <a:gdLst/>
              <a:ahLst/>
              <a:cxnLst/>
              <a:rect l="l" t="t" r="r" b="b"/>
              <a:pathLst>
                <a:path w="2325925" h="788453" extrusionOk="0">
                  <a:moveTo>
                    <a:pt x="28620" y="0"/>
                  </a:moveTo>
                  <a:lnTo>
                    <a:pt x="2297305" y="0"/>
                  </a:lnTo>
                  <a:cubicBezTo>
                    <a:pt x="2313111" y="0"/>
                    <a:pt x="2325925" y="12813"/>
                    <a:pt x="2325925" y="28620"/>
                  </a:cubicBezTo>
                  <a:lnTo>
                    <a:pt x="2325925" y="759833"/>
                  </a:lnTo>
                  <a:cubicBezTo>
                    <a:pt x="2325925" y="775640"/>
                    <a:pt x="2313111" y="788453"/>
                    <a:pt x="2297305" y="788453"/>
                  </a:cubicBezTo>
                  <a:lnTo>
                    <a:pt x="28620" y="788453"/>
                  </a:lnTo>
                  <a:cubicBezTo>
                    <a:pt x="12813" y="788453"/>
                    <a:pt x="0" y="775640"/>
                    <a:pt x="0" y="759833"/>
                  </a:cubicBezTo>
                  <a:lnTo>
                    <a:pt x="0" y="28620"/>
                  </a:lnTo>
                  <a:cubicBezTo>
                    <a:pt x="0" y="12813"/>
                    <a:pt x="12813" y="0"/>
                    <a:pt x="28620" y="0"/>
                  </a:cubicBezTo>
                  <a:close/>
                </a:path>
              </a:pathLst>
            </a:custGeom>
            <a:solidFill>
              <a:srgbClr val="FFFFFF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" name="Google Shape;411;p21">
              <a:extLst>
                <a:ext uri="{FF2B5EF4-FFF2-40B4-BE49-F238E27FC236}">
                  <a16:creationId xmlns:a16="http://schemas.microsoft.com/office/drawing/2014/main" id="{1438D04B-5A5E-666D-84FD-895B056F8D7C}"/>
                </a:ext>
              </a:extLst>
            </p:cNvPr>
            <p:cNvSpPr txBox="1"/>
            <p:nvPr/>
          </p:nvSpPr>
          <p:spPr>
            <a:xfrm>
              <a:off x="0" y="-47625"/>
              <a:ext cx="2325925" cy="83607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15" name="Google Shape;415;p21">
            <a:extLst>
              <a:ext uri="{FF2B5EF4-FFF2-40B4-BE49-F238E27FC236}">
                <a16:creationId xmlns:a16="http://schemas.microsoft.com/office/drawing/2014/main" id="{1CB34B55-A4B4-C43C-323E-367E8040A1DF}"/>
              </a:ext>
            </a:extLst>
          </p:cNvPr>
          <p:cNvSpPr/>
          <p:nvPr/>
        </p:nvSpPr>
        <p:spPr>
          <a:xfrm>
            <a:off x="1028700" y="810251"/>
            <a:ext cx="7043499" cy="8666498"/>
          </a:xfrm>
          <a:custGeom>
            <a:avLst/>
            <a:gdLst/>
            <a:ahLst/>
            <a:cxnLst/>
            <a:rect l="l" t="t" r="r" b="b"/>
            <a:pathLst>
              <a:path w="7043499" h="8666498" extrusionOk="0">
                <a:moveTo>
                  <a:pt x="0" y="0"/>
                </a:moveTo>
                <a:lnTo>
                  <a:pt x="7043499" y="0"/>
                </a:lnTo>
                <a:lnTo>
                  <a:pt x="7043499" y="8666498"/>
                </a:lnTo>
                <a:lnTo>
                  <a:pt x="0" y="866649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416" name="Google Shape;416;p21">
            <a:extLst>
              <a:ext uri="{FF2B5EF4-FFF2-40B4-BE49-F238E27FC236}">
                <a16:creationId xmlns:a16="http://schemas.microsoft.com/office/drawing/2014/main" id="{2E84EDB7-85BD-3B51-0A60-78117296D0C4}"/>
              </a:ext>
            </a:extLst>
          </p:cNvPr>
          <p:cNvSpPr txBox="1"/>
          <p:nvPr/>
        </p:nvSpPr>
        <p:spPr>
          <a:xfrm>
            <a:off x="9554960" y="3603728"/>
            <a:ext cx="7293300" cy="152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405" i="0" u="none" strike="noStrike" cap="none" dirty="0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Break</a:t>
            </a:r>
            <a:endParaRPr dirty="0">
              <a:latin typeface="Concert One"/>
              <a:ea typeface="Concert One"/>
              <a:cs typeface="Concert One"/>
              <a:sym typeface="Concert One"/>
            </a:endParaRPr>
          </a:p>
        </p:txBody>
      </p:sp>
    </p:spTree>
    <p:extLst>
      <p:ext uri="{BB962C8B-B14F-4D97-AF65-F5344CB8AC3E}">
        <p14:creationId xmlns:p14="http://schemas.microsoft.com/office/powerpoint/2010/main" val="55682995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4">
          <a:extLst>
            <a:ext uri="{FF2B5EF4-FFF2-40B4-BE49-F238E27FC236}">
              <a16:creationId xmlns:a16="http://schemas.microsoft.com/office/drawing/2014/main" id="{36211998-6C61-AA3E-F794-C87276C039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5" name="Google Shape;175;p14">
            <a:extLst>
              <a:ext uri="{FF2B5EF4-FFF2-40B4-BE49-F238E27FC236}">
                <a16:creationId xmlns:a16="http://schemas.microsoft.com/office/drawing/2014/main" id="{AB80A6E4-4E64-6A80-4DE7-EA0DDEE20617}"/>
              </a:ext>
            </a:extLst>
          </p:cNvPr>
          <p:cNvGrpSpPr/>
          <p:nvPr/>
        </p:nvGrpSpPr>
        <p:grpSpPr>
          <a:xfrm>
            <a:off x="3563009" y="236920"/>
            <a:ext cx="13681249" cy="2190072"/>
            <a:chOff x="0" y="-47625"/>
            <a:chExt cx="3921181" cy="627696"/>
          </a:xfrm>
        </p:grpSpPr>
        <p:sp>
          <p:nvSpPr>
            <p:cNvPr id="176" name="Google Shape;176;p14">
              <a:extLst>
                <a:ext uri="{FF2B5EF4-FFF2-40B4-BE49-F238E27FC236}">
                  <a16:creationId xmlns:a16="http://schemas.microsoft.com/office/drawing/2014/main" id="{95F16404-D00A-766A-1B83-5AEFE94E6816}"/>
                </a:ext>
              </a:extLst>
            </p:cNvPr>
            <p:cNvSpPr/>
            <p:nvPr/>
          </p:nvSpPr>
          <p:spPr>
            <a:xfrm>
              <a:off x="0" y="0"/>
              <a:ext cx="3921180" cy="580071"/>
            </a:xfrm>
            <a:custGeom>
              <a:avLst/>
              <a:gdLst/>
              <a:ahLst/>
              <a:cxnLst/>
              <a:rect l="l" t="t" r="r" b="b"/>
              <a:pathLst>
                <a:path w="3921180" h="580071" extrusionOk="0">
                  <a:moveTo>
                    <a:pt x="16976" y="0"/>
                  </a:moveTo>
                  <a:lnTo>
                    <a:pt x="3904204" y="0"/>
                  </a:lnTo>
                  <a:cubicBezTo>
                    <a:pt x="3913580" y="0"/>
                    <a:pt x="3921180" y="7601"/>
                    <a:pt x="3921180" y="16976"/>
                  </a:cubicBezTo>
                  <a:lnTo>
                    <a:pt x="3921180" y="563095"/>
                  </a:lnTo>
                  <a:cubicBezTo>
                    <a:pt x="3921180" y="567597"/>
                    <a:pt x="3919392" y="571915"/>
                    <a:pt x="3916208" y="575099"/>
                  </a:cubicBezTo>
                  <a:cubicBezTo>
                    <a:pt x="3913024" y="578283"/>
                    <a:pt x="3908706" y="580071"/>
                    <a:pt x="3904204" y="580071"/>
                  </a:cubicBezTo>
                  <a:lnTo>
                    <a:pt x="16976" y="580071"/>
                  </a:lnTo>
                  <a:cubicBezTo>
                    <a:pt x="12474" y="580071"/>
                    <a:pt x="8156" y="578283"/>
                    <a:pt x="4972" y="575099"/>
                  </a:cubicBezTo>
                  <a:cubicBezTo>
                    <a:pt x="1789" y="571915"/>
                    <a:pt x="0" y="567597"/>
                    <a:pt x="0" y="563095"/>
                  </a:cubicBezTo>
                  <a:lnTo>
                    <a:pt x="0" y="16976"/>
                  </a:lnTo>
                  <a:cubicBezTo>
                    <a:pt x="0" y="12474"/>
                    <a:pt x="1789" y="8156"/>
                    <a:pt x="4972" y="4972"/>
                  </a:cubicBezTo>
                  <a:cubicBezTo>
                    <a:pt x="8156" y="1789"/>
                    <a:pt x="12474" y="0"/>
                    <a:pt x="16976" y="0"/>
                  </a:cubicBezTo>
                  <a:close/>
                </a:path>
              </a:pathLst>
            </a:custGeom>
            <a:solidFill>
              <a:srgbClr val="FFD93D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" name="Google Shape;177;p14">
              <a:extLst>
                <a:ext uri="{FF2B5EF4-FFF2-40B4-BE49-F238E27FC236}">
                  <a16:creationId xmlns:a16="http://schemas.microsoft.com/office/drawing/2014/main" id="{E08A66DE-399E-EC46-4497-8F967C0CF57C}"/>
                </a:ext>
              </a:extLst>
            </p:cNvPr>
            <p:cNvSpPr txBox="1"/>
            <p:nvPr/>
          </p:nvSpPr>
          <p:spPr>
            <a:xfrm>
              <a:off x="0" y="-47625"/>
              <a:ext cx="3921181" cy="62769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78" name="Google Shape;178;p14">
            <a:extLst>
              <a:ext uri="{FF2B5EF4-FFF2-40B4-BE49-F238E27FC236}">
                <a16:creationId xmlns:a16="http://schemas.microsoft.com/office/drawing/2014/main" id="{AC1459F7-CDAB-5BAD-AA67-F8AE99F2546B}"/>
              </a:ext>
            </a:extLst>
          </p:cNvPr>
          <p:cNvGrpSpPr/>
          <p:nvPr/>
        </p:nvGrpSpPr>
        <p:grpSpPr>
          <a:xfrm>
            <a:off x="1043742" y="263638"/>
            <a:ext cx="2263601" cy="2190072"/>
            <a:chOff x="0" y="-47625"/>
            <a:chExt cx="648770" cy="627696"/>
          </a:xfrm>
        </p:grpSpPr>
        <p:sp>
          <p:nvSpPr>
            <p:cNvPr id="179" name="Google Shape;179;p14">
              <a:extLst>
                <a:ext uri="{FF2B5EF4-FFF2-40B4-BE49-F238E27FC236}">
                  <a16:creationId xmlns:a16="http://schemas.microsoft.com/office/drawing/2014/main" id="{102C1857-DFC0-DA73-C130-89094A71BDA8}"/>
                </a:ext>
              </a:extLst>
            </p:cNvPr>
            <p:cNvSpPr/>
            <p:nvPr/>
          </p:nvSpPr>
          <p:spPr>
            <a:xfrm>
              <a:off x="0" y="0"/>
              <a:ext cx="648770" cy="580071"/>
            </a:xfrm>
            <a:custGeom>
              <a:avLst/>
              <a:gdLst/>
              <a:ahLst/>
              <a:cxnLst/>
              <a:rect l="l" t="t" r="r" b="b"/>
              <a:pathLst>
                <a:path w="648770" h="580071" extrusionOk="0">
                  <a:moveTo>
                    <a:pt x="102605" y="0"/>
                  </a:moveTo>
                  <a:lnTo>
                    <a:pt x="546165" y="0"/>
                  </a:lnTo>
                  <a:cubicBezTo>
                    <a:pt x="602832" y="0"/>
                    <a:pt x="648770" y="45938"/>
                    <a:pt x="648770" y="102605"/>
                  </a:cubicBezTo>
                  <a:lnTo>
                    <a:pt x="648770" y="477466"/>
                  </a:lnTo>
                  <a:cubicBezTo>
                    <a:pt x="648770" y="534133"/>
                    <a:pt x="602832" y="580071"/>
                    <a:pt x="546165" y="580071"/>
                  </a:cubicBezTo>
                  <a:lnTo>
                    <a:pt x="102605" y="580071"/>
                  </a:lnTo>
                  <a:cubicBezTo>
                    <a:pt x="45938" y="580071"/>
                    <a:pt x="0" y="534133"/>
                    <a:pt x="0" y="477466"/>
                  </a:cubicBezTo>
                  <a:lnTo>
                    <a:pt x="0" y="102605"/>
                  </a:lnTo>
                  <a:cubicBezTo>
                    <a:pt x="0" y="45938"/>
                    <a:pt x="45938" y="0"/>
                    <a:pt x="102605" y="0"/>
                  </a:cubicBezTo>
                  <a:close/>
                </a:path>
              </a:pathLst>
            </a:custGeom>
            <a:solidFill>
              <a:srgbClr val="FFFFFF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" name="Google Shape;180;p14">
              <a:extLst>
                <a:ext uri="{FF2B5EF4-FFF2-40B4-BE49-F238E27FC236}">
                  <a16:creationId xmlns:a16="http://schemas.microsoft.com/office/drawing/2014/main" id="{AA9ED687-693D-B248-FD71-EAAD020DE4B6}"/>
                </a:ext>
              </a:extLst>
            </p:cNvPr>
            <p:cNvSpPr txBox="1"/>
            <p:nvPr/>
          </p:nvSpPr>
          <p:spPr>
            <a:xfrm>
              <a:off x="0" y="-47625"/>
              <a:ext cx="648770" cy="62769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81" name="Google Shape;181;p14">
            <a:extLst>
              <a:ext uri="{FF2B5EF4-FFF2-40B4-BE49-F238E27FC236}">
                <a16:creationId xmlns:a16="http://schemas.microsoft.com/office/drawing/2014/main" id="{CA0228F5-23F7-76A8-2619-B581A2D6A157}"/>
              </a:ext>
            </a:extLst>
          </p:cNvPr>
          <p:cNvGrpSpPr/>
          <p:nvPr/>
        </p:nvGrpSpPr>
        <p:grpSpPr>
          <a:xfrm>
            <a:off x="1122384" y="2462271"/>
            <a:ext cx="7124437" cy="6796030"/>
            <a:chOff x="0" y="-47625"/>
            <a:chExt cx="2041934" cy="1744339"/>
          </a:xfrm>
        </p:grpSpPr>
        <p:sp>
          <p:nvSpPr>
            <p:cNvPr id="182" name="Google Shape;182;p14">
              <a:extLst>
                <a:ext uri="{FF2B5EF4-FFF2-40B4-BE49-F238E27FC236}">
                  <a16:creationId xmlns:a16="http://schemas.microsoft.com/office/drawing/2014/main" id="{0D2D6244-D00E-DA62-95B9-F04C0CEC9822}"/>
                </a:ext>
              </a:extLst>
            </p:cNvPr>
            <p:cNvSpPr/>
            <p:nvPr/>
          </p:nvSpPr>
          <p:spPr>
            <a:xfrm>
              <a:off x="0" y="0"/>
              <a:ext cx="2041934" cy="1696714"/>
            </a:xfrm>
            <a:custGeom>
              <a:avLst/>
              <a:gdLst/>
              <a:ahLst/>
              <a:cxnLst/>
              <a:rect l="l" t="t" r="r" b="b"/>
              <a:pathLst>
                <a:path w="2041934" h="1696714" extrusionOk="0">
                  <a:moveTo>
                    <a:pt x="16300" y="0"/>
                  </a:moveTo>
                  <a:lnTo>
                    <a:pt x="2025634" y="0"/>
                  </a:lnTo>
                  <a:cubicBezTo>
                    <a:pt x="2029957" y="0"/>
                    <a:pt x="2034103" y="1717"/>
                    <a:pt x="2037160" y="4774"/>
                  </a:cubicBezTo>
                  <a:cubicBezTo>
                    <a:pt x="2040216" y="7831"/>
                    <a:pt x="2041934" y="11977"/>
                    <a:pt x="2041934" y="16300"/>
                  </a:cubicBezTo>
                  <a:lnTo>
                    <a:pt x="2041934" y="1680414"/>
                  </a:lnTo>
                  <a:cubicBezTo>
                    <a:pt x="2041934" y="1689417"/>
                    <a:pt x="2034636" y="1696714"/>
                    <a:pt x="2025634" y="1696714"/>
                  </a:cubicBezTo>
                  <a:lnTo>
                    <a:pt x="16300" y="1696714"/>
                  </a:lnTo>
                  <a:cubicBezTo>
                    <a:pt x="7298" y="1696714"/>
                    <a:pt x="0" y="1689417"/>
                    <a:pt x="0" y="1680414"/>
                  </a:cubicBezTo>
                  <a:lnTo>
                    <a:pt x="0" y="16300"/>
                  </a:lnTo>
                  <a:cubicBezTo>
                    <a:pt x="0" y="11977"/>
                    <a:pt x="1717" y="7831"/>
                    <a:pt x="4774" y="4774"/>
                  </a:cubicBezTo>
                  <a:cubicBezTo>
                    <a:pt x="7831" y="1717"/>
                    <a:pt x="11977" y="0"/>
                    <a:pt x="16300" y="0"/>
                  </a:cubicBezTo>
                  <a:close/>
                </a:path>
              </a:pathLst>
            </a:custGeom>
            <a:solidFill>
              <a:srgbClr val="FFFFFF"/>
            </a:solidFill>
            <a:ln w="85725" cap="sq" cmpd="sng">
              <a:solidFill>
                <a:srgbClr val="000000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" name="Google Shape;183;p14">
              <a:extLst>
                <a:ext uri="{FF2B5EF4-FFF2-40B4-BE49-F238E27FC236}">
                  <a16:creationId xmlns:a16="http://schemas.microsoft.com/office/drawing/2014/main" id="{59196D30-474B-71F1-27A7-2CC84256B526}"/>
                </a:ext>
              </a:extLst>
            </p:cNvPr>
            <p:cNvSpPr txBox="1"/>
            <p:nvPr/>
          </p:nvSpPr>
          <p:spPr>
            <a:xfrm>
              <a:off x="0" y="-47625"/>
              <a:ext cx="2041934" cy="174433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84" name="Google Shape;184;p14">
            <a:extLst>
              <a:ext uri="{FF2B5EF4-FFF2-40B4-BE49-F238E27FC236}">
                <a16:creationId xmlns:a16="http://schemas.microsoft.com/office/drawing/2014/main" id="{C6AC097C-44E0-57EA-980B-832F13C1513D}"/>
              </a:ext>
            </a:extLst>
          </p:cNvPr>
          <p:cNvGrpSpPr/>
          <p:nvPr/>
        </p:nvGrpSpPr>
        <p:grpSpPr>
          <a:xfrm>
            <a:off x="8438887" y="2563086"/>
            <a:ext cx="8820413" cy="1268131"/>
            <a:chOff x="0" y="-47625"/>
            <a:chExt cx="2528017" cy="855522"/>
          </a:xfrm>
        </p:grpSpPr>
        <p:sp>
          <p:nvSpPr>
            <p:cNvPr id="185" name="Google Shape;185;p14">
              <a:extLst>
                <a:ext uri="{FF2B5EF4-FFF2-40B4-BE49-F238E27FC236}">
                  <a16:creationId xmlns:a16="http://schemas.microsoft.com/office/drawing/2014/main" id="{B5BA892C-0805-F4C1-FD54-28DCEA128175}"/>
                </a:ext>
              </a:extLst>
            </p:cNvPr>
            <p:cNvSpPr/>
            <p:nvPr/>
          </p:nvSpPr>
          <p:spPr>
            <a:xfrm>
              <a:off x="0" y="0"/>
              <a:ext cx="2528017" cy="807897"/>
            </a:xfrm>
            <a:custGeom>
              <a:avLst/>
              <a:gdLst/>
              <a:ahLst/>
              <a:cxnLst/>
              <a:rect l="l" t="t" r="r" b="b"/>
              <a:pathLst>
                <a:path w="2528017" h="807897" extrusionOk="0">
                  <a:moveTo>
                    <a:pt x="26332" y="0"/>
                  </a:moveTo>
                  <a:lnTo>
                    <a:pt x="2501685" y="0"/>
                  </a:lnTo>
                  <a:cubicBezTo>
                    <a:pt x="2508669" y="0"/>
                    <a:pt x="2515367" y="2774"/>
                    <a:pt x="2520305" y="7712"/>
                  </a:cubicBezTo>
                  <a:cubicBezTo>
                    <a:pt x="2525243" y="12651"/>
                    <a:pt x="2528017" y="19348"/>
                    <a:pt x="2528017" y="26332"/>
                  </a:cubicBezTo>
                  <a:lnTo>
                    <a:pt x="2528017" y="781565"/>
                  </a:lnTo>
                  <a:cubicBezTo>
                    <a:pt x="2528017" y="788549"/>
                    <a:pt x="2525243" y="795246"/>
                    <a:pt x="2520305" y="800184"/>
                  </a:cubicBezTo>
                  <a:cubicBezTo>
                    <a:pt x="2515367" y="805123"/>
                    <a:pt x="2508669" y="807897"/>
                    <a:pt x="2501685" y="807897"/>
                  </a:cubicBezTo>
                  <a:lnTo>
                    <a:pt x="26332" y="807897"/>
                  </a:lnTo>
                  <a:cubicBezTo>
                    <a:pt x="19348" y="807897"/>
                    <a:pt x="12651" y="805123"/>
                    <a:pt x="7712" y="800184"/>
                  </a:cubicBezTo>
                  <a:cubicBezTo>
                    <a:pt x="2774" y="795246"/>
                    <a:pt x="0" y="788549"/>
                    <a:pt x="0" y="781565"/>
                  </a:cubicBezTo>
                  <a:lnTo>
                    <a:pt x="0" y="26332"/>
                  </a:lnTo>
                  <a:cubicBezTo>
                    <a:pt x="0" y="19348"/>
                    <a:pt x="2774" y="12651"/>
                    <a:pt x="7712" y="7712"/>
                  </a:cubicBezTo>
                  <a:cubicBezTo>
                    <a:pt x="12651" y="2774"/>
                    <a:pt x="19348" y="0"/>
                    <a:pt x="26332" y="0"/>
                  </a:cubicBezTo>
                  <a:close/>
                </a:path>
              </a:pathLst>
            </a:custGeom>
            <a:solidFill>
              <a:srgbClr val="FFFFFF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" name="Google Shape;186;p14">
              <a:extLst>
                <a:ext uri="{FF2B5EF4-FFF2-40B4-BE49-F238E27FC236}">
                  <a16:creationId xmlns:a16="http://schemas.microsoft.com/office/drawing/2014/main" id="{9D285081-A642-6531-9ED8-2A02523D08F0}"/>
                </a:ext>
              </a:extLst>
            </p:cNvPr>
            <p:cNvSpPr txBox="1"/>
            <p:nvPr/>
          </p:nvSpPr>
          <p:spPr>
            <a:xfrm>
              <a:off x="0" y="-47625"/>
              <a:ext cx="2528017" cy="85552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87" name="Google Shape;187;p14">
            <a:extLst>
              <a:ext uri="{FF2B5EF4-FFF2-40B4-BE49-F238E27FC236}">
                <a16:creationId xmlns:a16="http://schemas.microsoft.com/office/drawing/2014/main" id="{DA3B526D-2C90-9DC4-946A-55CC70AC5930}"/>
              </a:ext>
            </a:extLst>
          </p:cNvPr>
          <p:cNvGrpSpPr/>
          <p:nvPr/>
        </p:nvGrpSpPr>
        <p:grpSpPr>
          <a:xfrm>
            <a:off x="8438887" y="3705726"/>
            <a:ext cx="8820413" cy="5552575"/>
            <a:chOff x="0" y="-47625"/>
            <a:chExt cx="2528017" cy="855522"/>
          </a:xfrm>
        </p:grpSpPr>
        <p:sp>
          <p:nvSpPr>
            <p:cNvPr id="188" name="Google Shape;188;p14">
              <a:extLst>
                <a:ext uri="{FF2B5EF4-FFF2-40B4-BE49-F238E27FC236}">
                  <a16:creationId xmlns:a16="http://schemas.microsoft.com/office/drawing/2014/main" id="{6461C296-D0FA-F862-6CD5-3EAF1AD9984F}"/>
                </a:ext>
              </a:extLst>
            </p:cNvPr>
            <p:cNvSpPr/>
            <p:nvPr/>
          </p:nvSpPr>
          <p:spPr>
            <a:xfrm>
              <a:off x="0" y="0"/>
              <a:ext cx="2528017" cy="807897"/>
            </a:xfrm>
            <a:custGeom>
              <a:avLst/>
              <a:gdLst/>
              <a:ahLst/>
              <a:cxnLst/>
              <a:rect l="l" t="t" r="r" b="b"/>
              <a:pathLst>
                <a:path w="2528017" h="807897" extrusionOk="0">
                  <a:moveTo>
                    <a:pt x="26332" y="0"/>
                  </a:moveTo>
                  <a:lnTo>
                    <a:pt x="2501685" y="0"/>
                  </a:lnTo>
                  <a:cubicBezTo>
                    <a:pt x="2508669" y="0"/>
                    <a:pt x="2515367" y="2774"/>
                    <a:pt x="2520305" y="7712"/>
                  </a:cubicBezTo>
                  <a:cubicBezTo>
                    <a:pt x="2525243" y="12651"/>
                    <a:pt x="2528017" y="19348"/>
                    <a:pt x="2528017" y="26332"/>
                  </a:cubicBezTo>
                  <a:lnTo>
                    <a:pt x="2528017" y="781565"/>
                  </a:lnTo>
                  <a:cubicBezTo>
                    <a:pt x="2528017" y="788549"/>
                    <a:pt x="2525243" y="795246"/>
                    <a:pt x="2520305" y="800184"/>
                  </a:cubicBezTo>
                  <a:cubicBezTo>
                    <a:pt x="2515367" y="805123"/>
                    <a:pt x="2508669" y="807897"/>
                    <a:pt x="2501685" y="807897"/>
                  </a:cubicBezTo>
                  <a:lnTo>
                    <a:pt x="26332" y="807897"/>
                  </a:lnTo>
                  <a:cubicBezTo>
                    <a:pt x="19348" y="807897"/>
                    <a:pt x="12651" y="805123"/>
                    <a:pt x="7712" y="800184"/>
                  </a:cubicBezTo>
                  <a:cubicBezTo>
                    <a:pt x="2774" y="795246"/>
                    <a:pt x="0" y="788549"/>
                    <a:pt x="0" y="781565"/>
                  </a:cubicBezTo>
                  <a:lnTo>
                    <a:pt x="0" y="26332"/>
                  </a:lnTo>
                  <a:cubicBezTo>
                    <a:pt x="0" y="19348"/>
                    <a:pt x="2774" y="12651"/>
                    <a:pt x="7712" y="7712"/>
                  </a:cubicBezTo>
                  <a:cubicBezTo>
                    <a:pt x="12651" y="2774"/>
                    <a:pt x="19348" y="0"/>
                    <a:pt x="26332" y="0"/>
                  </a:cubicBezTo>
                  <a:close/>
                </a:path>
              </a:pathLst>
            </a:custGeom>
            <a:solidFill>
              <a:srgbClr val="FFFFFF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" name="Google Shape;189;p14">
              <a:extLst>
                <a:ext uri="{FF2B5EF4-FFF2-40B4-BE49-F238E27FC236}">
                  <a16:creationId xmlns:a16="http://schemas.microsoft.com/office/drawing/2014/main" id="{119B10A1-122A-15D7-91AD-C0DBF3C37649}"/>
                </a:ext>
              </a:extLst>
            </p:cNvPr>
            <p:cNvSpPr txBox="1"/>
            <p:nvPr/>
          </p:nvSpPr>
          <p:spPr>
            <a:xfrm>
              <a:off x="0" y="-47625"/>
              <a:ext cx="2528017" cy="85552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90" name="Google Shape;190;p14">
            <a:extLst>
              <a:ext uri="{FF2B5EF4-FFF2-40B4-BE49-F238E27FC236}">
                <a16:creationId xmlns:a16="http://schemas.microsoft.com/office/drawing/2014/main" id="{7A83904F-71AD-F33E-7697-E24E84B9C767}"/>
              </a:ext>
            </a:extLst>
          </p:cNvPr>
          <p:cNvGrpSpPr/>
          <p:nvPr/>
        </p:nvGrpSpPr>
        <p:grpSpPr>
          <a:xfrm>
            <a:off x="1463128" y="3639999"/>
            <a:ext cx="6409700" cy="852136"/>
            <a:chOff x="0" y="-47625"/>
            <a:chExt cx="484380" cy="239857"/>
          </a:xfrm>
        </p:grpSpPr>
        <p:sp>
          <p:nvSpPr>
            <p:cNvPr id="191" name="Google Shape;191;p14">
              <a:extLst>
                <a:ext uri="{FF2B5EF4-FFF2-40B4-BE49-F238E27FC236}">
                  <a16:creationId xmlns:a16="http://schemas.microsoft.com/office/drawing/2014/main" id="{61C25CB4-28AB-1513-50ED-337FB109D382}"/>
                </a:ext>
              </a:extLst>
            </p:cNvPr>
            <p:cNvSpPr/>
            <p:nvPr/>
          </p:nvSpPr>
          <p:spPr>
            <a:xfrm>
              <a:off x="0" y="0"/>
              <a:ext cx="484380" cy="192232"/>
            </a:xfrm>
            <a:custGeom>
              <a:avLst/>
              <a:gdLst/>
              <a:ahLst/>
              <a:cxnLst/>
              <a:rect l="l" t="t" r="r" b="b"/>
              <a:pathLst>
                <a:path w="484380" h="192232" extrusionOk="0">
                  <a:moveTo>
                    <a:pt x="75355" y="0"/>
                  </a:moveTo>
                  <a:lnTo>
                    <a:pt x="409025" y="0"/>
                  </a:lnTo>
                  <a:cubicBezTo>
                    <a:pt x="450642" y="0"/>
                    <a:pt x="484380" y="33738"/>
                    <a:pt x="484380" y="75355"/>
                  </a:cubicBezTo>
                  <a:lnTo>
                    <a:pt x="484380" y="116877"/>
                  </a:lnTo>
                  <a:cubicBezTo>
                    <a:pt x="484380" y="158494"/>
                    <a:pt x="450642" y="192232"/>
                    <a:pt x="409025" y="192232"/>
                  </a:cubicBezTo>
                  <a:lnTo>
                    <a:pt x="75355" y="192232"/>
                  </a:lnTo>
                  <a:cubicBezTo>
                    <a:pt x="33738" y="192232"/>
                    <a:pt x="0" y="158494"/>
                    <a:pt x="0" y="116877"/>
                  </a:cubicBezTo>
                  <a:lnTo>
                    <a:pt x="0" y="75355"/>
                  </a:lnTo>
                  <a:cubicBezTo>
                    <a:pt x="0" y="33738"/>
                    <a:pt x="33738" y="0"/>
                    <a:pt x="75355" y="0"/>
                  </a:cubicBezTo>
                  <a:close/>
                </a:path>
              </a:pathLst>
            </a:custGeom>
            <a:solidFill>
              <a:srgbClr val="FFD93D"/>
            </a:solidFill>
            <a:ln w="38100" cap="sq" cmpd="sng">
              <a:solidFill>
                <a:srgbClr val="000000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" name="Google Shape;192;p14">
              <a:extLst>
                <a:ext uri="{FF2B5EF4-FFF2-40B4-BE49-F238E27FC236}">
                  <a16:creationId xmlns:a16="http://schemas.microsoft.com/office/drawing/2014/main" id="{2284400D-BC9C-2615-AE9A-A74E0B620B02}"/>
                </a:ext>
              </a:extLst>
            </p:cNvPr>
            <p:cNvSpPr txBox="1"/>
            <p:nvPr/>
          </p:nvSpPr>
          <p:spPr>
            <a:xfrm>
              <a:off x="0" y="-47625"/>
              <a:ext cx="484380" cy="2398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96" name="Google Shape;196;p14">
            <a:extLst>
              <a:ext uri="{FF2B5EF4-FFF2-40B4-BE49-F238E27FC236}">
                <a16:creationId xmlns:a16="http://schemas.microsoft.com/office/drawing/2014/main" id="{5202D6AC-26C7-665C-8969-EA8FDADFF9CD}"/>
              </a:ext>
            </a:extLst>
          </p:cNvPr>
          <p:cNvGrpSpPr/>
          <p:nvPr/>
        </p:nvGrpSpPr>
        <p:grpSpPr>
          <a:xfrm>
            <a:off x="1463128" y="4602208"/>
            <a:ext cx="6409700" cy="852136"/>
            <a:chOff x="0" y="-47625"/>
            <a:chExt cx="484380" cy="239857"/>
          </a:xfrm>
        </p:grpSpPr>
        <p:sp>
          <p:nvSpPr>
            <p:cNvPr id="197" name="Google Shape;197;p14">
              <a:extLst>
                <a:ext uri="{FF2B5EF4-FFF2-40B4-BE49-F238E27FC236}">
                  <a16:creationId xmlns:a16="http://schemas.microsoft.com/office/drawing/2014/main" id="{777A44CD-DD8E-BA61-E949-B40399259903}"/>
                </a:ext>
              </a:extLst>
            </p:cNvPr>
            <p:cNvSpPr/>
            <p:nvPr/>
          </p:nvSpPr>
          <p:spPr>
            <a:xfrm>
              <a:off x="0" y="0"/>
              <a:ext cx="484380" cy="192232"/>
            </a:xfrm>
            <a:custGeom>
              <a:avLst/>
              <a:gdLst/>
              <a:ahLst/>
              <a:cxnLst/>
              <a:rect l="l" t="t" r="r" b="b"/>
              <a:pathLst>
                <a:path w="484380" h="192232" extrusionOk="0">
                  <a:moveTo>
                    <a:pt x="75355" y="0"/>
                  </a:moveTo>
                  <a:lnTo>
                    <a:pt x="409025" y="0"/>
                  </a:lnTo>
                  <a:cubicBezTo>
                    <a:pt x="450642" y="0"/>
                    <a:pt x="484380" y="33738"/>
                    <a:pt x="484380" y="75355"/>
                  </a:cubicBezTo>
                  <a:lnTo>
                    <a:pt x="484380" y="116877"/>
                  </a:lnTo>
                  <a:cubicBezTo>
                    <a:pt x="484380" y="158494"/>
                    <a:pt x="450642" y="192232"/>
                    <a:pt x="409025" y="192232"/>
                  </a:cubicBezTo>
                  <a:lnTo>
                    <a:pt x="75355" y="192232"/>
                  </a:lnTo>
                  <a:cubicBezTo>
                    <a:pt x="33738" y="192232"/>
                    <a:pt x="0" y="158494"/>
                    <a:pt x="0" y="116877"/>
                  </a:cubicBezTo>
                  <a:lnTo>
                    <a:pt x="0" y="75355"/>
                  </a:lnTo>
                  <a:cubicBezTo>
                    <a:pt x="0" y="33738"/>
                    <a:pt x="33738" y="0"/>
                    <a:pt x="75355" y="0"/>
                  </a:cubicBezTo>
                  <a:close/>
                </a:path>
              </a:pathLst>
            </a:custGeom>
            <a:solidFill>
              <a:srgbClr val="FF6F61"/>
            </a:solidFill>
            <a:ln w="38100" cap="sq" cmpd="sng">
              <a:solidFill>
                <a:srgbClr val="000000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" name="Google Shape;198;p14">
              <a:extLst>
                <a:ext uri="{FF2B5EF4-FFF2-40B4-BE49-F238E27FC236}">
                  <a16:creationId xmlns:a16="http://schemas.microsoft.com/office/drawing/2014/main" id="{1487A7BD-FD38-E8BC-FBFF-CEF4C5AA32D9}"/>
                </a:ext>
              </a:extLst>
            </p:cNvPr>
            <p:cNvSpPr txBox="1"/>
            <p:nvPr/>
          </p:nvSpPr>
          <p:spPr>
            <a:xfrm>
              <a:off x="0" y="-47625"/>
              <a:ext cx="484380" cy="2398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02" name="Google Shape;202;p14">
            <a:extLst>
              <a:ext uri="{FF2B5EF4-FFF2-40B4-BE49-F238E27FC236}">
                <a16:creationId xmlns:a16="http://schemas.microsoft.com/office/drawing/2014/main" id="{1846CF62-C544-1BED-A0C9-4C325E98D0AA}"/>
              </a:ext>
            </a:extLst>
          </p:cNvPr>
          <p:cNvGrpSpPr/>
          <p:nvPr/>
        </p:nvGrpSpPr>
        <p:grpSpPr>
          <a:xfrm>
            <a:off x="1405640" y="5380315"/>
            <a:ext cx="6409700" cy="852136"/>
            <a:chOff x="0" y="-47625"/>
            <a:chExt cx="484380" cy="239857"/>
          </a:xfrm>
        </p:grpSpPr>
        <p:sp>
          <p:nvSpPr>
            <p:cNvPr id="203" name="Google Shape;203;p14">
              <a:extLst>
                <a:ext uri="{FF2B5EF4-FFF2-40B4-BE49-F238E27FC236}">
                  <a16:creationId xmlns:a16="http://schemas.microsoft.com/office/drawing/2014/main" id="{9A841E79-F708-F1B0-C455-67C16B3E1B83}"/>
                </a:ext>
              </a:extLst>
            </p:cNvPr>
            <p:cNvSpPr/>
            <p:nvPr/>
          </p:nvSpPr>
          <p:spPr>
            <a:xfrm>
              <a:off x="0" y="0"/>
              <a:ext cx="484380" cy="192232"/>
            </a:xfrm>
            <a:custGeom>
              <a:avLst/>
              <a:gdLst/>
              <a:ahLst/>
              <a:cxnLst/>
              <a:rect l="l" t="t" r="r" b="b"/>
              <a:pathLst>
                <a:path w="484380" h="192232" extrusionOk="0">
                  <a:moveTo>
                    <a:pt x="75355" y="0"/>
                  </a:moveTo>
                  <a:lnTo>
                    <a:pt x="409025" y="0"/>
                  </a:lnTo>
                  <a:cubicBezTo>
                    <a:pt x="450642" y="0"/>
                    <a:pt x="484380" y="33738"/>
                    <a:pt x="484380" y="75355"/>
                  </a:cubicBezTo>
                  <a:lnTo>
                    <a:pt x="484380" y="116877"/>
                  </a:lnTo>
                  <a:cubicBezTo>
                    <a:pt x="484380" y="158494"/>
                    <a:pt x="450642" y="192232"/>
                    <a:pt x="409025" y="192232"/>
                  </a:cubicBezTo>
                  <a:lnTo>
                    <a:pt x="75355" y="192232"/>
                  </a:lnTo>
                  <a:cubicBezTo>
                    <a:pt x="33738" y="192232"/>
                    <a:pt x="0" y="158494"/>
                    <a:pt x="0" y="116877"/>
                  </a:cubicBezTo>
                  <a:lnTo>
                    <a:pt x="0" y="75355"/>
                  </a:lnTo>
                  <a:cubicBezTo>
                    <a:pt x="0" y="33738"/>
                    <a:pt x="33738" y="0"/>
                    <a:pt x="75355" y="0"/>
                  </a:cubicBezTo>
                  <a:close/>
                </a:path>
              </a:pathLst>
            </a:custGeom>
            <a:solidFill>
              <a:srgbClr val="43D374"/>
            </a:solidFill>
            <a:ln w="38100" cap="sq" cmpd="sng">
              <a:solidFill>
                <a:srgbClr val="000000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" name="Google Shape;204;p14">
              <a:extLst>
                <a:ext uri="{FF2B5EF4-FFF2-40B4-BE49-F238E27FC236}">
                  <a16:creationId xmlns:a16="http://schemas.microsoft.com/office/drawing/2014/main" id="{CF3A4CED-61CB-41C2-8484-E9F242B380DC}"/>
                </a:ext>
              </a:extLst>
            </p:cNvPr>
            <p:cNvSpPr txBox="1"/>
            <p:nvPr/>
          </p:nvSpPr>
          <p:spPr>
            <a:xfrm>
              <a:off x="0" y="-47625"/>
              <a:ext cx="484380" cy="2398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08" name="Google Shape;208;p14">
            <a:extLst>
              <a:ext uri="{FF2B5EF4-FFF2-40B4-BE49-F238E27FC236}">
                <a16:creationId xmlns:a16="http://schemas.microsoft.com/office/drawing/2014/main" id="{7D91A85D-F4D0-43AF-01DD-2E3F6F3142EB}"/>
              </a:ext>
            </a:extLst>
          </p:cNvPr>
          <p:cNvGrpSpPr/>
          <p:nvPr/>
        </p:nvGrpSpPr>
        <p:grpSpPr>
          <a:xfrm>
            <a:off x="1447085" y="6195696"/>
            <a:ext cx="6425743" cy="852136"/>
            <a:chOff x="0" y="-47625"/>
            <a:chExt cx="484380" cy="239857"/>
          </a:xfrm>
        </p:grpSpPr>
        <p:sp>
          <p:nvSpPr>
            <p:cNvPr id="209" name="Google Shape;209;p14">
              <a:extLst>
                <a:ext uri="{FF2B5EF4-FFF2-40B4-BE49-F238E27FC236}">
                  <a16:creationId xmlns:a16="http://schemas.microsoft.com/office/drawing/2014/main" id="{E7697596-A128-7D64-209E-A996800C6911}"/>
                </a:ext>
              </a:extLst>
            </p:cNvPr>
            <p:cNvSpPr/>
            <p:nvPr/>
          </p:nvSpPr>
          <p:spPr>
            <a:xfrm>
              <a:off x="0" y="0"/>
              <a:ext cx="484380" cy="192232"/>
            </a:xfrm>
            <a:custGeom>
              <a:avLst/>
              <a:gdLst/>
              <a:ahLst/>
              <a:cxnLst/>
              <a:rect l="l" t="t" r="r" b="b"/>
              <a:pathLst>
                <a:path w="484380" h="192232" extrusionOk="0">
                  <a:moveTo>
                    <a:pt x="75355" y="0"/>
                  </a:moveTo>
                  <a:lnTo>
                    <a:pt x="409025" y="0"/>
                  </a:lnTo>
                  <a:cubicBezTo>
                    <a:pt x="450642" y="0"/>
                    <a:pt x="484380" y="33738"/>
                    <a:pt x="484380" y="75355"/>
                  </a:cubicBezTo>
                  <a:lnTo>
                    <a:pt x="484380" y="116877"/>
                  </a:lnTo>
                  <a:cubicBezTo>
                    <a:pt x="484380" y="158494"/>
                    <a:pt x="450642" y="192232"/>
                    <a:pt x="409025" y="192232"/>
                  </a:cubicBezTo>
                  <a:lnTo>
                    <a:pt x="75355" y="192232"/>
                  </a:lnTo>
                  <a:cubicBezTo>
                    <a:pt x="33738" y="192232"/>
                    <a:pt x="0" y="158494"/>
                    <a:pt x="0" y="116877"/>
                  </a:cubicBezTo>
                  <a:lnTo>
                    <a:pt x="0" y="75355"/>
                  </a:lnTo>
                  <a:cubicBezTo>
                    <a:pt x="0" y="33738"/>
                    <a:pt x="33738" y="0"/>
                    <a:pt x="75355" y="0"/>
                  </a:cubicBezTo>
                  <a:close/>
                </a:path>
              </a:pathLst>
            </a:custGeom>
            <a:solidFill>
              <a:srgbClr val="FFD93D"/>
            </a:solidFill>
            <a:ln w="38100" cap="sq" cmpd="sng">
              <a:solidFill>
                <a:srgbClr val="000000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" name="Google Shape;210;p14">
              <a:extLst>
                <a:ext uri="{FF2B5EF4-FFF2-40B4-BE49-F238E27FC236}">
                  <a16:creationId xmlns:a16="http://schemas.microsoft.com/office/drawing/2014/main" id="{4BC8AE2C-1A33-1F15-64C2-124F51E68750}"/>
                </a:ext>
              </a:extLst>
            </p:cNvPr>
            <p:cNvSpPr txBox="1"/>
            <p:nvPr/>
          </p:nvSpPr>
          <p:spPr>
            <a:xfrm>
              <a:off x="0" y="-47625"/>
              <a:ext cx="484380" cy="2398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28" name="Google Shape;228;p14">
            <a:extLst>
              <a:ext uri="{FF2B5EF4-FFF2-40B4-BE49-F238E27FC236}">
                <a16:creationId xmlns:a16="http://schemas.microsoft.com/office/drawing/2014/main" id="{64F246A8-4CC5-4C6C-F072-F3866B1F90EC}"/>
              </a:ext>
            </a:extLst>
          </p:cNvPr>
          <p:cNvSpPr txBox="1"/>
          <p:nvPr/>
        </p:nvSpPr>
        <p:spPr>
          <a:xfrm>
            <a:off x="4749462" y="807881"/>
            <a:ext cx="12224085" cy="12926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0" dirty="0">
                <a:latin typeface="Concert One"/>
                <a:ea typeface="Concert One"/>
                <a:cs typeface="Concert One"/>
                <a:sym typeface="Concert One"/>
              </a:rPr>
              <a:t>HARI PERTAMA 1.3</a:t>
            </a:r>
            <a:endParaRPr dirty="0">
              <a:latin typeface="Concert One"/>
              <a:ea typeface="Concert One"/>
              <a:cs typeface="Concert One"/>
              <a:sym typeface="Concert One"/>
            </a:endParaRPr>
          </a:p>
        </p:txBody>
      </p:sp>
      <p:sp>
        <p:nvSpPr>
          <p:cNvPr id="229" name="Google Shape;229;p14">
            <a:extLst>
              <a:ext uri="{FF2B5EF4-FFF2-40B4-BE49-F238E27FC236}">
                <a16:creationId xmlns:a16="http://schemas.microsoft.com/office/drawing/2014/main" id="{C38E2576-9F1F-DB5C-ECE3-BBAC4D498DD5}"/>
              </a:ext>
            </a:extLst>
          </p:cNvPr>
          <p:cNvSpPr txBox="1"/>
          <p:nvPr/>
        </p:nvSpPr>
        <p:spPr>
          <a:xfrm>
            <a:off x="1647415" y="935823"/>
            <a:ext cx="1056300" cy="116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0" dirty="0">
                <a:latin typeface="Concert One"/>
                <a:ea typeface="Concert One"/>
                <a:cs typeface="Concert One"/>
                <a:sym typeface="Concert One"/>
              </a:rPr>
              <a:t>1</a:t>
            </a:r>
            <a:endParaRPr dirty="0">
              <a:latin typeface="Concert One"/>
              <a:ea typeface="Concert One"/>
              <a:cs typeface="Concert One"/>
              <a:sym typeface="Concert One"/>
            </a:endParaRPr>
          </a:p>
        </p:txBody>
      </p:sp>
      <p:sp>
        <p:nvSpPr>
          <p:cNvPr id="231" name="Google Shape;231;p14">
            <a:extLst>
              <a:ext uri="{FF2B5EF4-FFF2-40B4-BE49-F238E27FC236}">
                <a16:creationId xmlns:a16="http://schemas.microsoft.com/office/drawing/2014/main" id="{DE58AB84-080D-1575-3202-673B0DDA826B}"/>
              </a:ext>
            </a:extLst>
          </p:cNvPr>
          <p:cNvSpPr txBox="1"/>
          <p:nvPr/>
        </p:nvSpPr>
        <p:spPr>
          <a:xfrm>
            <a:off x="1647392" y="635062"/>
            <a:ext cx="1056300" cy="29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99" i="0" u="none" strike="noStrike" cap="none" dirty="0">
                <a:solidFill>
                  <a:srgbClr val="FF6F61"/>
                </a:solidFill>
                <a:latin typeface="Barlow"/>
                <a:ea typeface="Barlow"/>
                <a:cs typeface="Barlow"/>
                <a:sym typeface="Barlow"/>
              </a:rPr>
              <a:t>DAY</a:t>
            </a:r>
            <a:endParaRPr dirty="0">
              <a:latin typeface="Barlow"/>
              <a:ea typeface="Barlow"/>
              <a:cs typeface="Barlow"/>
              <a:sym typeface="Barlow"/>
            </a:endParaRPr>
          </a:p>
        </p:txBody>
      </p:sp>
      <p:sp>
        <p:nvSpPr>
          <p:cNvPr id="232" name="Google Shape;232;p14">
            <a:extLst>
              <a:ext uri="{FF2B5EF4-FFF2-40B4-BE49-F238E27FC236}">
                <a16:creationId xmlns:a16="http://schemas.microsoft.com/office/drawing/2014/main" id="{FD577F58-F224-196C-1716-A0C1769501D9}"/>
              </a:ext>
            </a:extLst>
          </p:cNvPr>
          <p:cNvSpPr txBox="1"/>
          <p:nvPr/>
        </p:nvSpPr>
        <p:spPr>
          <a:xfrm>
            <a:off x="1658023" y="3134035"/>
            <a:ext cx="6053100" cy="3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i="0" u="none" strike="noStrike" cap="none" dirty="0" err="1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Urutan</a:t>
            </a:r>
            <a:r>
              <a:rPr lang="en-US" sz="3200" i="0" u="none" strike="noStrike" cap="none" dirty="0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 Daily</a:t>
            </a:r>
            <a:endParaRPr dirty="0">
              <a:latin typeface="Concert One"/>
              <a:ea typeface="Concert One"/>
              <a:cs typeface="Concert One"/>
              <a:sym typeface="Concert One"/>
            </a:endParaRPr>
          </a:p>
        </p:txBody>
      </p:sp>
      <p:sp>
        <p:nvSpPr>
          <p:cNvPr id="235" name="Google Shape;235;p14">
            <a:extLst>
              <a:ext uri="{FF2B5EF4-FFF2-40B4-BE49-F238E27FC236}">
                <a16:creationId xmlns:a16="http://schemas.microsoft.com/office/drawing/2014/main" id="{B702D026-5963-7881-B51B-D0EEF37D6352}"/>
              </a:ext>
            </a:extLst>
          </p:cNvPr>
          <p:cNvSpPr txBox="1"/>
          <p:nvPr/>
        </p:nvSpPr>
        <p:spPr>
          <a:xfrm>
            <a:off x="1762002" y="4014150"/>
            <a:ext cx="6063976" cy="2462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lnSpc>
                <a:spcPct val="7999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1.Mengenal Index.html</a:t>
            </a:r>
            <a:endParaRPr sz="2000" dirty="0"/>
          </a:p>
        </p:txBody>
      </p:sp>
      <p:sp>
        <p:nvSpPr>
          <p:cNvPr id="236" name="Google Shape;236;p14">
            <a:extLst>
              <a:ext uri="{FF2B5EF4-FFF2-40B4-BE49-F238E27FC236}">
                <a16:creationId xmlns:a16="http://schemas.microsoft.com/office/drawing/2014/main" id="{84065D0F-7D88-E8E8-D592-86F12F699069}"/>
              </a:ext>
            </a:extLst>
          </p:cNvPr>
          <p:cNvSpPr txBox="1"/>
          <p:nvPr/>
        </p:nvSpPr>
        <p:spPr>
          <a:xfrm>
            <a:off x="1747622" y="4963400"/>
            <a:ext cx="5855144" cy="2462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lnSpc>
                <a:spcPct val="7999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2.Mengenal </a:t>
            </a:r>
            <a:r>
              <a:rPr lang="en-US" sz="2000" dirty="0" err="1"/>
              <a:t>m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ain.jsx</a:t>
            </a:r>
            <a:endParaRPr sz="2000" dirty="0"/>
          </a:p>
        </p:txBody>
      </p:sp>
      <p:sp>
        <p:nvSpPr>
          <p:cNvPr id="237" name="Google Shape;237;p14">
            <a:extLst>
              <a:ext uri="{FF2B5EF4-FFF2-40B4-BE49-F238E27FC236}">
                <a16:creationId xmlns:a16="http://schemas.microsoft.com/office/drawing/2014/main" id="{55578236-605F-6485-62DC-9E2772BE7098}"/>
              </a:ext>
            </a:extLst>
          </p:cNvPr>
          <p:cNvSpPr txBox="1"/>
          <p:nvPr/>
        </p:nvSpPr>
        <p:spPr>
          <a:xfrm>
            <a:off x="1762002" y="5778781"/>
            <a:ext cx="5825906" cy="2462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lnSpc>
                <a:spcPct val="7999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3.Mengenal 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app.jsx</a:t>
            </a:r>
            <a:endParaRPr sz="2000" dirty="0"/>
          </a:p>
        </p:txBody>
      </p:sp>
      <p:sp>
        <p:nvSpPr>
          <p:cNvPr id="238" name="Google Shape;238;p14">
            <a:extLst>
              <a:ext uri="{FF2B5EF4-FFF2-40B4-BE49-F238E27FC236}">
                <a16:creationId xmlns:a16="http://schemas.microsoft.com/office/drawing/2014/main" id="{07CA6B38-5D23-D141-1041-890B1A95E0D2}"/>
              </a:ext>
            </a:extLst>
          </p:cNvPr>
          <p:cNvSpPr txBox="1"/>
          <p:nvPr/>
        </p:nvSpPr>
        <p:spPr>
          <a:xfrm>
            <a:off x="1712920" y="6576716"/>
            <a:ext cx="5919278" cy="2489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lnSpc>
                <a:spcPct val="7999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4.Mengapa .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jsx</a:t>
            </a:r>
            <a:endParaRPr sz="2000" dirty="0"/>
          </a:p>
        </p:txBody>
      </p:sp>
      <p:sp>
        <p:nvSpPr>
          <p:cNvPr id="257" name="Google Shape;257;p14">
            <a:extLst>
              <a:ext uri="{FF2B5EF4-FFF2-40B4-BE49-F238E27FC236}">
                <a16:creationId xmlns:a16="http://schemas.microsoft.com/office/drawing/2014/main" id="{C170FCDF-9628-85DB-D169-F304ECCB92E6}"/>
              </a:ext>
            </a:extLst>
          </p:cNvPr>
          <p:cNvSpPr txBox="1"/>
          <p:nvPr/>
        </p:nvSpPr>
        <p:spPr>
          <a:xfrm>
            <a:off x="9822543" y="3090302"/>
            <a:ext cx="6053100" cy="3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i="0" u="none" strike="noStrike" cap="none" dirty="0" err="1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Mengenal</a:t>
            </a:r>
            <a:r>
              <a:rPr lang="en-US" sz="3200" i="0" u="none" strike="noStrike" cap="none" dirty="0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 </a:t>
            </a:r>
            <a:r>
              <a:rPr lang="en-US" sz="3200" i="0" u="none" strike="noStrike" cap="none" dirty="0" err="1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Structur</a:t>
            </a:r>
            <a:r>
              <a:rPr lang="en-US" sz="3200" i="0" u="none" strike="noStrike" cap="none" dirty="0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 React</a:t>
            </a:r>
            <a:endParaRPr dirty="0">
              <a:latin typeface="Concert One"/>
              <a:ea typeface="Concert One"/>
              <a:cs typeface="Concert One"/>
              <a:sym typeface="Concert One"/>
            </a:endParaRPr>
          </a:p>
        </p:txBody>
      </p:sp>
      <p:sp>
        <p:nvSpPr>
          <p:cNvPr id="3" name="Google Shape;257;p14">
            <a:extLst>
              <a:ext uri="{FF2B5EF4-FFF2-40B4-BE49-F238E27FC236}">
                <a16:creationId xmlns:a16="http://schemas.microsoft.com/office/drawing/2014/main" id="{D8B08189-E5EF-121A-F3B6-B443E7ACDE0D}"/>
              </a:ext>
            </a:extLst>
          </p:cNvPr>
          <p:cNvSpPr txBox="1"/>
          <p:nvPr/>
        </p:nvSpPr>
        <p:spPr>
          <a:xfrm>
            <a:off x="8432507" y="5846233"/>
            <a:ext cx="2823412" cy="3939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i="0" u="none" strike="noStrike" cap="none" dirty="0" err="1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Main.jsx</a:t>
            </a:r>
            <a:endParaRPr dirty="0">
              <a:latin typeface="Concert One"/>
              <a:ea typeface="Concert One"/>
              <a:cs typeface="Concert One"/>
              <a:sym typeface="Concert One"/>
            </a:endParaRPr>
          </a:p>
        </p:txBody>
      </p:sp>
      <p:sp>
        <p:nvSpPr>
          <p:cNvPr id="7" name="Google Shape;257;p14">
            <a:extLst>
              <a:ext uri="{FF2B5EF4-FFF2-40B4-BE49-F238E27FC236}">
                <a16:creationId xmlns:a16="http://schemas.microsoft.com/office/drawing/2014/main" id="{EC709D63-087E-5B1D-7B6D-A50207662113}"/>
              </a:ext>
            </a:extLst>
          </p:cNvPr>
          <p:cNvSpPr txBox="1"/>
          <p:nvPr/>
        </p:nvSpPr>
        <p:spPr>
          <a:xfrm>
            <a:off x="13901225" y="5934963"/>
            <a:ext cx="2823412" cy="3939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i="0" u="none" strike="noStrike" cap="none" dirty="0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&lt;div id=“root”&gt;</a:t>
            </a:r>
            <a:endParaRPr dirty="0">
              <a:latin typeface="Concert One"/>
              <a:ea typeface="Concert One"/>
              <a:cs typeface="Concert One"/>
              <a:sym typeface="Concert One"/>
            </a:endParaRPr>
          </a:p>
        </p:txBody>
      </p:sp>
      <p:sp>
        <p:nvSpPr>
          <p:cNvPr id="9" name="Google Shape;257;p14">
            <a:extLst>
              <a:ext uri="{FF2B5EF4-FFF2-40B4-BE49-F238E27FC236}">
                <a16:creationId xmlns:a16="http://schemas.microsoft.com/office/drawing/2014/main" id="{0235D645-2EC8-2492-366F-AB08BB0F17B5}"/>
              </a:ext>
            </a:extLst>
          </p:cNvPr>
          <p:cNvSpPr txBox="1"/>
          <p:nvPr/>
        </p:nvSpPr>
        <p:spPr>
          <a:xfrm>
            <a:off x="14074991" y="7461914"/>
            <a:ext cx="2823412" cy="3939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i="0" u="none" strike="noStrike" cap="none" dirty="0" err="1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App.jsx</a:t>
            </a:r>
            <a:endParaRPr dirty="0">
              <a:latin typeface="Concert One"/>
              <a:ea typeface="Concert One"/>
              <a:cs typeface="Concert One"/>
              <a:sym typeface="Concert One"/>
            </a:endParaRPr>
          </a:p>
        </p:txBody>
      </p:sp>
      <p:sp>
        <p:nvSpPr>
          <p:cNvPr id="11" name="Google Shape;257;p14">
            <a:extLst>
              <a:ext uri="{FF2B5EF4-FFF2-40B4-BE49-F238E27FC236}">
                <a16:creationId xmlns:a16="http://schemas.microsoft.com/office/drawing/2014/main" id="{292E4546-3887-B678-BCED-FD8B738FD636}"/>
              </a:ext>
            </a:extLst>
          </p:cNvPr>
          <p:cNvSpPr txBox="1"/>
          <p:nvPr/>
        </p:nvSpPr>
        <p:spPr>
          <a:xfrm>
            <a:off x="8350966" y="7549973"/>
            <a:ext cx="2823412" cy="3939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dirty="0">
                <a:latin typeface="Concert One"/>
                <a:ea typeface="Concert One"/>
                <a:cs typeface="Concert One"/>
                <a:sym typeface="Concert One"/>
              </a:rPr>
              <a:t>&lt;App /&gt;</a:t>
            </a:r>
            <a:endParaRPr dirty="0">
              <a:latin typeface="Concert One"/>
              <a:ea typeface="Concert One"/>
              <a:cs typeface="Concert One"/>
              <a:sym typeface="Concert One"/>
            </a:endParaRPr>
          </a:p>
        </p:txBody>
      </p:sp>
      <p:sp>
        <p:nvSpPr>
          <p:cNvPr id="13" name="Arrow: Down 12">
            <a:extLst>
              <a:ext uri="{FF2B5EF4-FFF2-40B4-BE49-F238E27FC236}">
                <a16:creationId xmlns:a16="http://schemas.microsoft.com/office/drawing/2014/main" id="{AE5B5B5A-E3EF-BAEF-913E-A4B14FCAD563}"/>
              </a:ext>
            </a:extLst>
          </p:cNvPr>
          <p:cNvSpPr/>
          <p:nvPr/>
        </p:nvSpPr>
        <p:spPr>
          <a:xfrm>
            <a:off x="9452691" y="6377792"/>
            <a:ext cx="484632" cy="978408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 dirty="0"/>
          </a:p>
        </p:txBody>
      </p:sp>
      <p:grpSp>
        <p:nvGrpSpPr>
          <p:cNvPr id="8" name="Google Shape;208;p14">
            <a:extLst>
              <a:ext uri="{FF2B5EF4-FFF2-40B4-BE49-F238E27FC236}">
                <a16:creationId xmlns:a16="http://schemas.microsoft.com/office/drawing/2014/main" id="{DD479BA9-4B9A-D5EB-8373-9397EEE3AA23}"/>
              </a:ext>
            </a:extLst>
          </p:cNvPr>
          <p:cNvGrpSpPr/>
          <p:nvPr/>
        </p:nvGrpSpPr>
        <p:grpSpPr>
          <a:xfrm>
            <a:off x="1389597" y="7072571"/>
            <a:ext cx="6425743" cy="852136"/>
            <a:chOff x="0" y="-47625"/>
            <a:chExt cx="484380" cy="239857"/>
          </a:xfrm>
        </p:grpSpPr>
        <p:sp>
          <p:nvSpPr>
            <p:cNvPr id="10" name="Google Shape;209;p14">
              <a:extLst>
                <a:ext uri="{FF2B5EF4-FFF2-40B4-BE49-F238E27FC236}">
                  <a16:creationId xmlns:a16="http://schemas.microsoft.com/office/drawing/2014/main" id="{4725BD43-5C8B-F55E-7C39-35E2ED1EBA86}"/>
                </a:ext>
              </a:extLst>
            </p:cNvPr>
            <p:cNvSpPr/>
            <p:nvPr/>
          </p:nvSpPr>
          <p:spPr>
            <a:xfrm>
              <a:off x="0" y="0"/>
              <a:ext cx="484380" cy="192232"/>
            </a:xfrm>
            <a:custGeom>
              <a:avLst/>
              <a:gdLst/>
              <a:ahLst/>
              <a:cxnLst/>
              <a:rect l="l" t="t" r="r" b="b"/>
              <a:pathLst>
                <a:path w="484380" h="192232" extrusionOk="0">
                  <a:moveTo>
                    <a:pt x="75355" y="0"/>
                  </a:moveTo>
                  <a:lnTo>
                    <a:pt x="409025" y="0"/>
                  </a:lnTo>
                  <a:cubicBezTo>
                    <a:pt x="450642" y="0"/>
                    <a:pt x="484380" y="33738"/>
                    <a:pt x="484380" y="75355"/>
                  </a:cubicBezTo>
                  <a:lnTo>
                    <a:pt x="484380" y="116877"/>
                  </a:lnTo>
                  <a:cubicBezTo>
                    <a:pt x="484380" y="158494"/>
                    <a:pt x="450642" y="192232"/>
                    <a:pt x="409025" y="192232"/>
                  </a:cubicBezTo>
                  <a:lnTo>
                    <a:pt x="75355" y="192232"/>
                  </a:lnTo>
                  <a:cubicBezTo>
                    <a:pt x="33738" y="192232"/>
                    <a:pt x="0" y="158494"/>
                    <a:pt x="0" y="116877"/>
                  </a:cubicBezTo>
                  <a:lnTo>
                    <a:pt x="0" y="75355"/>
                  </a:lnTo>
                  <a:cubicBezTo>
                    <a:pt x="0" y="33738"/>
                    <a:pt x="33738" y="0"/>
                    <a:pt x="75355" y="0"/>
                  </a:cubicBezTo>
                  <a:close/>
                </a:path>
              </a:pathLst>
            </a:custGeom>
            <a:solidFill>
              <a:srgbClr val="FFD93D"/>
            </a:solidFill>
            <a:ln w="38100" cap="sq" cmpd="sng">
              <a:solidFill>
                <a:srgbClr val="000000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Google Shape;210;p14">
              <a:extLst>
                <a:ext uri="{FF2B5EF4-FFF2-40B4-BE49-F238E27FC236}">
                  <a16:creationId xmlns:a16="http://schemas.microsoft.com/office/drawing/2014/main" id="{2EDBCC59-AE75-19C9-1386-18C10F503A10}"/>
                </a:ext>
              </a:extLst>
            </p:cNvPr>
            <p:cNvSpPr txBox="1"/>
            <p:nvPr/>
          </p:nvSpPr>
          <p:spPr>
            <a:xfrm>
              <a:off x="0" y="-47625"/>
              <a:ext cx="484380" cy="2398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6" name="Google Shape;238;p14">
            <a:extLst>
              <a:ext uri="{FF2B5EF4-FFF2-40B4-BE49-F238E27FC236}">
                <a16:creationId xmlns:a16="http://schemas.microsoft.com/office/drawing/2014/main" id="{21483E6E-C346-0BEA-CAEA-36DAB65026F1}"/>
              </a:ext>
            </a:extLst>
          </p:cNvPr>
          <p:cNvSpPr txBox="1"/>
          <p:nvPr/>
        </p:nvSpPr>
        <p:spPr>
          <a:xfrm>
            <a:off x="1726034" y="7461914"/>
            <a:ext cx="5919278" cy="2489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lnSpc>
                <a:spcPct val="7999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/>
              <a:t>5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.Mengenal 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Package.json</a:t>
            </a:r>
            <a:endParaRPr sz="2000" dirty="0"/>
          </a:p>
        </p:txBody>
      </p:sp>
      <p:grpSp>
        <p:nvGrpSpPr>
          <p:cNvPr id="17" name="Google Shape;196;p14">
            <a:extLst>
              <a:ext uri="{FF2B5EF4-FFF2-40B4-BE49-F238E27FC236}">
                <a16:creationId xmlns:a16="http://schemas.microsoft.com/office/drawing/2014/main" id="{3E8C2B63-8F7A-4D3D-962C-D40C94444349}"/>
              </a:ext>
            </a:extLst>
          </p:cNvPr>
          <p:cNvGrpSpPr/>
          <p:nvPr/>
        </p:nvGrpSpPr>
        <p:grpSpPr>
          <a:xfrm>
            <a:off x="1416278" y="7952402"/>
            <a:ext cx="6409700" cy="852136"/>
            <a:chOff x="0" y="-47625"/>
            <a:chExt cx="484380" cy="239857"/>
          </a:xfrm>
        </p:grpSpPr>
        <p:sp>
          <p:nvSpPr>
            <p:cNvPr id="18" name="Google Shape;197;p14">
              <a:extLst>
                <a:ext uri="{FF2B5EF4-FFF2-40B4-BE49-F238E27FC236}">
                  <a16:creationId xmlns:a16="http://schemas.microsoft.com/office/drawing/2014/main" id="{14263A5C-D181-5D25-AA43-6EBF2009E01C}"/>
                </a:ext>
              </a:extLst>
            </p:cNvPr>
            <p:cNvSpPr/>
            <p:nvPr/>
          </p:nvSpPr>
          <p:spPr>
            <a:xfrm>
              <a:off x="0" y="0"/>
              <a:ext cx="484380" cy="192232"/>
            </a:xfrm>
            <a:custGeom>
              <a:avLst/>
              <a:gdLst/>
              <a:ahLst/>
              <a:cxnLst/>
              <a:rect l="l" t="t" r="r" b="b"/>
              <a:pathLst>
                <a:path w="484380" h="192232" extrusionOk="0">
                  <a:moveTo>
                    <a:pt x="75355" y="0"/>
                  </a:moveTo>
                  <a:lnTo>
                    <a:pt x="409025" y="0"/>
                  </a:lnTo>
                  <a:cubicBezTo>
                    <a:pt x="450642" y="0"/>
                    <a:pt x="484380" y="33738"/>
                    <a:pt x="484380" y="75355"/>
                  </a:cubicBezTo>
                  <a:lnTo>
                    <a:pt x="484380" y="116877"/>
                  </a:lnTo>
                  <a:cubicBezTo>
                    <a:pt x="484380" y="158494"/>
                    <a:pt x="450642" y="192232"/>
                    <a:pt x="409025" y="192232"/>
                  </a:cubicBezTo>
                  <a:lnTo>
                    <a:pt x="75355" y="192232"/>
                  </a:lnTo>
                  <a:cubicBezTo>
                    <a:pt x="33738" y="192232"/>
                    <a:pt x="0" y="158494"/>
                    <a:pt x="0" y="116877"/>
                  </a:cubicBezTo>
                  <a:lnTo>
                    <a:pt x="0" y="75355"/>
                  </a:lnTo>
                  <a:cubicBezTo>
                    <a:pt x="0" y="33738"/>
                    <a:pt x="33738" y="0"/>
                    <a:pt x="75355" y="0"/>
                  </a:cubicBezTo>
                  <a:close/>
                </a:path>
              </a:pathLst>
            </a:custGeom>
            <a:solidFill>
              <a:srgbClr val="FF6F61"/>
            </a:solidFill>
            <a:ln w="38100" cap="sq" cmpd="sng">
              <a:solidFill>
                <a:srgbClr val="000000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" name="Google Shape;198;p14">
              <a:extLst>
                <a:ext uri="{FF2B5EF4-FFF2-40B4-BE49-F238E27FC236}">
                  <a16:creationId xmlns:a16="http://schemas.microsoft.com/office/drawing/2014/main" id="{231477CB-B531-A72C-1F40-B039D321205C}"/>
                </a:ext>
              </a:extLst>
            </p:cNvPr>
            <p:cNvSpPr txBox="1"/>
            <p:nvPr/>
          </p:nvSpPr>
          <p:spPr>
            <a:xfrm>
              <a:off x="0" y="-47625"/>
              <a:ext cx="484380" cy="2398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0" name="Google Shape;236;p14">
            <a:extLst>
              <a:ext uri="{FF2B5EF4-FFF2-40B4-BE49-F238E27FC236}">
                <a16:creationId xmlns:a16="http://schemas.microsoft.com/office/drawing/2014/main" id="{2E7BA3F7-5961-4520-85CD-8AAA930BAB63}"/>
              </a:ext>
            </a:extLst>
          </p:cNvPr>
          <p:cNvSpPr txBox="1"/>
          <p:nvPr/>
        </p:nvSpPr>
        <p:spPr>
          <a:xfrm>
            <a:off x="1712920" y="8369208"/>
            <a:ext cx="5855144" cy="2462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lnSpc>
                <a:spcPct val="7999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/>
              <a:t>6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.Mengenal </a:t>
            </a:r>
            <a:r>
              <a:rPr lang="en-US" sz="2000" dirty="0" err="1"/>
              <a:t>m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ain.jsx</a:t>
            </a:r>
            <a:endParaRPr sz="2000" dirty="0"/>
          </a:p>
        </p:txBody>
      </p:sp>
      <p:sp>
        <p:nvSpPr>
          <p:cNvPr id="22" name="Google Shape;257;p14">
            <a:extLst>
              <a:ext uri="{FF2B5EF4-FFF2-40B4-BE49-F238E27FC236}">
                <a16:creationId xmlns:a16="http://schemas.microsoft.com/office/drawing/2014/main" id="{5D378AA4-4A62-AE48-171E-8ECCF18596D1}"/>
              </a:ext>
            </a:extLst>
          </p:cNvPr>
          <p:cNvSpPr txBox="1"/>
          <p:nvPr/>
        </p:nvSpPr>
        <p:spPr>
          <a:xfrm>
            <a:off x="8350966" y="4253848"/>
            <a:ext cx="2823412" cy="3939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i="0" u="none" strike="noStrike" cap="none" dirty="0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Browser</a:t>
            </a:r>
            <a:endParaRPr dirty="0">
              <a:latin typeface="Concert One"/>
              <a:ea typeface="Concert One"/>
              <a:cs typeface="Concert One"/>
              <a:sym typeface="Concert One"/>
            </a:endParaRPr>
          </a:p>
        </p:txBody>
      </p:sp>
      <p:sp>
        <p:nvSpPr>
          <p:cNvPr id="24" name="Google Shape;257;p14">
            <a:extLst>
              <a:ext uri="{FF2B5EF4-FFF2-40B4-BE49-F238E27FC236}">
                <a16:creationId xmlns:a16="http://schemas.microsoft.com/office/drawing/2014/main" id="{0F89DD4A-A87B-1024-703D-9F96748A0DE0}"/>
              </a:ext>
            </a:extLst>
          </p:cNvPr>
          <p:cNvSpPr txBox="1"/>
          <p:nvPr/>
        </p:nvSpPr>
        <p:spPr>
          <a:xfrm>
            <a:off x="13901225" y="4289255"/>
            <a:ext cx="2823412" cy="3939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i="0" u="none" strike="noStrike" cap="none" dirty="0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Index.html</a:t>
            </a:r>
            <a:endParaRPr dirty="0">
              <a:latin typeface="Concert One"/>
              <a:ea typeface="Concert One"/>
              <a:cs typeface="Concert One"/>
              <a:sym typeface="Concert One"/>
            </a:endParaRPr>
          </a:p>
        </p:txBody>
      </p:sp>
      <p:sp>
        <p:nvSpPr>
          <p:cNvPr id="26" name="Arrow: Right 25">
            <a:extLst>
              <a:ext uri="{FF2B5EF4-FFF2-40B4-BE49-F238E27FC236}">
                <a16:creationId xmlns:a16="http://schemas.microsoft.com/office/drawing/2014/main" id="{5A8C53BE-0A20-D692-A90A-02B44124BE35}"/>
              </a:ext>
            </a:extLst>
          </p:cNvPr>
          <p:cNvSpPr/>
          <p:nvPr/>
        </p:nvSpPr>
        <p:spPr>
          <a:xfrm>
            <a:off x="11934220" y="4198577"/>
            <a:ext cx="978408" cy="4846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28" name="Arrow: Down 27">
            <a:extLst>
              <a:ext uri="{FF2B5EF4-FFF2-40B4-BE49-F238E27FC236}">
                <a16:creationId xmlns:a16="http://schemas.microsoft.com/office/drawing/2014/main" id="{16B35C97-4E91-4412-B1D9-A08D094EAF0F}"/>
              </a:ext>
            </a:extLst>
          </p:cNvPr>
          <p:cNvSpPr/>
          <p:nvPr/>
        </p:nvSpPr>
        <p:spPr>
          <a:xfrm>
            <a:off x="15070615" y="4815376"/>
            <a:ext cx="484632" cy="978408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 dirty="0"/>
          </a:p>
        </p:txBody>
      </p:sp>
      <p:sp>
        <p:nvSpPr>
          <p:cNvPr id="32" name="Arrow: Left 31">
            <a:extLst>
              <a:ext uri="{FF2B5EF4-FFF2-40B4-BE49-F238E27FC236}">
                <a16:creationId xmlns:a16="http://schemas.microsoft.com/office/drawing/2014/main" id="{21A4050E-EC9D-A347-36D6-D8C18E3F876D}"/>
              </a:ext>
            </a:extLst>
          </p:cNvPr>
          <p:cNvSpPr/>
          <p:nvPr/>
        </p:nvSpPr>
        <p:spPr>
          <a:xfrm>
            <a:off x="11934220" y="5839209"/>
            <a:ext cx="978408" cy="484632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 dirty="0"/>
          </a:p>
        </p:txBody>
      </p:sp>
      <p:sp>
        <p:nvSpPr>
          <p:cNvPr id="34" name="Arrow: Right 33">
            <a:extLst>
              <a:ext uri="{FF2B5EF4-FFF2-40B4-BE49-F238E27FC236}">
                <a16:creationId xmlns:a16="http://schemas.microsoft.com/office/drawing/2014/main" id="{6783C940-606D-33A4-4408-86CB124020A4}"/>
              </a:ext>
            </a:extLst>
          </p:cNvPr>
          <p:cNvSpPr/>
          <p:nvPr/>
        </p:nvSpPr>
        <p:spPr>
          <a:xfrm>
            <a:off x="11974550" y="7468543"/>
            <a:ext cx="978408" cy="4846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38" name="Arrow: Left 37">
            <a:extLst>
              <a:ext uri="{FF2B5EF4-FFF2-40B4-BE49-F238E27FC236}">
                <a16:creationId xmlns:a16="http://schemas.microsoft.com/office/drawing/2014/main" id="{8773AF7D-EE42-0825-D108-90764AD507EB}"/>
              </a:ext>
            </a:extLst>
          </p:cNvPr>
          <p:cNvSpPr/>
          <p:nvPr/>
        </p:nvSpPr>
        <p:spPr>
          <a:xfrm>
            <a:off x="14997493" y="8355180"/>
            <a:ext cx="978408" cy="484632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40" name="Google Shape;257;p14">
            <a:extLst>
              <a:ext uri="{FF2B5EF4-FFF2-40B4-BE49-F238E27FC236}">
                <a16:creationId xmlns:a16="http://schemas.microsoft.com/office/drawing/2014/main" id="{6059F3B4-6DE4-0F3E-94A6-589851193019}"/>
              </a:ext>
            </a:extLst>
          </p:cNvPr>
          <p:cNvSpPr txBox="1"/>
          <p:nvPr/>
        </p:nvSpPr>
        <p:spPr>
          <a:xfrm>
            <a:off x="11011718" y="8388108"/>
            <a:ext cx="2823412" cy="3939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dirty="0" err="1">
                <a:latin typeface="Concert One"/>
                <a:ea typeface="Concert One"/>
                <a:cs typeface="Concert One"/>
                <a:sym typeface="Concert One"/>
              </a:rPr>
              <a:t>Tampilan</a:t>
            </a:r>
            <a:r>
              <a:rPr lang="en-US" sz="3200" dirty="0">
                <a:latin typeface="Concert One"/>
                <a:ea typeface="Concert One"/>
                <a:cs typeface="Concert One"/>
                <a:sym typeface="Concert One"/>
              </a:rPr>
              <a:t> React</a:t>
            </a:r>
            <a:endParaRPr dirty="0">
              <a:latin typeface="Concert One"/>
              <a:ea typeface="Concert One"/>
              <a:cs typeface="Concert One"/>
              <a:sym typeface="Concert One"/>
            </a:endParaRPr>
          </a:p>
        </p:txBody>
      </p:sp>
    </p:spTree>
    <p:extLst>
      <p:ext uri="{BB962C8B-B14F-4D97-AF65-F5344CB8AC3E}">
        <p14:creationId xmlns:p14="http://schemas.microsoft.com/office/powerpoint/2010/main" val="381801953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3D374"/>
        </a:solidFill>
        <a:effectLst/>
      </p:bgPr>
    </p:bg>
    <p:spTree>
      <p:nvGrpSpPr>
        <p:cNvPr id="1" name="Shape 328">
          <a:extLst>
            <a:ext uri="{FF2B5EF4-FFF2-40B4-BE49-F238E27FC236}">
              <a16:creationId xmlns:a16="http://schemas.microsoft.com/office/drawing/2014/main" id="{2915A7A8-84C2-F7FE-1415-B0B9E74094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9" name="Google Shape;329;p19">
            <a:extLst>
              <a:ext uri="{FF2B5EF4-FFF2-40B4-BE49-F238E27FC236}">
                <a16:creationId xmlns:a16="http://schemas.microsoft.com/office/drawing/2014/main" id="{AB9F0447-B202-D58B-9CA0-8894005AAFE3}"/>
              </a:ext>
            </a:extLst>
          </p:cNvPr>
          <p:cNvGrpSpPr/>
          <p:nvPr/>
        </p:nvGrpSpPr>
        <p:grpSpPr>
          <a:xfrm>
            <a:off x="1028700" y="862533"/>
            <a:ext cx="7829550" cy="2190072"/>
            <a:chOff x="0" y="-47625"/>
            <a:chExt cx="2244026" cy="627696"/>
          </a:xfrm>
        </p:grpSpPr>
        <p:sp>
          <p:nvSpPr>
            <p:cNvPr id="330" name="Google Shape;330;p19">
              <a:extLst>
                <a:ext uri="{FF2B5EF4-FFF2-40B4-BE49-F238E27FC236}">
                  <a16:creationId xmlns:a16="http://schemas.microsoft.com/office/drawing/2014/main" id="{2446901B-946E-2A08-55BC-7F1197008377}"/>
                </a:ext>
              </a:extLst>
            </p:cNvPr>
            <p:cNvSpPr/>
            <p:nvPr/>
          </p:nvSpPr>
          <p:spPr>
            <a:xfrm>
              <a:off x="0" y="0"/>
              <a:ext cx="2244026" cy="580071"/>
            </a:xfrm>
            <a:custGeom>
              <a:avLst/>
              <a:gdLst/>
              <a:ahLst/>
              <a:cxnLst/>
              <a:rect l="l" t="t" r="r" b="b"/>
              <a:pathLst>
                <a:path w="2244026" h="580071" extrusionOk="0">
                  <a:moveTo>
                    <a:pt x="29664" y="0"/>
                  </a:moveTo>
                  <a:lnTo>
                    <a:pt x="2214362" y="0"/>
                  </a:lnTo>
                  <a:cubicBezTo>
                    <a:pt x="2222229" y="0"/>
                    <a:pt x="2229774" y="3125"/>
                    <a:pt x="2235338" y="8688"/>
                  </a:cubicBezTo>
                  <a:cubicBezTo>
                    <a:pt x="2240901" y="14252"/>
                    <a:pt x="2244026" y="21797"/>
                    <a:pt x="2244026" y="29664"/>
                  </a:cubicBezTo>
                  <a:lnTo>
                    <a:pt x="2244026" y="550407"/>
                  </a:lnTo>
                  <a:cubicBezTo>
                    <a:pt x="2244026" y="558274"/>
                    <a:pt x="2240901" y="565820"/>
                    <a:pt x="2235338" y="571383"/>
                  </a:cubicBezTo>
                  <a:cubicBezTo>
                    <a:pt x="2229774" y="576946"/>
                    <a:pt x="2222229" y="580071"/>
                    <a:pt x="2214362" y="580071"/>
                  </a:cubicBezTo>
                  <a:lnTo>
                    <a:pt x="29664" y="580071"/>
                  </a:lnTo>
                  <a:cubicBezTo>
                    <a:pt x="21797" y="580071"/>
                    <a:pt x="14252" y="576946"/>
                    <a:pt x="8688" y="571383"/>
                  </a:cubicBezTo>
                  <a:cubicBezTo>
                    <a:pt x="3125" y="565820"/>
                    <a:pt x="0" y="558274"/>
                    <a:pt x="0" y="550407"/>
                  </a:cubicBezTo>
                  <a:lnTo>
                    <a:pt x="0" y="29664"/>
                  </a:lnTo>
                  <a:cubicBezTo>
                    <a:pt x="0" y="21797"/>
                    <a:pt x="3125" y="14252"/>
                    <a:pt x="8688" y="8688"/>
                  </a:cubicBezTo>
                  <a:cubicBezTo>
                    <a:pt x="14252" y="3125"/>
                    <a:pt x="21797" y="0"/>
                    <a:pt x="29664" y="0"/>
                  </a:cubicBezTo>
                  <a:close/>
                </a:path>
              </a:pathLst>
            </a:custGeom>
            <a:solidFill>
              <a:srgbClr val="7FDAFF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1" name="Google Shape;331;p19">
              <a:extLst>
                <a:ext uri="{FF2B5EF4-FFF2-40B4-BE49-F238E27FC236}">
                  <a16:creationId xmlns:a16="http://schemas.microsoft.com/office/drawing/2014/main" id="{40B7339A-8171-C6EF-8B62-3B0BB8DF51D7}"/>
                </a:ext>
              </a:extLst>
            </p:cNvPr>
            <p:cNvSpPr txBox="1"/>
            <p:nvPr/>
          </p:nvSpPr>
          <p:spPr>
            <a:xfrm>
              <a:off x="0" y="-47625"/>
              <a:ext cx="2244026" cy="62769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32" name="Google Shape;332;p19">
            <a:extLst>
              <a:ext uri="{FF2B5EF4-FFF2-40B4-BE49-F238E27FC236}">
                <a16:creationId xmlns:a16="http://schemas.microsoft.com/office/drawing/2014/main" id="{A61E19F9-8698-515D-A518-51BAC72A3A82}"/>
              </a:ext>
            </a:extLst>
          </p:cNvPr>
          <p:cNvGrpSpPr/>
          <p:nvPr/>
        </p:nvGrpSpPr>
        <p:grpSpPr>
          <a:xfrm>
            <a:off x="1028700" y="3172187"/>
            <a:ext cx="7829550" cy="6757875"/>
            <a:chOff x="0" y="-47625"/>
            <a:chExt cx="2244026" cy="746325"/>
          </a:xfrm>
        </p:grpSpPr>
        <p:sp>
          <p:nvSpPr>
            <p:cNvPr id="333" name="Google Shape;333;p19">
              <a:extLst>
                <a:ext uri="{FF2B5EF4-FFF2-40B4-BE49-F238E27FC236}">
                  <a16:creationId xmlns:a16="http://schemas.microsoft.com/office/drawing/2014/main" id="{F36AC123-35EE-4D99-D5BD-3841473C5309}"/>
                </a:ext>
              </a:extLst>
            </p:cNvPr>
            <p:cNvSpPr/>
            <p:nvPr/>
          </p:nvSpPr>
          <p:spPr>
            <a:xfrm>
              <a:off x="0" y="0"/>
              <a:ext cx="2244026" cy="698700"/>
            </a:xfrm>
            <a:custGeom>
              <a:avLst/>
              <a:gdLst/>
              <a:ahLst/>
              <a:cxnLst/>
              <a:rect l="l" t="t" r="r" b="b"/>
              <a:pathLst>
                <a:path w="2244026" h="698700" extrusionOk="0">
                  <a:moveTo>
                    <a:pt x="29664" y="0"/>
                  </a:moveTo>
                  <a:lnTo>
                    <a:pt x="2214362" y="0"/>
                  </a:lnTo>
                  <a:cubicBezTo>
                    <a:pt x="2222229" y="0"/>
                    <a:pt x="2229774" y="3125"/>
                    <a:pt x="2235338" y="8688"/>
                  </a:cubicBezTo>
                  <a:cubicBezTo>
                    <a:pt x="2240901" y="14252"/>
                    <a:pt x="2244026" y="21797"/>
                    <a:pt x="2244026" y="29664"/>
                  </a:cubicBezTo>
                  <a:lnTo>
                    <a:pt x="2244026" y="669035"/>
                  </a:lnTo>
                  <a:cubicBezTo>
                    <a:pt x="2244026" y="676903"/>
                    <a:pt x="2240901" y="684448"/>
                    <a:pt x="2235338" y="690011"/>
                  </a:cubicBezTo>
                  <a:cubicBezTo>
                    <a:pt x="2229774" y="695574"/>
                    <a:pt x="2222229" y="698700"/>
                    <a:pt x="2214362" y="698700"/>
                  </a:cubicBezTo>
                  <a:lnTo>
                    <a:pt x="29664" y="698700"/>
                  </a:lnTo>
                  <a:cubicBezTo>
                    <a:pt x="21797" y="698700"/>
                    <a:pt x="14252" y="695574"/>
                    <a:pt x="8688" y="690011"/>
                  </a:cubicBezTo>
                  <a:cubicBezTo>
                    <a:pt x="3125" y="684448"/>
                    <a:pt x="0" y="676903"/>
                    <a:pt x="0" y="669035"/>
                  </a:cubicBezTo>
                  <a:lnTo>
                    <a:pt x="0" y="29664"/>
                  </a:lnTo>
                  <a:cubicBezTo>
                    <a:pt x="0" y="21797"/>
                    <a:pt x="3125" y="14252"/>
                    <a:pt x="8688" y="8688"/>
                  </a:cubicBezTo>
                  <a:cubicBezTo>
                    <a:pt x="14252" y="3125"/>
                    <a:pt x="21797" y="0"/>
                    <a:pt x="29664" y="0"/>
                  </a:cubicBezTo>
                  <a:close/>
                </a:path>
              </a:pathLst>
            </a:custGeom>
            <a:solidFill>
              <a:srgbClr val="FFFFFF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4" name="Google Shape;334;p19">
              <a:extLst>
                <a:ext uri="{FF2B5EF4-FFF2-40B4-BE49-F238E27FC236}">
                  <a16:creationId xmlns:a16="http://schemas.microsoft.com/office/drawing/2014/main" id="{106111E6-D094-8C65-6DF9-A285564DA8D3}"/>
                </a:ext>
              </a:extLst>
            </p:cNvPr>
            <p:cNvSpPr txBox="1"/>
            <p:nvPr/>
          </p:nvSpPr>
          <p:spPr>
            <a:xfrm>
              <a:off x="0" y="-47625"/>
              <a:ext cx="2244026" cy="74632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59" name="Google Shape;359;p19">
            <a:extLst>
              <a:ext uri="{FF2B5EF4-FFF2-40B4-BE49-F238E27FC236}">
                <a16:creationId xmlns:a16="http://schemas.microsoft.com/office/drawing/2014/main" id="{20E6CB88-D4AD-0BE5-3757-7080E9D3D21D}"/>
              </a:ext>
            </a:extLst>
          </p:cNvPr>
          <p:cNvSpPr txBox="1"/>
          <p:nvPr/>
        </p:nvSpPr>
        <p:spPr>
          <a:xfrm>
            <a:off x="1154191" y="1578987"/>
            <a:ext cx="7578568" cy="923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0" i="0" u="none" strike="noStrike" cap="none" dirty="0" err="1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Catatan</a:t>
            </a:r>
            <a:r>
              <a:rPr lang="en-US" sz="7500" i="0" u="none" strike="noStrike" cap="none" dirty="0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 </a:t>
            </a:r>
            <a:r>
              <a:rPr lang="en-US" sz="7500" i="0" u="none" strike="noStrike" cap="none" dirty="0" err="1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Tahap</a:t>
            </a:r>
            <a:r>
              <a:rPr lang="en-US" sz="7500" i="0" u="none" strike="noStrike" cap="none" dirty="0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 1.3</a:t>
            </a:r>
            <a:endParaRPr dirty="0">
              <a:latin typeface="Concert One"/>
              <a:ea typeface="Concert One"/>
              <a:cs typeface="Concert One"/>
              <a:sym typeface="Concert One"/>
            </a:endParaRPr>
          </a:p>
        </p:txBody>
      </p:sp>
      <p:grpSp>
        <p:nvGrpSpPr>
          <p:cNvPr id="2" name="Google Shape;332;p19">
            <a:extLst>
              <a:ext uri="{FF2B5EF4-FFF2-40B4-BE49-F238E27FC236}">
                <a16:creationId xmlns:a16="http://schemas.microsoft.com/office/drawing/2014/main" id="{08935342-5002-0BEC-1208-C2863A305D4A}"/>
              </a:ext>
            </a:extLst>
          </p:cNvPr>
          <p:cNvGrpSpPr/>
          <p:nvPr/>
        </p:nvGrpSpPr>
        <p:grpSpPr>
          <a:xfrm>
            <a:off x="9429750" y="176463"/>
            <a:ext cx="7829550" cy="9753590"/>
            <a:chOff x="0" y="-47625"/>
            <a:chExt cx="2244026" cy="746325"/>
          </a:xfrm>
        </p:grpSpPr>
        <p:sp>
          <p:nvSpPr>
            <p:cNvPr id="3" name="Google Shape;333;p19">
              <a:extLst>
                <a:ext uri="{FF2B5EF4-FFF2-40B4-BE49-F238E27FC236}">
                  <a16:creationId xmlns:a16="http://schemas.microsoft.com/office/drawing/2014/main" id="{91863319-1446-95C8-F5C3-31AD6C9A39ED}"/>
                </a:ext>
              </a:extLst>
            </p:cNvPr>
            <p:cNvSpPr/>
            <p:nvPr/>
          </p:nvSpPr>
          <p:spPr>
            <a:xfrm>
              <a:off x="0" y="0"/>
              <a:ext cx="2244026" cy="698700"/>
            </a:xfrm>
            <a:custGeom>
              <a:avLst/>
              <a:gdLst/>
              <a:ahLst/>
              <a:cxnLst/>
              <a:rect l="l" t="t" r="r" b="b"/>
              <a:pathLst>
                <a:path w="2244026" h="698700" extrusionOk="0">
                  <a:moveTo>
                    <a:pt x="29664" y="0"/>
                  </a:moveTo>
                  <a:lnTo>
                    <a:pt x="2214362" y="0"/>
                  </a:lnTo>
                  <a:cubicBezTo>
                    <a:pt x="2222229" y="0"/>
                    <a:pt x="2229774" y="3125"/>
                    <a:pt x="2235338" y="8688"/>
                  </a:cubicBezTo>
                  <a:cubicBezTo>
                    <a:pt x="2240901" y="14252"/>
                    <a:pt x="2244026" y="21797"/>
                    <a:pt x="2244026" y="29664"/>
                  </a:cubicBezTo>
                  <a:lnTo>
                    <a:pt x="2244026" y="669035"/>
                  </a:lnTo>
                  <a:cubicBezTo>
                    <a:pt x="2244026" y="676903"/>
                    <a:pt x="2240901" y="684448"/>
                    <a:pt x="2235338" y="690011"/>
                  </a:cubicBezTo>
                  <a:cubicBezTo>
                    <a:pt x="2229774" y="695574"/>
                    <a:pt x="2222229" y="698700"/>
                    <a:pt x="2214362" y="698700"/>
                  </a:cubicBezTo>
                  <a:lnTo>
                    <a:pt x="29664" y="698700"/>
                  </a:lnTo>
                  <a:cubicBezTo>
                    <a:pt x="21797" y="698700"/>
                    <a:pt x="14252" y="695574"/>
                    <a:pt x="8688" y="690011"/>
                  </a:cubicBezTo>
                  <a:cubicBezTo>
                    <a:pt x="3125" y="684448"/>
                    <a:pt x="0" y="676903"/>
                    <a:pt x="0" y="669035"/>
                  </a:cubicBezTo>
                  <a:lnTo>
                    <a:pt x="0" y="29664"/>
                  </a:lnTo>
                  <a:cubicBezTo>
                    <a:pt x="0" y="21797"/>
                    <a:pt x="3125" y="14252"/>
                    <a:pt x="8688" y="8688"/>
                  </a:cubicBezTo>
                  <a:cubicBezTo>
                    <a:pt x="14252" y="3125"/>
                    <a:pt x="21797" y="0"/>
                    <a:pt x="29664" y="0"/>
                  </a:cubicBezTo>
                  <a:close/>
                </a:path>
              </a:pathLst>
            </a:custGeom>
            <a:solidFill>
              <a:srgbClr val="FFFFFF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" name="Google Shape;334;p19">
              <a:extLst>
                <a:ext uri="{FF2B5EF4-FFF2-40B4-BE49-F238E27FC236}">
                  <a16:creationId xmlns:a16="http://schemas.microsoft.com/office/drawing/2014/main" id="{C1128DC8-1A17-BEB3-D3F3-64E418949300}"/>
                </a:ext>
              </a:extLst>
            </p:cNvPr>
            <p:cNvSpPr txBox="1"/>
            <p:nvPr/>
          </p:nvSpPr>
          <p:spPr>
            <a:xfrm>
              <a:off x="0" y="-47625"/>
              <a:ext cx="2244026" cy="74632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3" name="Google Shape;360;p19">
            <a:extLst>
              <a:ext uri="{FF2B5EF4-FFF2-40B4-BE49-F238E27FC236}">
                <a16:creationId xmlns:a16="http://schemas.microsoft.com/office/drawing/2014/main" id="{BE8329ED-AA17-74A1-4BB9-450AE2F36512}"/>
              </a:ext>
            </a:extLst>
          </p:cNvPr>
          <p:cNvSpPr txBox="1"/>
          <p:nvPr/>
        </p:nvSpPr>
        <p:spPr>
          <a:xfrm>
            <a:off x="1397400" y="4106478"/>
            <a:ext cx="5267400" cy="3939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i="0" u="none" strike="noStrike" cap="none" dirty="0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1.Index.html</a:t>
            </a:r>
          </a:p>
        </p:txBody>
      </p:sp>
      <p:sp>
        <p:nvSpPr>
          <p:cNvPr id="35" name="Google Shape;361;p19">
            <a:extLst>
              <a:ext uri="{FF2B5EF4-FFF2-40B4-BE49-F238E27FC236}">
                <a16:creationId xmlns:a16="http://schemas.microsoft.com/office/drawing/2014/main" id="{D000D6D3-3CF2-90AB-4F93-43F3BF74377D}"/>
              </a:ext>
            </a:extLst>
          </p:cNvPr>
          <p:cNvSpPr txBox="1"/>
          <p:nvPr/>
        </p:nvSpPr>
        <p:spPr>
          <a:xfrm>
            <a:off x="1551900" y="4478904"/>
            <a:ext cx="4958400" cy="8002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80672" lvl="1">
              <a:buSzPts val="2600"/>
            </a:pPr>
            <a:r>
              <a:rPr lang="en-US" sz="2600" dirty="0">
                <a:latin typeface="Barlow"/>
                <a:ea typeface="Barlow"/>
                <a:cs typeface="Barlow"/>
                <a:sym typeface="Barlow"/>
              </a:rPr>
              <a:t>Html </a:t>
            </a:r>
            <a:r>
              <a:rPr lang="en-US" sz="2600" dirty="0" err="1">
                <a:latin typeface="Barlow"/>
                <a:ea typeface="Barlow"/>
                <a:cs typeface="Barlow"/>
                <a:sym typeface="Barlow"/>
              </a:rPr>
              <a:t>utama</a:t>
            </a:r>
            <a:r>
              <a:rPr lang="en-US" sz="2600" dirty="0">
                <a:latin typeface="Barlow"/>
                <a:ea typeface="Barlow"/>
                <a:cs typeface="Barlow"/>
                <a:sym typeface="Barlow"/>
              </a:rPr>
              <a:t> yang Dimana react </a:t>
            </a:r>
            <a:r>
              <a:rPr lang="en-US" sz="2600" dirty="0" err="1">
                <a:latin typeface="Barlow"/>
                <a:ea typeface="Barlow"/>
                <a:cs typeface="Barlow"/>
                <a:sym typeface="Barlow"/>
              </a:rPr>
              <a:t>akan</a:t>
            </a:r>
            <a:r>
              <a:rPr lang="en-US" sz="2600" dirty="0">
                <a:latin typeface="Barlow"/>
                <a:ea typeface="Barlow"/>
                <a:cs typeface="Barlow"/>
                <a:sym typeface="Barlow"/>
              </a:rPr>
              <a:t> </a:t>
            </a:r>
            <a:r>
              <a:rPr lang="en-US" sz="2600" dirty="0" err="1">
                <a:latin typeface="Barlow"/>
                <a:ea typeface="Barlow"/>
                <a:cs typeface="Barlow"/>
                <a:sym typeface="Barlow"/>
              </a:rPr>
              <a:t>mengambil</a:t>
            </a:r>
            <a:r>
              <a:rPr lang="en-US" sz="2600" dirty="0">
                <a:latin typeface="Barlow"/>
                <a:ea typeface="Barlow"/>
                <a:cs typeface="Barlow"/>
                <a:sym typeface="Barlow"/>
              </a:rPr>
              <a:t> </a:t>
            </a:r>
            <a:r>
              <a:rPr lang="en-US" sz="2600" dirty="0" err="1">
                <a:latin typeface="Barlow"/>
                <a:ea typeface="Barlow"/>
                <a:cs typeface="Barlow"/>
                <a:sym typeface="Barlow"/>
              </a:rPr>
              <a:t>elemen</a:t>
            </a:r>
            <a:r>
              <a:rPr lang="en-US" sz="2600" dirty="0">
                <a:latin typeface="Barlow"/>
                <a:ea typeface="Barlow"/>
                <a:cs typeface="Barlow"/>
                <a:sym typeface="Barlow"/>
              </a:rPr>
              <a:t> root</a:t>
            </a:r>
          </a:p>
        </p:txBody>
      </p:sp>
      <p:sp>
        <p:nvSpPr>
          <p:cNvPr id="37" name="Google Shape;360;p19">
            <a:extLst>
              <a:ext uri="{FF2B5EF4-FFF2-40B4-BE49-F238E27FC236}">
                <a16:creationId xmlns:a16="http://schemas.microsoft.com/office/drawing/2014/main" id="{72D3A5EF-AD4C-B659-3D69-BC786198F16C}"/>
              </a:ext>
            </a:extLst>
          </p:cNvPr>
          <p:cNvSpPr txBox="1"/>
          <p:nvPr/>
        </p:nvSpPr>
        <p:spPr>
          <a:xfrm>
            <a:off x="1397400" y="5752334"/>
            <a:ext cx="5267400" cy="3939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i="0" u="none" strike="noStrike" cap="none" dirty="0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2.main.jsx</a:t>
            </a:r>
          </a:p>
        </p:txBody>
      </p:sp>
      <p:sp>
        <p:nvSpPr>
          <p:cNvPr id="40" name="Google Shape;361;p19">
            <a:extLst>
              <a:ext uri="{FF2B5EF4-FFF2-40B4-BE49-F238E27FC236}">
                <a16:creationId xmlns:a16="http://schemas.microsoft.com/office/drawing/2014/main" id="{FEC6FA65-9C4F-70F9-804D-7F214C5F34E3}"/>
              </a:ext>
            </a:extLst>
          </p:cNvPr>
          <p:cNvSpPr txBox="1"/>
          <p:nvPr/>
        </p:nvSpPr>
        <p:spPr>
          <a:xfrm>
            <a:off x="1551900" y="6124760"/>
            <a:ext cx="4958400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80672" lvl="1">
              <a:buSzPts val="2600"/>
            </a:pPr>
            <a:r>
              <a:rPr lang="en-US" sz="2600" dirty="0">
                <a:latin typeface="Barlow"/>
                <a:ea typeface="Barlow"/>
                <a:cs typeface="Barlow"/>
                <a:sym typeface="Barlow"/>
              </a:rPr>
              <a:t>Pintu </a:t>
            </a:r>
            <a:r>
              <a:rPr lang="en-US" sz="2600" dirty="0" err="1">
                <a:latin typeface="Barlow"/>
                <a:ea typeface="Barlow"/>
                <a:cs typeface="Barlow"/>
                <a:sym typeface="Barlow"/>
              </a:rPr>
              <a:t>masuk</a:t>
            </a:r>
            <a:r>
              <a:rPr lang="en-US" sz="2600" dirty="0">
                <a:latin typeface="Barlow"/>
                <a:ea typeface="Barlow"/>
                <a:cs typeface="Barlow"/>
                <a:sym typeface="Barlow"/>
              </a:rPr>
              <a:t> react</a:t>
            </a:r>
          </a:p>
        </p:txBody>
      </p:sp>
      <p:sp>
        <p:nvSpPr>
          <p:cNvPr id="43" name="Google Shape;360;p19">
            <a:extLst>
              <a:ext uri="{FF2B5EF4-FFF2-40B4-BE49-F238E27FC236}">
                <a16:creationId xmlns:a16="http://schemas.microsoft.com/office/drawing/2014/main" id="{FBC5075E-A944-A762-6DAF-4C2B5970D608}"/>
              </a:ext>
            </a:extLst>
          </p:cNvPr>
          <p:cNvSpPr txBox="1"/>
          <p:nvPr/>
        </p:nvSpPr>
        <p:spPr>
          <a:xfrm>
            <a:off x="1397400" y="6831488"/>
            <a:ext cx="5267400" cy="3939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i="0" u="none" strike="noStrike" cap="none" dirty="0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3.app.jsx</a:t>
            </a:r>
          </a:p>
        </p:txBody>
      </p:sp>
      <p:sp>
        <p:nvSpPr>
          <p:cNvPr id="45" name="Google Shape;361;p19">
            <a:extLst>
              <a:ext uri="{FF2B5EF4-FFF2-40B4-BE49-F238E27FC236}">
                <a16:creationId xmlns:a16="http://schemas.microsoft.com/office/drawing/2014/main" id="{6FFD2F38-E6AC-3684-3ED3-6F28D075C476}"/>
              </a:ext>
            </a:extLst>
          </p:cNvPr>
          <p:cNvSpPr txBox="1"/>
          <p:nvPr/>
        </p:nvSpPr>
        <p:spPr>
          <a:xfrm>
            <a:off x="1551900" y="7203914"/>
            <a:ext cx="4958400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80672" lvl="1">
              <a:buSzPts val="2600"/>
            </a:pPr>
            <a:r>
              <a:rPr lang="en-US" sz="2600" dirty="0" err="1">
                <a:latin typeface="Barlow"/>
                <a:ea typeface="Barlow"/>
                <a:cs typeface="Barlow"/>
                <a:sym typeface="Barlow"/>
              </a:rPr>
              <a:t>Komponen</a:t>
            </a:r>
            <a:r>
              <a:rPr lang="en-US" sz="2600" dirty="0">
                <a:latin typeface="Barlow"/>
                <a:ea typeface="Barlow"/>
                <a:cs typeface="Barlow"/>
                <a:sym typeface="Barlow"/>
              </a:rPr>
              <a:t> </a:t>
            </a:r>
            <a:r>
              <a:rPr lang="en-US" sz="2600" dirty="0" err="1">
                <a:latin typeface="Barlow"/>
                <a:ea typeface="Barlow"/>
                <a:cs typeface="Barlow"/>
                <a:sym typeface="Barlow"/>
              </a:rPr>
              <a:t>utama</a:t>
            </a:r>
            <a:endParaRPr lang="en-US" sz="2600" dirty="0">
              <a:latin typeface="Barlow"/>
              <a:ea typeface="Barlow"/>
              <a:cs typeface="Barlow"/>
              <a:sym typeface="Barlow"/>
            </a:endParaRPr>
          </a:p>
        </p:txBody>
      </p:sp>
      <p:sp>
        <p:nvSpPr>
          <p:cNvPr id="47" name="Google Shape;360;p19">
            <a:extLst>
              <a:ext uri="{FF2B5EF4-FFF2-40B4-BE49-F238E27FC236}">
                <a16:creationId xmlns:a16="http://schemas.microsoft.com/office/drawing/2014/main" id="{9B019117-0980-924C-9570-EE3609CE2E69}"/>
              </a:ext>
            </a:extLst>
          </p:cNvPr>
          <p:cNvSpPr txBox="1"/>
          <p:nvPr/>
        </p:nvSpPr>
        <p:spPr>
          <a:xfrm>
            <a:off x="1397400" y="7901095"/>
            <a:ext cx="5267400" cy="3939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i="0" u="none" strike="noStrike" cap="none" dirty="0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4. .jsx</a:t>
            </a:r>
          </a:p>
        </p:txBody>
      </p:sp>
      <p:sp>
        <p:nvSpPr>
          <p:cNvPr id="49" name="Google Shape;361;p19">
            <a:extLst>
              <a:ext uri="{FF2B5EF4-FFF2-40B4-BE49-F238E27FC236}">
                <a16:creationId xmlns:a16="http://schemas.microsoft.com/office/drawing/2014/main" id="{14D5B4E3-C1E2-DEEF-C2DD-68509DF69D89}"/>
              </a:ext>
            </a:extLst>
          </p:cNvPr>
          <p:cNvSpPr txBox="1"/>
          <p:nvPr/>
        </p:nvSpPr>
        <p:spPr>
          <a:xfrm>
            <a:off x="1551900" y="8273521"/>
            <a:ext cx="4958400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80672" lvl="1">
              <a:buSzPts val="2600"/>
            </a:pPr>
            <a:r>
              <a:rPr lang="en-US" sz="2600" dirty="0" err="1">
                <a:latin typeface="Barlow"/>
                <a:ea typeface="Barlow"/>
                <a:cs typeface="Barlow"/>
                <a:sym typeface="Barlow"/>
              </a:rPr>
              <a:t>Javascript</a:t>
            </a:r>
            <a:r>
              <a:rPr lang="en-US" sz="2600" dirty="0">
                <a:latin typeface="Barlow"/>
                <a:ea typeface="Barlow"/>
                <a:cs typeface="Barlow"/>
                <a:sym typeface="Barlow"/>
              </a:rPr>
              <a:t> + JSX</a:t>
            </a:r>
          </a:p>
        </p:txBody>
      </p:sp>
      <p:sp>
        <p:nvSpPr>
          <p:cNvPr id="51" name="Google Shape;360;p19">
            <a:extLst>
              <a:ext uri="{FF2B5EF4-FFF2-40B4-BE49-F238E27FC236}">
                <a16:creationId xmlns:a16="http://schemas.microsoft.com/office/drawing/2014/main" id="{30E06FAD-9168-6AD8-9647-7D3549A1AE57}"/>
              </a:ext>
            </a:extLst>
          </p:cNvPr>
          <p:cNvSpPr txBox="1"/>
          <p:nvPr/>
        </p:nvSpPr>
        <p:spPr>
          <a:xfrm>
            <a:off x="10036074" y="1109919"/>
            <a:ext cx="5267400" cy="3939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dirty="0">
                <a:latin typeface="Concert One"/>
                <a:ea typeface="Concert One"/>
                <a:cs typeface="Concert One"/>
                <a:sym typeface="Concert One"/>
              </a:rPr>
              <a:t>5</a:t>
            </a:r>
            <a:r>
              <a:rPr lang="en-US" sz="3200" i="0" u="none" strike="noStrike" cap="none" dirty="0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.index.css</a:t>
            </a:r>
          </a:p>
        </p:txBody>
      </p:sp>
      <p:sp>
        <p:nvSpPr>
          <p:cNvPr id="53" name="Google Shape;361;p19">
            <a:extLst>
              <a:ext uri="{FF2B5EF4-FFF2-40B4-BE49-F238E27FC236}">
                <a16:creationId xmlns:a16="http://schemas.microsoft.com/office/drawing/2014/main" id="{13AB16B7-57B7-4F3A-FC26-5EB3ADB31531}"/>
              </a:ext>
            </a:extLst>
          </p:cNvPr>
          <p:cNvSpPr txBox="1"/>
          <p:nvPr/>
        </p:nvSpPr>
        <p:spPr>
          <a:xfrm>
            <a:off x="10190574" y="1482345"/>
            <a:ext cx="4958400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80672" lvl="1">
              <a:buSzPts val="2600"/>
            </a:pPr>
            <a:r>
              <a:rPr lang="en-US" sz="2600" dirty="0" err="1">
                <a:latin typeface="Barlow"/>
                <a:ea typeface="Barlow"/>
                <a:cs typeface="Barlow"/>
                <a:sym typeface="Barlow"/>
              </a:rPr>
              <a:t>Untuk</a:t>
            </a:r>
            <a:r>
              <a:rPr lang="en-US" sz="2600" dirty="0">
                <a:latin typeface="Barlow"/>
                <a:ea typeface="Barlow"/>
                <a:cs typeface="Barlow"/>
                <a:sym typeface="Barlow"/>
              </a:rPr>
              <a:t> styling </a:t>
            </a:r>
            <a:r>
              <a:rPr lang="en-US" sz="2600" dirty="0" err="1">
                <a:latin typeface="Barlow"/>
                <a:ea typeface="Barlow"/>
                <a:cs typeface="Barlow"/>
                <a:sym typeface="Barlow"/>
              </a:rPr>
              <a:t>utama</a:t>
            </a:r>
            <a:endParaRPr lang="en-US" sz="2600" dirty="0">
              <a:latin typeface="Barlow"/>
              <a:ea typeface="Barlow"/>
              <a:cs typeface="Barlow"/>
              <a:sym typeface="Barlow"/>
            </a:endParaRPr>
          </a:p>
        </p:txBody>
      </p:sp>
      <p:sp>
        <p:nvSpPr>
          <p:cNvPr id="55" name="Google Shape;360;p19">
            <a:extLst>
              <a:ext uri="{FF2B5EF4-FFF2-40B4-BE49-F238E27FC236}">
                <a16:creationId xmlns:a16="http://schemas.microsoft.com/office/drawing/2014/main" id="{AC8C2C77-CE1E-47C6-7AC4-9BED571EC41B}"/>
              </a:ext>
            </a:extLst>
          </p:cNvPr>
          <p:cNvSpPr txBox="1"/>
          <p:nvPr/>
        </p:nvSpPr>
        <p:spPr>
          <a:xfrm>
            <a:off x="10036074" y="2254881"/>
            <a:ext cx="5267400" cy="3939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dirty="0">
                <a:latin typeface="Concert One"/>
                <a:ea typeface="Concert One"/>
                <a:cs typeface="Concert One"/>
                <a:sym typeface="Concert One"/>
              </a:rPr>
              <a:t>6</a:t>
            </a:r>
            <a:r>
              <a:rPr lang="en-US" sz="3200" i="0" u="none" strike="noStrike" cap="none" dirty="0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.package.json</a:t>
            </a:r>
          </a:p>
        </p:txBody>
      </p:sp>
      <p:sp>
        <p:nvSpPr>
          <p:cNvPr id="57" name="Google Shape;361;p19">
            <a:extLst>
              <a:ext uri="{FF2B5EF4-FFF2-40B4-BE49-F238E27FC236}">
                <a16:creationId xmlns:a16="http://schemas.microsoft.com/office/drawing/2014/main" id="{8837983E-A971-CE02-5AC2-73ACF2A55387}"/>
              </a:ext>
            </a:extLst>
          </p:cNvPr>
          <p:cNvSpPr txBox="1"/>
          <p:nvPr/>
        </p:nvSpPr>
        <p:spPr>
          <a:xfrm>
            <a:off x="10190574" y="2627307"/>
            <a:ext cx="4958400" cy="8617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80672" lvl="1">
              <a:buSzPts val="2600"/>
            </a:pPr>
            <a:r>
              <a:rPr lang="en-ID" sz="2800" dirty="0" err="1"/>
              <a:t>identitas</a:t>
            </a:r>
            <a:r>
              <a:rPr lang="en-ID" sz="2800" dirty="0"/>
              <a:t> + dependency + script project</a:t>
            </a:r>
            <a:endParaRPr lang="en-US" sz="2600" dirty="0">
              <a:latin typeface="Barlow"/>
              <a:ea typeface="Barlow"/>
              <a:cs typeface="Barlow"/>
              <a:sym typeface="Barlow"/>
            </a:endParaRPr>
          </a:p>
        </p:txBody>
      </p:sp>
      <p:sp>
        <p:nvSpPr>
          <p:cNvPr id="59" name="Google Shape;360;p19">
            <a:extLst>
              <a:ext uri="{FF2B5EF4-FFF2-40B4-BE49-F238E27FC236}">
                <a16:creationId xmlns:a16="http://schemas.microsoft.com/office/drawing/2014/main" id="{EEF13C71-33DD-C3EA-727A-A815264DD562}"/>
              </a:ext>
            </a:extLst>
          </p:cNvPr>
          <p:cNvSpPr txBox="1"/>
          <p:nvPr/>
        </p:nvSpPr>
        <p:spPr>
          <a:xfrm>
            <a:off x="10036074" y="3712524"/>
            <a:ext cx="5267400" cy="3939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dirty="0">
                <a:latin typeface="Concert One"/>
                <a:ea typeface="Concert One"/>
                <a:cs typeface="Concert One"/>
                <a:sym typeface="Concert One"/>
              </a:rPr>
              <a:t>7</a:t>
            </a:r>
            <a:r>
              <a:rPr lang="en-US" sz="3200" i="0" u="none" strike="noStrike" cap="none" dirty="0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.vite.config.js</a:t>
            </a:r>
          </a:p>
        </p:txBody>
      </p:sp>
      <p:sp>
        <p:nvSpPr>
          <p:cNvPr id="61" name="Google Shape;361;p19">
            <a:extLst>
              <a:ext uri="{FF2B5EF4-FFF2-40B4-BE49-F238E27FC236}">
                <a16:creationId xmlns:a16="http://schemas.microsoft.com/office/drawing/2014/main" id="{D7D6571F-697F-5131-C0A8-586B233D3A7C}"/>
              </a:ext>
            </a:extLst>
          </p:cNvPr>
          <p:cNvSpPr txBox="1"/>
          <p:nvPr/>
        </p:nvSpPr>
        <p:spPr>
          <a:xfrm>
            <a:off x="10190574" y="4084950"/>
            <a:ext cx="4958400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80672" lvl="1">
              <a:buSzPts val="2600"/>
            </a:pPr>
            <a:r>
              <a:rPr lang="en-US" sz="2600" dirty="0" err="1">
                <a:latin typeface="Barlow"/>
                <a:ea typeface="Barlow"/>
                <a:cs typeface="Barlow"/>
                <a:sym typeface="Barlow"/>
              </a:rPr>
              <a:t>Konfigurasi</a:t>
            </a:r>
            <a:r>
              <a:rPr lang="en-US" sz="2600" dirty="0">
                <a:latin typeface="Barlow"/>
                <a:ea typeface="Barlow"/>
                <a:cs typeface="Barlow"/>
                <a:sym typeface="Barlow"/>
              </a:rPr>
              <a:t> Vite</a:t>
            </a:r>
          </a:p>
        </p:txBody>
      </p:sp>
    </p:spTree>
    <p:extLst>
      <p:ext uri="{BB962C8B-B14F-4D97-AF65-F5344CB8AC3E}">
        <p14:creationId xmlns:p14="http://schemas.microsoft.com/office/powerpoint/2010/main" val="249703393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FDAFF"/>
        </a:solidFill>
        <a:effectLst/>
      </p:bgPr>
    </p:bg>
    <p:spTree>
      <p:nvGrpSpPr>
        <p:cNvPr id="1" name="Shape 408">
          <a:extLst>
            <a:ext uri="{FF2B5EF4-FFF2-40B4-BE49-F238E27FC236}">
              <a16:creationId xmlns:a16="http://schemas.microsoft.com/office/drawing/2014/main" id="{93BEFBE9-579D-1D6A-B17A-F6556CE2F2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9" name="Google Shape;409;p21">
            <a:extLst>
              <a:ext uri="{FF2B5EF4-FFF2-40B4-BE49-F238E27FC236}">
                <a16:creationId xmlns:a16="http://schemas.microsoft.com/office/drawing/2014/main" id="{C9347BC1-2F50-E94F-004D-A148EEE8DFEF}"/>
              </a:ext>
            </a:extLst>
          </p:cNvPr>
          <p:cNvGrpSpPr/>
          <p:nvPr/>
        </p:nvGrpSpPr>
        <p:grpSpPr>
          <a:xfrm>
            <a:off x="9144000" y="2815580"/>
            <a:ext cx="8115300" cy="2917130"/>
            <a:chOff x="0" y="-47625"/>
            <a:chExt cx="2325925" cy="836078"/>
          </a:xfrm>
        </p:grpSpPr>
        <p:sp>
          <p:nvSpPr>
            <p:cNvPr id="410" name="Google Shape;410;p21">
              <a:extLst>
                <a:ext uri="{FF2B5EF4-FFF2-40B4-BE49-F238E27FC236}">
                  <a16:creationId xmlns:a16="http://schemas.microsoft.com/office/drawing/2014/main" id="{8FE9419C-9D55-E3C1-D590-655076E05754}"/>
                </a:ext>
              </a:extLst>
            </p:cNvPr>
            <p:cNvSpPr/>
            <p:nvPr/>
          </p:nvSpPr>
          <p:spPr>
            <a:xfrm>
              <a:off x="0" y="0"/>
              <a:ext cx="2325925" cy="788453"/>
            </a:xfrm>
            <a:custGeom>
              <a:avLst/>
              <a:gdLst/>
              <a:ahLst/>
              <a:cxnLst/>
              <a:rect l="l" t="t" r="r" b="b"/>
              <a:pathLst>
                <a:path w="2325925" h="788453" extrusionOk="0">
                  <a:moveTo>
                    <a:pt x="28620" y="0"/>
                  </a:moveTo>
                  <a:lnTo>
                    <a:pt x="2297305" y="0"/>
                  </a:lnTo>
                  <a:cubicBezTo>
                    <a:pt x="2313111" y="0"/>
                    <a:pt x="2325925" y="12813"/>
                    <a:pt x="2325925" y="28620"/>
                  </a:cubicBezTo>
                  <a:lnTo>
                    <a:pt x="2325925" y="759833"/>
                  </a:lnTo>
                  <a:cubicBezTo>
                    <a:pt x="2325925" y="775640"/>
                    <a:pt x="2313111" y="788453"/>
                    <a:pt x="2297305" y="788453"/>
                  </a:cubicBezTo>
                  <a:lnTo>
                    <a:pt x="28620" y="788453"/>
                  </a:lnTo>
                  <a:cubicBezTo>
                    <a:pt x="12813" y="788453"/>
                    <a:pt x="0" y="775640"/>
                    <a:pt x="0" y="759833"/>
                  </a:cubicBezTo>
                  <a:lnTo>
                    <a:pt x="0" y="28620"/>
                  </a:lnTo>
                  <a:cubicBezTo>
                    <a:pt x="0" y="12813"/>
                    <a:pt x="12813" y="0"/>
                    <a:pt x="28620" y="0"/>
                  </a:cubicBezTo>
                  <a:close/>
                </a:path>
              </a:pathLst>
            </a:custGeom>
            <a:solidFill>
              <a:srgbClr val="FFFFFF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" name="Google Shape;411;p21">
              <a:extLst>
                <a:ext uri="{FF2B5EF4-FFF2-40B4-BE49-F238E27FC236}">
                  <a16:creationId xmlns:a16="http://schemas.microsoft.com/office/drawing/2014/main" id="{3793BBB9-744F-850F-4A5B-A8556C9070E1}"/>
                </a:ext>
              </a:extLst>
            </p:cNvPr>
            <p:cNvSpPr txBox="1"/>
            <p:nvPr/>
          </p:nvSpPr>
          <p:spPr>
            <a:xfrm>
              <a:off x="0" y="-47625"/>
              <a:ext cx="2325925" cy="83607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15" name="Google Shape;415;p21">
            <a:extLst>
              <a:ext uri="{FF2B5EF4-FFF2-40B4-BE49-F238E27FC236}">
                <a16:creationId xmlns:a16="http://schemas.microsoft.com/office/drawing/2014/main" id="{8E300865-3A68-0CCC-0518-BA4554CA438E}"/>
              </a:ext>
            </a:extLst>
          </p:cNvPr>
          <p:cNvSpPr/>
          <p:nvPr/>
        </p:nvSpPr>
        <p:spPr>
          <a:xfrm>
            <a:off x="1028700" y="810251"/>
            <a:ext cx="7043499" cy="8666498"/>
          </a:xfrm>
          <a:custGeom>
            <a:avLst/>
            <a:gdLst/>
            <a:ahLst/>
            <a:cxnLst/>
            <a:rect l="l" t="t" r="r" b="b"/>
            <a:pathLst>
              <a:path w="7043499" h="8666498" extrusionOk="0">
                <a:moveTo>
                  <a:pt x="0" y="0"/>
                </a:moveTo>
                <a:lnTo>
                  <a:pt x="7043499" y="0"/>
                </a:lnTo>
                <a:lnTo>
                  <a:pt x="7043499" y="8666498"/>
                </a:lnTo>
                <a:lnTo>
                  <a:pt x="0" y="866649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416" name="Google Shape;416;p21">
            <a:extLst>
              <a:ext uri="{FF2B5EF4-FFF2-40B4-BE49-F238E27FC236}">
                <a16:creationId xmlns:a16="http://schemas.microsoft.com/office/drawing/2014/main" id="{ECA2FA32-804D-9AEC-FE1D-1B8D373E64D8}"/>
              </a:ext>
            </a:extLst>
          </p:cNvPr>
          <p:cNvSpPr txBox="1"/>
          <p:nvPr/>
        </p:nvSpPr>
        <p:spPr>
          <a:xfrm>
            <a:off x="9554960" y="3603728"/>
            <a:ext cx="7293300" cy="152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405" i="0" u="none" strike="noStrike" cap="none" dirty="0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Break</a:t>
            </a:r>
            <a:endParaRPr dirty="0">
              <a:latin typeface="Concert One"/>
              <a:ea typeface="Concert One"/>
              <a:cs typeface="Concert One"/>
              <a:sym typeface="Concert One"/>
            </a:endParaRPr>
          </a:p>
        </p:txBody>
      </p:sp>
    </p:spTree>
    <p:extLst>
      <p:ext uri="{BB962C8B-B14F-4D97-AF65-F5344CB8AC3E}">
        <p14:creationId xmlns:p14="http://schemas.microsoft.com/office/powerpoint/2010/main" val="86456574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FDAFF"/>
        </a:solidFill>
        <a:effectLst/>
      </p:bgPr>
    </p:bg>
    <p:spTree>
      <p:nvGrpSpPr>
        <p:cNvPr id="1" name="Shape 150">
          <a:extLst>
            <a:ext uri="{FF2B5EF4-FFF2-40B4-BE49-F238E27FC236}">
              <a16:creationId xmlns:a16="http://schemas.microsoft.com/office/drawing/2014/main" id="{F6D10FF4-CB5A-E222-81C6-C20D3E148B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1" name="Google Shape;151;p13">
            <a:extLst>
              <a:ext uri="{FF2B5EF4-FFF2-40B4-BE49-F238E27FC236}">
                <a16:creationId xmlns:a16="http://schemas.microsoft.com/office/drawing/2014/main" id="{8A5A8C49-2B78-5B61-E5C1-CBF09146CF5A}"/>
              </a:ext>
            </a:extLst>
          </p:cNvPr>
          <p:cNvGrpSpPr/>
          <p:nvPr/>
        </p:nvGrpSpPr>
        <p:grpSpPr>
          <a:xfrm>
            <a:off x="577516" y="3200777"/>
            <a:ext cx="16681784" cy="4087839"/>
            <a:chOff x="0" y="-47625"/>
            <a:chExt cx="2325925" cy="1171615"/>
          </a:xfrm>
        </p:grpSpPr>
        <p:sp>
          <p:nvSpPr>
            <p:cNvPr id="152" name="Google Shape;152;p13">
              <a:extLst>
                <a:ext uri="{FF2B5EF4-FFF2-40B4-BE49-F238E27FC236}">
                  <a16:creationId xmlns:a16="http://schemas.microsoft.com/office/drawing/2014/main" id="{064BDA72-D7F7-AE7D-7DA7-EA8104BF81BD}"/>
                </a:ext>
              </a:extLst>
            </p:cNvPr>
            <p:cNvSpPr/>
            <p:nvPr/>
          </p:nvSpPr>
          <p:spPr>
            <a:xfrm>
              <a:off x="0" y="0"/>
              <a:ext cx="2325925" cy="1123990"/>
            </a:xfrm>
            <a:custGeom>
              <a:avLst/>
              <a:gdLst/>
              <a:ahLst/>
              <a:cxnLst/>
              <a:rect l="l" t="t" r="r" b="b"/>
              <a:pathLst>
                <a:path w="2325925" h="1123990" extrusionOk="0">
                  <a:moveTo>
                    <a:pt x="28620" y="0"/>
                  </a:moveTo>
                  <a:lnTo>
                    <a:pt x="2297305" y="0"/>
                  </a:lnTo>
                  <a:cubicBezTo>
                    <a:pt x="2313111" y="0"/>
                    <a:pt x="2325925" y="12813"/>
                    <a:pt x="2325925" y="28620"/>
                  </a:cubicBezTo>
                  <a:lnTo>
                    <a:pt x="2325925" y="1095370"/>
                  </a:lnTo>
                  <a:cubicBezTo>
                    <a:pt x="2325925" y="1111176"/>
                    <a:pt x="2313111" y="1123990"/>
                    <a:pt x="2297305" y="1123990"/>
                  </a:cubicBezTo>
                  <a:lnTo>
                    <a:pt x="28620" y="1123990"/>
                  </a:lnTo>
                  <a:cubicBezTo>
                    <a:pt x="12813" y="1123990"/>
                    <a:pt x="0" y="1111176"/>
                    <a:pt x="0" y="1095370"/>
                  </a:cubicBezTo>
                  <a:lnTo>
                    <a:pt x="0" y="28620"/>
                  </a:lnTo>
                  <a:cubicBezTo>
                    <a:pt x="0" y="12813"/>
                    <a:pt x="12813" y="0"/>
                    <a:pt x="28620" y="0"/>
                  </a:cubicBezTo>
                  <a:close/>
                </a:path>
              </a:pathLst>
            </a:custGeom>
            <a:solidFill>
              <a:srgbClr val="FFFFFF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" name="Google Shape;153;p13">
              <a:extLst>
                <a:ext uri="{FF2B5EF4-FFF2-40B4-BE49-F238E27FC236}">
                  <a16:creationId xmlns:a16="http://schemas.microsoft.com/office/drawing/2014/main" id="{8DE654B3-8827-0A31-6C36-FEE5684B3DEC}"/>
                </a:ext>
              </a:extLst>
            </p:cNvPr>
            <p:cNvSpPr txBox="1"/>
            <p:nvPr/>
          </p:nvSpPr>
          <p:spPr>
            <a:xfrm>
              <a:off x="0" y="-47625"/>
              <a:ext cx="2325925" cy="117161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54" name="Google Shape;154;p13">
            <a:extLst>
              <a:ext uri="{FF2B5EF4-FFF2-40B4-BE49-F238E27FC236}">
                <a16:creationId xmlns:a16="http://schemas.microsoft.com/office/drawing/2014/main" id="{F79DA5A0-931A-78D4-D20B-CC6211A06A91}"/>
              </a:ext>
            </a:extLst>
          </p:cNvPr>
          <p:cNvGrpSpPr/>
          <p:nvPr/>
        </p:nvGrpSpPr>
        <p:grpSpPr>
          <a:xfrm>
            <a:off x="4860758" y="1463482"/>
            <a:ext cx="8115300" cy="1723961"/>
            <a:chOff x="0" y="-47625"/>
            <a:chExt cx="2325925" cy="494104"/>
          </a:xfrm>
        </p:grpSpPr>
        <p:sp>
          <p:nvSpPr>
            <p:cNvPr id="155" name="Google Shape;155;p13">
              <a:extLst>
                <a:ext uri="{FF2B5EF4-FFF2-40B4-BE49-F238E27FC236}">
                  <a16:creationId xmlns:a16="http://schemas.microsoft.com/office/drawing/2014/main" id="{887C149A-7B87-1EA4-46AF-A4B0A13FF71F}"/>
                </a:ext>
              </a:extLst>
            </p:cNvPr>
            <p:cNvSpPr/>
            <p:nvPr/>
          </p:nvSpPr>
          <p:spPr>
            <a:xfrm>
              <a:off x="0" y="0"/>
              <a:ext cx="2325925" cy="446479"/>
            </a:xfrm>
            <a:custGeom>
              <a:avLst/>
              <a:gdLst/>
              <a:ahLst/>
              <a:cxnLst/>
              <a:rect l="l" t="t" r="r" b="b"/>
              <a:pathLst>
                <a:path w="2325925" h="446479" extrusionOk="0">
                  <a:moveTo>
                    <a:pt x="28620" y="0"/>
                  </a:moveTo>
                  <a:lnTo>
                    <a:pt x="2297305" y="0"/>
                  </a:lnTo>
                  <a:cubicBezTo>
                    <a:pt x="2313111" y="0"/>
                    <a:pt x="2325925" y="12813"/>
                    <a:pt x="2325925" y="28620"/>
                  </a:cubicBezTo>
                  <a:lnTo>
                    <a:pt x="2325925" y="417859"/>
                  </a:lnTo>
                  <a:cubicBezTo>
                    <a:pt x="2325925" y="433666"/>
                    <a:pt x="2313111" y="446479"/>
                    <a:pt x="2297305" y="446479"/>
                  </a:cubicBezTo>
                  <a:lnTo>
                    <a:pt x="28620" y="446479"/>
                  </a:lnTo>
                  <a:cubicBezTo>
                    <a:pt x="12813" y="446479"/>
                    <a:pt x="0" y="433666"/>
                    <a:pt x="0" y="417859"/>
                  </a:cubicBezTo>
                  <a:lnTo>
                    <a:pt x="0" y="28620"/>
                  </a:lnTo>
                  <a:cubicBezTo>
                    <a:pt x="0" y="12813"/>
                    <a:pt x="12813" y="0"/>
                    <a:pt x="28620" y="0"/>
                  </a:cubicBezTo>
                  <a:close/>
                </a:path>
              </a:pathLst>
            </a:custGeom>
            <a:solidFill>
              <a:srgbClr val="FF6F61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" name="Google Shape;156;p13">
              <a:extLst>
                <a:ext uri="{FF2B5EF4-FFF2-40B4-BE49-F238E27FC236}">
                  <a16:creationId xmlns:a16="http://schemas.microsoft.com/office/drawing/2014/main" id="{44810C36-8201-7A71-D242-230E3ABE161D}"/>
                </a:ext>
              </a:extLst>
            </p:cNvPr>
            <p:cNvSpPr txBox="1"/>
            <p:nvPr/>
          </p:nvSpPr>
          <p:spPr>
            <a:xfrm>
              <a:off x="0" y="-47625"/>
              <a:ext cx="2325925" cy="49410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65" name="Google Shape;165;p13">
            <a:extLst>
              <a:ext uri="{FF2B5EF4-FFF2-40B4-BE49-F238E27FC236}">
                <a16:creationId xmlns:a16="http://schemas.microsoft.com/office/drawing/2014/main" id="{6922F027-2A72-A8C4-AFC8-E504A0FD647E}"/>
              </a:ext>
            </a:extLst>
          </p:cNvPr>
          <p:cNvSpPr txBox="1"/>
          <p:nvPr/>
        </p:nvSpPr>
        <p:spPr>
          <a:xfrm>
            <a:off x="903314" y="4496783"/>
            <a:ext cx="16030188" cy="16619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00" b="1" i="0" u="none" strike="noStrike" cap="none" dirty="0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Use Case Diagram = </a:t>
            </a:r>
            <a:r>
              <a:rPr lang="en-US" sz="5400" b="1" i="0" u="none" strike="noStrike" cap="none" dirty="0" err="1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menentukan</a:t>
            </a:r>
            <a:r>
              <a:rPr lang="en-US" sz="5400" b="1" i="0" u="none" strike="noStrike" cap="none" dirty="0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 “</a:t>
            </a:r>
            <a:r>
              <a:rPr lang="en-US" sz="5400" b="1" i="0" u="none" strike="noStrike" cap="none" dirty="0" err="1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siapa</a:t>
            </a:r>
            <a:r>
              <a:rPr lang="en-US" sz="5400" b="1" i="0" u="none" strike="noStrike" cap="none" dirty="0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 </a:t>
            </a:r>
            <a:r>
              <a:rPr lang="en-US" sz="5400" b="1" i="0" u="none" strike="noStrike" cap="none" dirty="0" err="1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bisa</a:t>
            </a:r>
            <a:r>
              <a:rPr lang="en-US" sz="5400" b="1" i="0" u="none" strike="noStrike" cap="none" dirty="0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 </a:t>
            </a:r>
            <a:r>
              <a:rPr lang="en-US" sz="5400" b="1" i="0" u="none" strike="noStrike" cap="none" dirty="0" err="1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melakukan</a:t>
            </a:r>
            <a:r>
              <a:rPr lang="en-US" sz="5400" b="1" i="0" u="none" strike="noStrike" cap="none" dirty="0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 </a:t>
            </a:r>
            <a:r>
              <a:rPr lang="en-US" sz="5400" b="1" i="0" u="none" strike="noStrike" cap="none" dirty="0" err="1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apa</a:t>
            </a:r>
            <a:r>
              <a:rPr lang="en-US" sz="5400" b="1" i="0" u="none" strike="noStrike" cap="none" dirty="0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 di </a:t>
            </a:r>
            <a:r>
              <a:rPr lang="en-US" sz="5400" b="1" i="0" u="none" strike="noStrike" cap="none" dirty="0" err="1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dalam</a:t>
            </a:r>
            <a:r>
              <a:rPr lang="en-US" sz="5400" b="1" i="0" u="none" strike="noStrike" cap="none" dirty="0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 </a:t>
            </a:r>
            <a:r>
              <a:rPr lang="en-US" sz="5400" b="1" i="0" u="none" strike="noStrike" cap="none" dirty="0" err="1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sistem</a:t>
            </a:r>
            <a:r>
              <a:rPr lang="en-US" sz="5400" b="1" i="0" u="none" strike="noStrike" cap="none" dirty="0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”.</a:t>
            </a:r>
            <a:endParaRPr sz="5400" b="1" dirty="0">
              <a:latin typeface="Concert One"/>
              <a:ea typeface="Concert One"/>
              <a:cs typeface="Concert One"/>
              <a:sym typeface="Concert One"/>
            </a:endParaRPr>
          </a:p>
        </p:txBody>
      </p:sp>
      <p:sp>
        <p:nvSpPr>
          <p:cNvPr id="166" name="Google Shape;166;p13">
            <a:extLst>
              <a:ext uri="{FF2B5EF4-FFF2-40B4-BE49-F238E27FC236}">
                <a16:creationId xmlns:a16="http://schemas.microsoft.com/office/drawing/2014/main" id="{768D6A19-BC2B-5B52-3887-47F0F64D45C9}"/>
              </a:ext>
            </a:extLst>
          </p:cNvPr>
          <p:cNvSpPr txBox="1"/>
          <p:nvPr/>
        </p:nvSpPr>
        <p:spPr>
          <a:xfrm>
            <a:off x="6074190" y="2252329"/>
            <a:ext cx="613962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i="0" u="none" strike="noStrike" cap="none" dirty="0" err="1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Membuat</a:t>
            </a:r>
            <a:r>
              <a:rPr lang="en-US" sz="3000" i="0" u="none" strike="noStrike" cap="none" dirty="0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 Use Case Diagram  </a:t>
            </a:r>
            <a:endParaRPr dirty="0">
              <a:latin typeface="Concert One"/>
              <a:ea typeface="Concert One"/>
              <a:cs typeface="Concert One"/>
              <a:sym typeface="Concert One"/>
            </a:endParaRPr>
          </a:p>
        </p:txBody>
      </p:sp>
    </p:spTree>
    <p:extLst>
      <p:ext uri="{BB962C8B-B14F-4D97-AF65-F5344CB8AC3E}">
        <p14:creationId xmlns:p14="http://schemas.microsoft.com/office/powerpoint/2010/main" val="223025466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3D374"/>
        </a:solidFill>
        <a:effectLst/>
      </p:bgPr>
    </p:bg>
    <p:spTree>
      <p:nvGrpSpPr>
        <p:cNvPr id="1" name="Shape 328">
          <a:extLst>
            <a:ext uri="{FF2B5EF4-FFF2-40B4-BE49-F238E27FC236}">
              <a16:creationId xmlns:a16="http://schemas.microsoft.com/office/drawing/2014/main" id="{790787FD-E7E5-B41C-F67E-3FBFC0E285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9" name="Google Shape;329;p19">
            <a:extLst>
              <a:ext uri="{FF2B5EF4-FFF2-40B4-BE49-F238E27FC236}">
                <a16:creationId xmlns:a16="http://schemas.microsoft.com/office/drawing/2014/main" id="{62DAA932-FAE4-4A16-5299-4A352C4508B8}"/>
              </a:ext>
            </a:extLst>
          </p:cNvPr>
          <p:cNvGrpSpPr/>
          <p:nvPr/>
        </p:nvGrpSpPr>
        <p:grpSpPr>
          <a:xfrm>
            <a:off x="675774" y="0"/>
            <a:ext cx="7829550" cy="2190072"/>
            <a:chOff x="0" y="-47625"/>
            <a:chExt cx="2244026" cy="627696"/>
          </a:xfrm>
        </p:grpSpPr>
        <p:sp>
          <p:nvSpPr>
            <p:cNvPr id="330" name="Google Shape;330;p19">
              <a:extLst>
                <a:ext uri="{FF2B5EF4-FFF2-40B4-BE49-F238E27FC236}">
                  <a16:creationId xmlns:a16="http://schemas.microsoft.com/office/drawing/2014/main" id="{394E03BE-870D-396F-B803-F296449DE26F}"/>
                </a:ext>
              </a:extLst>
            </p:cNvPr>
            <p:cNvSpPr/>
            <p:nvPr/>
          </p:nvSpPr>
          <p:spPr>
            <a:xfrm>
              <a:off x="0" y="0"/>
              <a:ext cx="2244026" cy="580071"/>
            </a:xfrm>
            <a:custGeom>
              <a:avLst/>
              <a:gdLst/>
              <a:ahLst/>
              <a:cxnLst/>
              <a:rect l="l" t="t" r="r" b="b"/>
              <a:pathLst>
                <a:path w="2244026" h="580071" extrusionOk="0">
                  <a:moveTo>
                    <a:pt x="29664" y="0"/>
                  </a:moveTo>
                  <a:lnTo>
                    <a:pt x="2214362" y="0"/>
                  </a:lnTo>
                  <a:cubicBezTo>
                    <a:pt x="2222229" y="0"/>
                    <a:pt x="2229774" y="3125"/>
                    <a:pt x="2235338" y="8688"/>
                  </a:cubicBezTo>
                  <a:cubicBezTo>
                    <a:pt x="2240901" y="14252"/>
                    <a:pt x="2244026" y="21797"/>
                    <a:pt x="2244026" y="29664"/>
                  </a:cubicBezTo>
                  <a:lnTo>
                    <a:pt x="2244026" y="550407"/>
                  </a:lnTo>
                  <a:cubicBezTo>
                    <a:pt x="2244026" y="558274"/>
                    <a:pt x="2240901" y="565820"/>
                    <a:pt x="2235338" y="571383"/>
                  </a:cubicBezTo>
                  <a:cubicBezTo>
                    <a:pt x="2229774" y="576946"/>
                    <a:pt x="2222229" y="580071"/>
                    <a:pt x="2214362" y="580071"/>
                  </a:cubicBezTo>
                  <a:lnTo>
                    <a:pt x="29664" y="580071"/>
                  </a:lnTo>
                  <a:cubicBezTo>
                    <a:pt x="21797" y="580071"/>
                    <a:pt x="14252" y="576946"/>
                    <a:pt x="8688" y="571383"/>
                  </a:cubicBezTo>
                  <a:cubicBezTo>
                    <a:pt x="3125" y="565820"/>
                    <a:pt x="0" y="558274"/>
                    <a:pt x="0" y="550407"/>
                  </a:cubicBezTo>
                  <a:lnTo>
                    <a:pt x="0" y="29664"/>
                  </a:lnTo>
                  <a:cubicBezTo>
                    <a:pt x="0" y="21797"/>
                    <a:pt x="3125" y="14252"/>
                    <a:pt x="8688" y="8688"/>
                  </a:cubicBezTo>
                  <a:cubicBezTo>
                    <a:pt x="14252" y="3125"/>
                    <a:pt x="21797" y="0"/>
                    <a:pt x="29664" y="0"/>
                  </a:cubicBezTo>
                  <a:close/>
                </a:path>
              </a:pathLst>
            </a:custGeom>
            <a:solidFill>
              <a:srgbClr val="7FDAFF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1" name="Google Shape;331;p19">
              <a:extLst>
                <a:ext uri="{FF2B5EF4-FFF2-40B4-BE49-F238E27FC236}">
                  <a16:creationId xmlns:a16="http://schemas.microsoft.com/office/drawing/2014/main" id="{D87A8710-C253-7268-0EE0-3BF7347F00AC}"/>
                </a:ext>
              </a:extLst>
            </p:cNvPr>
            <p:cNvSpPr txBox="1"/>
            <p:nvPr/>
          </p:nvSpPr>
          <p:spPr>
            <a:xfrm>
              <a:off x="0" y="-47625"/>
              <a:ext cx="2244026" cy="62769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59" name="Google Shape;359;p19">
            <a:extLst>
              <a:ext uri="{FF2B5EF4-FFF2-40B4-BE49-F238E27FC236}">
                <a16:creationId xmlns:a16="http://schemas.microsoft.com/office/drawing/2014/main" id="{182DC009-A828-A23B-311B-71A1C6252B18}"/>
              </a:ext>
            </a:extLst>
          </p:cNvPr>
          <p:cNvSpPr txBox="1"/>
          <p:nvPr/>
        </p:nvSpPr>
        <p:spPr>
          <a:xfrm>
            <a:off x="801265" y="716454"/>
            <a:ext cx="7578568" cy="923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0" i="0" u="none" strike="noStrike" cap="none" dirty="0" err="1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Catatan</a:t>
            </a:r>
            <a:r>
              <a:rPr lang="en-US" sz="7500" i="0" u="none" strike="noStrike" cap="none" dirty="0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 </a:t>
            </a:r>
            <a:r>
              <a:rPr lang="en-US" sz="7500" i="0" u="none" strike="noStrike" cap="none" dirty="0" err="1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Tahap</a:t>
            </a:r>
            <a:r>
              <a:rPr lang="en-US" sz="7500" i="0" u="none" strike="noStrike" cap="none" dirty="0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 1.4</a:t>
            </a:r>
            <a:endParaRPr dirty="0">
              <a:latin typeface="Concert One"/>
              <a:ea typeface="Concert One"/>
              <a:cs typeface="Concert One"/>
              <a:sym typeface="Concert One"/>
            </a:endParaRPr>
          </a:p>
        </p:txBody>
      </p:sp>
      <p:pic>
        <p:nvPicPr>
          <p:cNvPr id="5" name="Picture Placeholder 3">
            <a:extLst>
              <a:ext uri="{FF2B5EF4-FFF2-40B4-BE49-F238E27FC236}">
                <a16:creationId xmlns:a16="http://schemas.microsoft.com/office/drawing/2014/main" id="{C1D75E1F-3479-641C-01F2-9D00D86937DB}"/>
              </a:ext>
            </a:extLst>
          </p:cNvPr>
          <p:cNvPicPr preferRelativeResize="0"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4255" y="2356239"/>
            <a:ext cx="15035786" cy="7711332"/>
          </a:xfrm>
          <a:prstGeom prst="roundRect">
            <a:avLst>
              <a:gd name="adj" fmla="val 2690"/>
            </a:avLst>
          </a:prstGeom>
          <a:noFill/>
          <a:ln w="762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pic>
    </p:spTree>
    <p:extLst>
      <p:ext uri="{BB962C8B-B14F-4D97-AF65-F5344CB8AC3E}">
        <p14:creationId xmlns:p14="http://schemas.microsoft.com/office/powerpoint/2010/main" val="281135180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Placeholder 3">
            <a:extLst>
              <a:ext uri="{FF2B5EF4-FFF2-40B4-BE49-F238E27FC236}">
                <a16:creationId xmlns:a16="http://schemas.microsoft.com/office/drawing/2014/main" id="{31AFA539-F3AD-EC32-D4D9-B5C835214361}"/>
              </a:ext>
            </a:extLst>
          </p:cNvPr>
          <p:cNvPicPr preferRelativeResize="0">
            <a:picLocks noGrp="1" noChangeAspect="1"/>
          </p:cNvPicPr>
          <p:nvPr>
            <p:ph type="pic" idx="2"/>
          </p:nvPr>
        </p:nvPicPr>
        <p:blipFill>
          <a:blip r:embed="rId2"/>
          <a:stretch>
            <a:fillRect/>
          </a:stretch>
        </p:blipFill>
        <p:spPr>
          <a:xfrm>
            <a:off x="9144000" y="2301200"/>
            <a:ext cx="8637358" cy="4429800"/>
          </a:xfrm>
          <a:prstGeom prst="roundRect">
            <a:avLst>
              <a:gd name="adj" fmla="val 2690"/>
            </a:avLst>
          </a:prstGeom>
          <a:noFill/>
          <a:ln w="762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pic>
    </p:spTree>
    <p:extLst>
      <p:ext uri="{BB962C8B-B14F-4D97-AF65-F5344CB8AC3E}">
        <p14:creationId xmlns:p14="http://schemas.microsoft.com/office/powerpoint/2010/main" val="27513069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769</TotalTime>
  <Words>524</Words>
  <Application>Microsoft Office PowerPoint</Application>
  <PresentationFormat>Custom</PresentationFormat>
  <Paragraphs>143</Paragraphs>
  <Slides>16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1" baseType="lpstr">
      <vt:lpstr>Barlow</vt:lpstr>
      <vt:lpstr>Arial</vt:lpstr>
      <vt:lpstr>Calibri</vt:lpstr>
      <vt:lpstr>Concert One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Ramdani</dc:creator>
  <cp:lastModifiedBy>Muhammad Ramdani</cp:lastModifiedBy>
  <cp:revision>200</cp:revision>
  <dcterms:modified xsi:type="dcterms:W3CDTF">2026-09-18T15:08:13Z</dcterms:modified>
</cp:coreProperties>
</file>